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A3EAD-76F8-AD74-A60F-172E3CA2D0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D07E4-3373-E051-9BB8-B0BC713F6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B5E6E-5FE6-4ED9-F981-FC1D9DE2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43FAE1-F067-78BE-9033-6FC4940AA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0489A-5902-CB74-3D68-5BE0CAB1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3422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FBCCD-34D1-1D2C-013D-7274B11B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12D30-9D18-E5E0-4358-DA3B74B17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588D1-9FAA-94FB-690D-EDA77E011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662F9-A82A-CD0A-F0EA-82261E17C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A377E-F648-11F6-21C2-4522E7624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8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C7A83-EBB3-24FB-9597-79AE67C7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A5D30-E3FA-600F-8D4D-1A67A33D7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C1BF8-8458-7ABF-A8C7-3CDEAA8C5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5ADCC-F7CB-913B-4C04-27F6FF829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71ACE-3A03-144E-1B01-41C3D5896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14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0C306-CC94-6F17-813D-7FAC491E0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FE1F8-8D03-CC77-223E-1C299762B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8B9D2F-0984-9597-98E9-8670F8CE6E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0B7A90-6985-D5DA-E92E-9077B420B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C3C5-98CC-CF56-9B0A-81DEAA425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EDFD9-F8D8-F185-C0CF-99C5B8E6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006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485CA-7BC6-C3DD-3604-C00B6408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DEB613-BCB7-43D2-B2E6-25CA476682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15CDF-ACED-37F2-270E-52511A0A3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B90FC-82BE-1B8C-FD58-D40673E3A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04CCE5-E220-C837-512D-E0C1CD5ED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2BC07D-32F0-F557-C128-11A9557A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642959-63E5-7E97-C783-F135A990E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E88D7F-1012-6C3E-BAB0-6FB2FBA69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1955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76C7A-C9C0-5517-8E69-33D370104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950E7-A157-1D88-767F-6EEC132ED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80906A-42EA-152F-58F1-9C70C6C8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F5532F-EA40-72F3-805A-0EC0FD9E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27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14698-3030-3022-6B98-019D7FFC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974935-8090-F5E6-AEFA-26FD54858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17404-771D-D125-A3B6-CB41189A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631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60821-57C1-25A5-25E4-F9D4A0267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9B453-A34A-F273-5A57-9BE984E90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FC435E-97A2-CA7F-BE95-B3ED6A899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9802E-96E9-D17A-86A5-153E92863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56364B-273B-CB79-4C18-1F01230FC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A66734-1523-C606-1E61-6FF30EEA1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13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F9BDF-EFB2-6805-804C-6A7723520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EBD46-1B78-B677-0955-6400CC42C7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6D014-E639-FD86-1B03-1EFFB7C7D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50D2F9-7C25-9C7B-47A4-7F20EEB3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B8B68-10AB-FE98-44AE-4AC6FCC3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4452A-E32D-3413-34F7-DDABCD3C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9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1916-5DF2-88BC-6819-64A3B0F9B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63E9BC-0941-A3F2-4D0A-27C0EEFBC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8F763B-80AB-36F4-7EF3-E5FBD350F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0FB59-A55D-3DCD-EC80-17470954D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C4FBE-427B-0CC3-DE8A-73F94651F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2160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3BC639-3C40-56FD-A9A8-0A233694F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29644-4052-FD2A-9338-09034E1097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581A1-9534-C2F3-DD05-49DD45224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95965-7E47-74EA-17F7-5505D0FE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388C5-8B80-33B4-37A1-213FFE92C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39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A75CCB-12BA-6E97-780B-235C626F3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B557FA-196D-4056-03FC-2EFAB5352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846C5-96F0-945E-817A-8D20D34D28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08C42B-87AA-416E-9A6B-F0011648F0F0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10550-C7CE-4D38-F01E-190DCF215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2808-AC74-2013-3734-A02CE36E0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C1B6-3656-4772-A41E-52D91B8686B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329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1F8F3571-28E8-CA70-72E3-005B4751A101}"/>
              </a:ext>
            </a:extLst>
          </p:cNvPr>
          <p:cNvGrpSpPr/>
          <p:nvPr/>
        </p:nvGrpSpPr>
        <p:grpSpPr>
          <a:xfrm>
            <a:off x="8066063" y="3267918"/>
            <a:ext cx="1337110" cy="2476983"/>
            <a:chOff x="2054944" y="1446834"/>
            <a:chExt cx="1337110" cy="2476983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3AB9D4A7-A22E-60E4-1620-F4394151BD2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A9414F09-73AD-648F-20FF-B370C71CA24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C805C72-D687-3D4E-CF84-AD8AB5C9831D}"/>
              </a:ext>
            </a:extLst>
          </p:cNvPr>
          <p:cNvGrpSpPr/>
          <p:nvPr/>
        </p:nvGrpSpPr>
        <p:grpSpPr>
          <a:xfrm>
            <a:off x="7397508" y="3267918"/>
            <a:ext cx="1337110" cy="2476983"/>
            <a:chOff x="2054944" y="1446834"/>
            <a:chExt cx="1337110" cy="2476983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CA533749-057D-041E-DA95-62A7528DD3B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411C0746-F986-DF35-B8D0-8A6E1D5F34C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C165883-DE0F-9751-1065-C984FEFB6F1F}"/>
              </a:ext>
            </a:extLst>
          </p:cNvPr>
          <p:cNvGrpSpPr/>
          <p:nvPr/>
        </p:nvGrpSpPr>
        <p:grpSpPr>
          <a:xfrm>
            <a:off x="6728953" y="3267918"/>
            <a:ext cx="1337110" cy="2476983"/>
            <a:chOff x="2054944" y="1446834"/>
            <a:chExt cx="1337110" cy="2476983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13290F88-513C-0337-F587-AF9911C6EDB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E627859A-3E27-D7A7-4099-40FEA53FC1C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9598232-1D86-E421-4F1E-10BBD658B7D1}"/>
              </a:ext>
            </a:extLst>
          </p:cNvPr>
          <p:cNvGrpSpPr/>
          <p:nvPr/>
        </p:nvGrpSpPr>
        <p:grpSpPr>
          <a:xfrm>
            <a:off x="6060398" y="3267917"/>
            <a:ext cx="1337110" cy="2476983"/>
            <a:chOff x="2054944" y="1446834"/>
            <a:chExt cx="1337110" cy="2476983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999924E6-BA51-F8C9-68D7-549B0C931E9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7E5A36CC-47EC-A4DE-F77F-87504C4F582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0906BD-2DE5-B4DE-2C51-C65A41F6DFE0}"/>
              </a:ext>
            </a:extLst>
          </p:cNvPr>
          <p:cNvGrpSpPr/>
          <p:nvPr/>
        </p:nvGrpSpPr>
        <p:grpSpPr>
          <a:xfrm>
            <a:off x="5391843" y="3267916"/>
            <a:ext cx="1337110" cy="2476983"/>
            <a:chOff x="2054944" y="1446834"/>
            <a:chExt cx="1337110" cy="2476983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12DA4D33-D3A9-2A49-F0A7-704290D6425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F2D11A14-04DF-0410-7EC6-D98E93C7F08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A015681-6B73-CE11-CCA0-0DE08C897DB9}"/>
              </a:ext>
            </a:extLst>
          </p:cNvPr>
          <p:cNvGrpSpPr/>
          <p:nvPr/>
        </p:nvGrpSpPr>
        <p:grpSpPr>
          <a:xfrm>
            <a:off x="4723288" y="3267916"/>
            <a:ext cx="1337110" cy="2476983"/>
            <a:chOff x="2054944" y="1446834"/>
            <a:chExt cx="1337110" cy="2476983"/>
          </a:xfrm>
        </p:grpSpPr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99E91171-C0DE-3299-F536-EF8DBB1AC28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000279D8-209C-4D3B-6EB0-6459FC75882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DD3C61B-2DE2-ED22-6A7B-59F2C7125E46}"/>
              </a:ext>
            </a:extLst>
          </p:cNvPr>
          <p:cNvGrpSpPr/>
          <p:nvPr/>
        </p:nvGrpSpPr>
        <p:grpSpPr>
          <a:xfrm>
            <a:off x="4054733" y="3267916"/>
            <a:ext cx="1337110" cy="2476983"/>
            <a:chOff x="2054944" y="1446834"/>
            <a:chExt cx="1337110" cy="2476983"/>
          </a:xfrm>
        </p:grpSpPr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FFABDBD1-2A77-2EA2-3332-23E599072AF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F1C046FC-2D78-1DE3-5E87-9528359CB1C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DAE255D-3E93-608F-34F0-81CDEA498BA3}"/>
              </a:ext>
            </a:extLst>
          </p:cNvPr>
          <p:cNvGrpSpPr/>
          <p:nvPr/>
        </p:nvGrpSpPr>
        <p:grpSpPr>
          <a:xfrm>
            <a:off x="3386178" y="3267916"/>
            <a:ext cx="1337110" cy="2476983"/>
            <a:chOff x="2054944" y="1446834"/>
            <a:chExt cx="1337110" cy="2476983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9AA4DC34-FC25-AD12-299F-A72BBEF24279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EFE3B6C3-3A33-1D4F-C65C-3C6C18A39C8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51CD704-B17F-7E92-BE47-EAD79A6595CA}"/>
              </a:ext>
            </a:extLst>
          </p:cNvPr>
          <p:cNvGrpSpPr/>
          <p:nvPr/>
        </p:nvGrpSpPr>
        <p:grpSpPr>
          <a:xfrm>
            <a:off x="2717623" y="3267916"/>
            <a:ext cx="1337110" cy="2476983"/>
            <a:chOff x="2054944" y="1446834"/>
            <a:chExt cx="1337110" cy="2476983"/>
          </a:xfrm>
        </p:grpSpPr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DC73CF3C-7B1B-9725-9BDA-C54C320653A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15AAA354-8D56-EF4F-2EF2-4FCFE274766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173D596-DB05-9409-FACC-873E886D6BD2}"/>
              </a:ext>
            </a:extLst>
          </p:cNvPr>
          <p:cNvGrpSpPr/>
          <p:nvPr/>
        </p:nvGrpSpPr>
        <p:grpSpPr>
          <a:xfrm>
            <a:off x="2049068" y="3267915"/>
            <a:ext cx="1337110" cy="2476983"/>
            <a:chOff x="2054944" y="1446834"/>
            <a:chExt cx="1337110" cy="2476983"/>
          </a:xfrm>
        </p:grpSpPr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1851DBAE-4671-7576-D301-6380F2057D08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6DB9468A-B8D1-B139-384F-0E5BAD6E5E8B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B97188CC-9211-0D02-89DE-4A78D087DCBF}"/>
              </a:ext>
            </a:extLst>
          </p:cNvPr>
          <p:cNvGrpSpPr/>
          <p:nvPr/>
        </p:nvGrpSpPr>
        <p:grpSpPr>
          <a:xfrm>
            <a:off x="1380513" y="3267914"/>
            <a:ext cx="1337110" cy="2476983"/>
            <a:chOff x="2054944" y="1446834"/>
            <a:chExt cx="1337110" cy="2476983"/>
          </a:xfrm>
        </p:grpSpPr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6DC406BF-7B44-E1DB-3B3B-7CED94E0579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BD90EDE3-F6EF-E798-A5A0-9DA6DA7D58A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7D7CDE3D-1DF0-7F10-BF4D-D9220DEB63B0}"/>
              </a:ext>
            </a:extLst>
          </p:cNvPr>
          <p:cNvGrpSpPr/>
          <p:nvPr/>
        </p:nvGrpSpPr>
        <p:grpSpPr>
          <a:xfrm>
            <a:off x="711958" y="3267914"/>
            <a:ext cx="1337110" cy="2476983"/>
            <a:chOff x="2054944" y="1446834"/>
            <a:chExt cx="1337110" cy="2476983"/>
          </a:xfrm>
        </p:grpSpPr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D4E3AB81-A6AC-5EFC-8599-A8F41A68F6C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87F6DA85-E65B-CE10-556C-42C336560BD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4D2D045-C9A5-D504-261A-9ABAACF7008C}"/>
              </a:ext>
            </a:extLst>
          </p:cNvPr>
          <p:cNvGrpSpPr/>
          <p:nvPr/>
        </p:nvGrpSpPr>
        <p:grpSpPr>
          <a:xfrm>
            <a:off x="8066063" y="2536398"/>
            <a:ext cx="1337110" cy="2476983"/>
            <a:chOff x="2054944" y="1446834"/>
            <a:chExt cx="1337110" cy="2476983"/>
          </a:xfrm>
        </p:grpSpPr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C339C217-CB0F-2908-0D8B-AB4803A4C99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F6A45CC7-0CB9-92B8-1FB0-B78917B285C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71EDA86-AFE6-09BF-AFE2-3679992F23E9}"/>
              </a:ext>
            </a:extLst>
          </p:cNvPr>
          <p:cNvGrpSpPr/>
          <p:nvPr/>
        </p:nvGrpSpPr>
        <p:grpSpPr>
          <a:xfrm>
            <a:off x="7397508" y="2536398"/>
            <a:ext cx="1337110" cy="2476983"/>
            <a:chOff x="2054944" y="1446834"/>
            <a:chExt cx="1337110" cy="2476983"/>
          </a:xfrm>
        </p:grpSpPr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7B34A320-A323-1E77-D70E-07762CBB9BAB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65A72A90-CC79-9292-ED93-8E3B401BB362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9A10F4B-4D00-CD73-1D2D-8FB5A0832DCE}"/>
              </a:ext>
            </a:extLst>
          </p:cNvPr>
          <p:cNvGrpSpPr/>
          <p:nvPr/>
        </p:nvGrpSpPr>
        <p:grpSpPr>
          <a:xfrm>
            <a:off x="6728953" y="2536398"/>
            <a:ext cx="1337110" cy="2476983"/>
            <a:chOff x="2054944" y="1446834"/>
            <a:chExt cx="1337110" cy="2476983"/>
          </a:xfrm>
        </p:grpSpPr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B29EA791-CBD9-A07C-899E-E7D4200FBCDB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4C28BC74-9BEF-751A-5FC2-4C9F328626B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AE20285-E05C-D759-5F84-771AF711FE48}"/>
              </a:ext>
            </a:extLst>
          </p:cNvPr>
          <p:cNvGrpSpPr/>
          <p:nvPr/>
        </p:nvGrpSpPr>
        <p:grpSpPr>
          <a:xfrm>
            <a:off x="6060398" y="2536397"/>
            <a:ext cx="1337110" cy="2476983"/>
            <a:chOff x="2054944" y="1446834"/>
            <a:chExt cx="1337110" cy="2476983"/>
          </a:xfrm>
        </p:grpSpPr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89C57899-754C-2402-C66C-6A663D796F1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E76CC86C-78F4-88BE-7565-53492784CA3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621D71F-C1BB-BB8C-0A43-DDE7DC0CFBC0}"/>
              </a:ext>
            </a:extLst>
          </p:cNvPr>
          <p:cNvGrpSpPr/>
          <p:nvPr/>
        </p:nvGrpSpPr>
        <p:grpSpPr>
          <a:xfrm>
            <a:off x="5391843" y="2536396"/>
            <a:ext cx="1337110" cy="2476983"/>
            <a:chOff x="2054944" y="1446834"/>
            <a:chExt cx="1337110" cy="2476983"/>
          </a:xfrm>
        </p:grpSpPr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F24C6C68-A8AE-7B4D-3F3E-72D4A163450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E157E71B-156E-E02F-54EC-E84DFFEF129C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366ED3-2075-8A36-D269-3D07D3E38236}"/>
              </a:ext>
            </a:extLst>
          </p:cNvPr>
          <p:cNvGrpSpPr/>
          <p:nvPr/>
        </p:nvGrpSpPr>
        <p:grpSpPr>
          <a:xfrm>
            <a:off x="4723288" y="2536396"/>
            <a:ext cx="1337110" cy="2476983"/>
            <a:chOff x="2054944" y="1446834"/>
            <a:chExt cx="1337110" cy="2476983"/>
          </a:xfrm>
        </p:grpSpPr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906CADF9-E6F2-C0B8-DEDD-6748B53A938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6E12A57C-8072-068C-F939-B7CC8050C38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1FCA1365-2A97-6C95-F871-C340C00B413D}"/>
              </a:ext>
            </a:extLst>
          </p:cNvPr>
          <p:cNvGrpSpPr/>
          <p:nvPr/>
        </p:nvGrpSpPr>
        <p:grpSpPr>
          <a:xfrm>
            <a:off x="4054733" y="2536396"/>
            <a:ext cx="1337110" cy="2476983"/>
            <a:chOff x="2054944" y="1446834"/>
            <a:chExt cx="1337110" cy="2476983"/>
          </a:xfrm>
        </p:grpSpPr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92B6C4D3-A265-41D4-EEF7-7CCA6F2799E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9C608896-9741-3A8C-BEAC-42B296F974F2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099C9FB5-CFE1-A42B-330B-806D5FA0C433}"/>
              </a:ext>
            </a:extLst>
          </p:cNvPr>
          <p:cNvGrpSpPr/>
          <p:nvPr/>
        </p:nvGrpSpPr>
        <p:grpSpPr>
          <a:xfrm>
            <a:off x="3386178" y="2536396"/>
            <a:ext cx="1337110" cy="2476983"/>
            <a:chOff x="2054944" y="1446834"/>
            <a:chExt cx="1337110" cy="2476983"/>
          </a:xfrm>
        </p:grpSpPr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53182D5F-5601-420E-7CA5-6AE684AECC26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1EDD0EF2-8EBE-2EE6-FADC-24B5CBE3534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E8588B93-81AC-7A1F-DAED-758413934B15}"/>
              </a:ext>
            </a:extLst>
          </p:cNvPr>
          <p:cNvGrpSpPr/>
          <p:nvPr/>
        </p:nvGrpSpPr>
        <p:grpSpPr>
          <a:xfrm>
            <a:off x="2717623" y="2536396"/>
            <a:ext cx="1337110" cy="2476983"/>
            <a:chOff x="2054944" y="1446834"/>
            <a:chExt cx="1337110" cy="2476983"/>
          </a:xfrm>
        </p:grpSpPr>
        <p:sp>
          <p:nvSpPr>
            <p:cNvPr id="84" name="Arc 83">
              <a:extLst>
                <a:ext uri="{FF2B5EF4-FFF2-40B4-BE49-F238E27FC236}">
                  <a16:creationId xmlns:a16="http://schemas.microsoft.com/office/drawing/2014/main" id="{D57EC6BD-A213-6E0F-121D-2E2CA128294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A2667822-D796-4B49-76CC-16A8A14B66C5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A18B72-0A13-23F7-F1D0-8C042FD0F198}"/>
              </a:ext>
            </a:extLst>
          </p:cNvPr>
          <p:cNvGrpSpPr/>
          <p:nvPr/>
        </p:nvGrpSpPr>
        <p:grpSpPr>
          <a:xfrm>
            <a:off x="2049068" y="2536395"/>
            <a:ext cx="1337110" cy="2476983"/>
            <a:chOff x="2054944" y="1446834"/>
            <a:chExt cx="1337110" cy="2476983"/>
          </a:xfrm>
        </p:grpSpPr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0357965D-9269-955A-20E6-548D4C4CA64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4C098A4A-D2BB-7518-A2A6-51F24BB6CEF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27156BF-CA6F-7D02-2470-95B34A8C74A9}"/>
              </a:ext>
            </a:extLst>
          </p:cNvPr>
          <p:cNvGrpSpPr/>
          <p:nvPr/>
        </p:nvGrpSpPr>
        <p:grpSpPr>
          <a:xfrm>
            <a:off x="1380513" y="2536394"/>
            <a:ext cx="1337110" cy="2476983"/>
            <a:chOff x="2054944" y="1446834"/>
            <a:chExt cx="1337110" cy="2476983"/>
          </a:xfrm>
        </p:grpSpPr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9F6ECE65-4199-F9C5-219F-6392FFB8623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DD4002C3-3259-E7F7-0D3F-AD60CACEF4FB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2E85888F-DB40-E99C-798D-6F1F2EA24197}"/>
              </a:ext>
            </a:extLst>
          </p:cNvPr>
          <p:cNvGrpSpPr/>
          <p:nvPr/>
        </p:nvGrpSpPr>
        <p:grpSpPr>
          <a:xfrm>
            <a:off x="711958" y="2536394"/>
            <a:ext cx="1337110" cy="2476983"/>
            <a:chOff x="2054944" y="1446834"/>
            <a:chExt cx="1337110" cy="2476983"/>
          </a:xfrm>
        </p:grpSpPr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869EB96D-08EB-BFB2-2E7D-E5F03877FAC6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B7DC359F-769F-C544-BF0B-F10E2A1EB645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3F53C841-900B-8B4D-4B66-3CD60C776A12}"/>
              </a:ext>
            </a:extLst>
          </p:cNvPr>
          <p:cNvGrpSpPr/>
          <p:nvPr/>
        </p:nvGrpSpPr>
        <p:grpSpPr>
          <a:xfrm>
            <a:off x="8066063" y="1668291"/>
            <a:ext cx="1337110" cy="2476983"/>
            <a:chOff x="2054944" y="1446834"/>
            <a:chExt cx="1337110" cy="2476983"/>
          </a:xfrm>
        </p:grpSpPr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C88F2676-E6DC-D538-AD9B-135A698C0B99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2F3B7BE0-AF19-D7E3-6825-D3B78915FC9C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8007B07-FFC9-EA0D-4ACF-D36AC657A931}"/>
              </a:ext>
            </a:extLst>
          </p:cNvPr>
          <p:cNvGrpSpPr/>
          <p:nvPr/>
        </p:nvGrpSpPr>
        <p:grpSpPr>
          <a:xfrm>
            <a:off x="7397508" y="1668291"/>
            <a:ext cx="1337110" cy="2476983"/>
            <a:chOff x="2054944" y="1446834"/>
            <a:chExt cx="1337110" cy="2476983"/>
          </a:xfrm>
        </p:grpSpPr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F275F787-DFE6-82B1-FB3F-7C442EE1F74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33AC5A72-5319-CB8C-A717-AF2FAEA2174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C612279E-4626-FA0E-D21D-CE5BEE03AF32}"/>
              </a:ext>
            </a:extLst>
          </p:cNvPr>
          <p:cNvGrpSpPr/>
          <p:nvPr/>
        </p:nvGrpSpPr>
        <p:grpSpPr>
          <a:xfrm>
            <a:off x="6728953" y="1668291"/>
            <a:ext cx="1337110" cy="2476983"/>
            <a:chOff x="2054944" y="1446834"/>
            <a:chExt cx="1337110" cy="2476983"/>
          </a:xfrm>
        </p:grpSpPr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5D1B3394-109D-DF1E-BDAA-FB084D86EF9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9AC27BDE-3DC7-1D15-0361-0AFBB82F794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ACDAAD9-C54A-1229-5272-E444DA471CE1}"/>
              </a:ext>
            </a:extLst>
          </p:cNvPr>
          <p:cNvGrpSpPr/>
          <p:nvPr/>
        </p:nvGrpSpPr>
        <p:grpSpPr>
          <a:xfrm>
            <a:off x="6060398" y="1668290"/>
            <a:ext cx="1337110" cy="2476983"/>
            <a:chOff x="2054944" y="1446834"/>
            <a:chExt cx="1337110" cy="2476983"/>
          </a:xfrm>
        </p:grpSpPr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4C97E81B-430C-2AF7-7B93-07B3FD8A645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5156D045-76BA-C309-073E-922DD5EB2C5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C4410FC-2FE2-B00A-049E-DBEEF1C91D6D}"/>
              </a:ext>
            </a:extLst>
          </p:cNvPr>
          <p:cNvGrpSpPr/>
          <p:nvPr/>
        </p:nvGrpSpPr>
        <p:grpSpPr>
          <a:xfrm>
            <a:off x="5391843" y="1668289"/>
            <a:ext cx="1337110" cy="2476983"/>
            <a:chOff x="2054944" y="1446834"/>
            <a:chExt cx="1337110" cy="2476983"/>
          </a:xfrm>
        </p:grpSpPr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006009D3-FFCA-A786-81CE-136AF71E83D6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0CF8B706-34F2-3131-3C4F-B4BE3B0F37C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CFD3F24-1ED4-5E60-9744-F483E03CD91E}"/>
              </a:ext>
            </a:extLst>
          </p:cNvPr>
          <p:cNvGrpSpPr/>
          <p:nvPr/>
        </p:nvGrpSpPr>
        <p:grpSpPr>
          <a:xfrm>
            <a:off x="4723288" y="1668289"/>
            <a:ext cx="1337110" cy="2476983"/>
            <a:chOff x="2054944" y="1446834"/>
            <a:chExt cx="1337110" cy="2476983"/>
          </a:xfrm>
        </p:grpSpPr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BE444A20-07DA-944D-97D7-157BEE03414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3179C6E3-691A-0E6D-656D-7C4A8A7F4D54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230A57B5-474D-BE8B-D4CE-5C991C18B6B6}"/>
              </a:ext>
            </a:extLst>
          </p:cNvPr>
          <p:cNvGrpSpPr/>
          <p:nvPr/>
        </p:nvGrpSpPr>
        <p:grpSpPr>
          <a:xfrm>
            <a:off x="4054733" y="1668289"/>
            <a:ext cx="1337110" cy="2476983"/>
            <a:chOff x="2054944" y="1446834"/>
            <a:chExt cx="1337110" cy="2476983"/>
          </a:xfrm>
        </p:grpSpPr>
        <p:sp>
          <p:nvSpPr>
            <p:cNvPr id="114" name="Arc 113">
              <a:extLst>
                <a:ext uri="{FF2B5EF4-FFF2-40B4-BE49-F238E27FC236}">
                  <a16:creationId xmlns:a16="http://schemas.microsoft.com/office/drawing/2014/main" id="{73CCD60B-ECD7-2424-B9DA-DED3BC6867E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Arc 114">
              <a:extLst>
                <a:ext uri="{FF2B5EF4-FFF2-40B4-BE49-F238E27FC236}">
                  <a16:creationId xmlns:a16="http://schemas.microsoft.com/office/drawing/2014/main" id="{1C7BE563-110C-2ED0-5A91-E9D3C5DD8C4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2B36697-06E5-D181-9B40-790A438C90B6}"/>
              </a:ext>
            </a:extLst>
          </p:cNvPr>
          <p:cNvGrpSpPr/>
          <p:nvPr/>
        </p:nvGrpSpPr>
        <p:grpSpPr>
          <a:xfrm>
            <a:off x="3386178" y="1668289"/>
            <a:ext cx="1337110" cy="2476983"/>
            <a:chOff x="2054944" y="1446834"/>
            <a:chExt cx="1337110" cy="2476983"/>
          </a:xfrm>
        </p:grpSpPr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CC04413C-C1DF-2540-AE02-D68F249059A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CD342C2B-1926-DE5D-55DC-E3BE7BB13E0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A879EB8-1A2D-C798-EEFE-CA734B502E3A}"/>
              </a:ext>
            </a:extLst>
          </p:cNvPr>
          <p:cNvGrpSpPr/>
          <p:nvPr/>
        </p:nvGrpSpPr>
        <p:grpSpPr>
          <a:xfrm>
            <a:off x="2717623" y="1668289"/>
            <a:ext cx="1337110" cy="2476983"/>
            <a:chOff x="2054944" y="1446834"/>
            <a:chExt cx="1337110" cy="2476983"/>
          </a:xfrm>
        </p:grpSpPr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268B1D35-8127-9F79-5D27-0EEE285566B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C7206E90-51D7-ABBC-92BE-D8020BC53146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EC0A624-0C6D-3187-154B-2991444E32FF}"/>
              </a:ext>
            </a:extLst>
          </p:cNvPr>
          <p:cNvGrpSpPr/>
          <p:nvPr/>
        </p:nvGrpSpPr>
        <p:grpSpPr>
          <a:xfrm>
            <a:off x="2049068" y="1668288"/>
            <a:ext cx="1337110" cy="2476983"/>
            <a:chOff x="2054944" y="1446834"/>
            <a:chExt cx="1337110" cy="2476983"/>
          </a:xfrm>
        </p:grpSpPr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EC28411D-9694-728F-8B3D-F2925E73398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66DB5DA7-C15D-4B35-83B2-68611C790AB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1DD3909-119B-06C6-8EEB-F627984C3AE3}"/>
              </a:ext>
            </a:extLst>
          </p:cNvPr>
          <p:cNvGrpSpPr/>
          <p:nvPr/>
        </p:nvGrpSpPr>
        <p:grpSpPr>
          <a:xfrm>
            <a:off x="1380513" y="1668287"/>
            <a:ext cx="1337110" cy="2476983"/>
            <a:chOff x="2054944" y="1446834"/>
            <a:chExt cx="1337110" cy="2476983"/>
          </a:xfrm>
        </p:grpSpPr>
        <p:sp>
          <p:nvSpPr>
            <p:cNvPr id="126" name="Arc 125">
              <a:extLst>
                <a:ext uri="{FF2B5EF4-FFF2-40B4-BE49-F238E27FC236}">
                  <a16:creationId xmlns:a16="http://schemas.microsoft.com/office/drawing/2014/main" id="{4E0C2F6B-A418-D16A-1097-15377C5F595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Arc 126">
              <a:extLst>
                <a:ext uri="{FF2B5EF4-FFF2-40B4-BE49-F238E27FC236}">
                  <a16:creationId xmlns:a16="http://schemas.microsoft.com/office/drawing/2014/main" id="{6AD0D71A-F34E-BD9A-BB89-33E29B00494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26A71C91-6825-BFA0-FD88-E12E60C31090}"/>
              </a:ext>
            </a:extLst>
          </p:cNvPr>
          <p:cNvGrpSpPr/>
          <p:nvPr/>
        </p:nvGrpSpPr>
        <p:grpSpPr>
          <a:xfrm>
            <a:off x="711958" y="1668287"/>
            <a:ext cx="1337110" cy="2476983"/>
            <a:chOff x="2054944" y="1446834"/>
            <a:chExt cx="1337110" cy="2476983"/>
          </a:xfrm>
        </p:grpSpPr>
        <p:sp>
          <p:nvSpPr>
            <p:cNvPr id="129" name="Arc 128">
              <a:extLst>
                <a:ext uri="{FF2B5EF4-FFF2-40B4-BE49-F238E27FC236}">
                  <a16:creationId xmlns:a16="http://schemas.microsoft.com/office/drawing/2014/main" id="{BF3242A2-50AD-F64E-2EF8-5E0612DC88B8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8FAA0999-28E2-1714-5729-0EB8787653F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A758E3ED-A05E-D4C0-8B66-BCD20BD23E86}"/>
              </a:ext>
            </a:extLst>
          </p:cNvPr>
          <p:cNvGrpSpPr/>
          <p:nvPr/>
        </p:nvGrpSpPr>
        <p:grpSpPr>
          <a:xfrm>
            <a:off x="8066063" y="800188"/>
            <a:ext cx="1337110" cy="2476983"/>
            <a:chOff x="2054944" y="1446834"/>
            <a:chExt cx="1337110" cy="2476983"/>
          </a:xfrm>
        </p:grpSpPr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54E24102-AA76-835D-82D8-2BA59E30161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" name="Arc 168">
              <a:extLst>
                <a:ext uri="{FF2B5EF4-FFF2-40B4-BE49-F238E27FC236}">
                  <a16:creationId xmlns:a16="http://schemas.microsoft.com/office/drawing/2014/main" id="{4AF73C9A-CD65-4DA6-7928-7CC3979BC2D6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910FEA4E-2ABF-D073-E5A1-1F1ACE235DB6}"/>
              </a:ext>
            </a:extLst>
          </p:cNvPr>
          <p:cNvGrpSpPr/>
          <p:nvPr/>
        </p:nvGrpSpPr>
        <p:grpSpPr>
          <a:xfrm>
            <a:off x="7397508" y="800188"/>
            <a:ext cx="1337110" cy="2476983"/>
            <a:chOff x="2054944" y="1446834"/>
            <a:chExt cx="1337110" cy="2476983"/>
          </a:xfrm>
        </p:grpSpPr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E4692A16-EA4A-3C3E-87A9-8C10A11C3BD7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6B544F9E-DAB7-F521-C050-AE4C5F918C8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78907AA-8373-CF07-9FE6-7398EF881381}"/>
              </a:ext>
            </a:extLst>
          </p:cNvPr>
          <p:cNvGrpSpPr/>
          <p:nvPr/>
        </p:nvGrpSpPr>
        <p:grpSpPr>
          <a:xfrm>
            <a:off x="6728953" y="800188"/>
            <a:ext cx="1337110" cy="2476983"/>
            <a:chOff x="2054944" y="1446834"/>
            <a:chExt cx="1337110" cy="2476983"/>
          </a:xfrm>
        </p:grpSpPr>
        <p:sp>
          <p:nvSpPr>
            <p:cNvPr id="174" name="Arc 173">
              <a:extLst>
                <a:ext uri="{FF2B5EF4-FFF2-40B4-BE49-F238E27FC236}">
                  <a16:creationId xmlns:a16="http://schemas.microsoft.com/office/drawing/2014/main" id="{76492EF0-A783-2E8A-9C9F-C518303D2FE9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044063C3-5617-9563-0C4A-E56544C542D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DC3CF776-D094-583D-8101-D005846ADB94}"/>
              </a:ext>
            </a:extLst>
          </p:cNvPr>
          <p:cNvGrpSpPr/>
          <p:nvPr/>
        </p:nvGrpSpPr>
        <p:grpSpPr>
          <a:xfrm>
            <a:off x="6060398" y="800187"/>
            <a:ext cx="1337110" cy="2476983"/>
            <a:chOff x="2054944" y="1446834"/>
            <a:chExt cx="1337110" cy="2476983"/>
          </a:xfrm>
        </p:grpSpPr>
        <p:sp>
          <p:nvSpPr>
            <p:cNvPr id="177" name="Arc 176">
              <a:extLst>
                <a:ext uri="{FF2B5EF4-FFF2-40B4-BE49-F238E27FC236}">
                  <a16:creationId xmlns:a16="http://schemas.microsoft.com/office/drawing/2014/main" id="{372AF213-2DED-1A9C-EEB4-0FDD7CFFDD1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8EAD764D-BEFF-AA28-0D10-4A5EED8187B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3532FA69-3888-02E0-A8D5-44C52FDB82D0}"/>
              </a:ext>
            </a:extLst>
          </p:cNvPr>
          <p:cNvGrpSpPr/>
          <p:nvPr/>
        </p:nvGrpSpPr>
        <p:grpSpPr>
          <a:xfrm>
            <a:off x="5391843" y="800186"/>
            <a:ext cx="1337110" cy="2476983"/>
            <a:chOff x="2054944" y="1446834"/>
            <a:chExt cx="1337110" cy="2476983"/>
          </a:xfrm>
        </p:grpSpPr>
        <p:sp>
          <p:nvSpPr>
            <p:cNvPr id="180" name="Arc 179">
              <a:extLst>
                <a:ext uri="{FF2B5EF4-FFF2-40B4-BE49-F238E27FC236}">
                  <a16:creationId xmlns:a16="http://schemas.microsoft.com/office/drawing/2014/main" id="{B0C7A805-E356-4BBD-F488-6000261E258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Arc 180">
              <a:extLst>
                <a:ext uri="{FF2B5EF4-FFF2-40B4-BE49-F238E27FC236}">
                  <a16:creationId xmlns:a16="http://schemas.microsoft.com/office/drawing/2014/main" id="{41DB1AFD-746C-490F-F67E-8D0BBB6D07E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F6C8CAFA-631F-979F-DEF5-EEF0B308C46A}"/>
              </a:ext>
            </a:extLst>
          </p:cNvPr>
          <p:cNvGrpSpPr/>
          <p:nvPr/>
        </p:nvGrpSpPr>
        <p:grpSpPr>
          <a:xfrm>
            <a:off x="4723288" y="800186"/>
            <a:ext cx="1337110" cy="2476983"/>
            <a:chOff x="2054944" y="1446834"/>
            <a:chExt cx="1337110" cy="2476983"/>
          </a:xfrm>
        </p:grpSpPr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83F35B89-95AF-BB4D-1954-7ECCB879001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8A7311B0-4ECE-2A90-EDA3-FB48132A150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B4E7135D-2892-310A-327F-8EB8B8EDD4DD}"/>
              </a:ext>
            </a:extLst>
          </p:cNvPr>
          <p:cNvGrpSpPr/>
          <p:nvPr/>
        </p:nvGrpSpPr>
        <p:grpSpPr>
          <a:xfrm>
            <a:off x="4054733" y="800186"/>
            <a:ext cx="1337110" cy="2476983"/>
            <a:chOff x="2054944" y="1446834"/>
            <a:chExt cx="1337110" cy="2476983"/>
          </a:xfrm>
        </p:grpSpPr>
        <p:sp>
          <p:nvSpPr>
            <p:cNvPr id="186" name="Arc 185">
              <a:extLst>
                <a:ext uri="{FF2B5EF4-FFF2-40B4-BE49-F238E27FC236}">
                  <a16:creationId xmlns:a16="http://schemas.microsoft.com/office/drawing/2014/main" id="{27965B5D-D4ED-B18B-2758-B1DD3BA2C63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Arc 186">
              <a:extLst>
                <a:ext uri="{FF2B5EF4-FFF2-40B4-BE49-F238E27FC236}">
                  <a16:creationId xmlns:a16="http://schemas.microsoft.com/office/drawing/2014/main" id="{8E1890CE-F031-9DA1-1D92-A86B9C805CE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E0908F0-68C5-B8C1-D4E9-26448454394D}"/>
              </a:ext>
            </a:extLst>
          </p:cNvPr>
          <p:cNvGrpSpPr/>
          <p:nvPr/>
        </p:nvGrpSpPr>
        <p:grpSpPr>
          <a:xfrm>
            <a:off x="3386178" y="800186"/>
            <a:ext cx="1337110" cy="2476983"/>
            <a:chOff x="2054944" y="1446834"/>
            <a:chExt cx="1337110" cy="2476983"/>
          </a:xfrm>
        </p:grpSpPr>
        <p:sp>
          <p:nvSpPr>
            <p:cNvPr id="189" name="Arc 188">
              <a:extLst>
                <a:ext uri="{FF2B5EF4-FFF2-40B4-BE49-F238E27FC236}">
                  <a16:creationId xmlns:a16="http://schemas.microsoft.com/office/drawing/2014/main" id="{E6E85637-7CAF-82BE-729A-E4BB5F18DCA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Arc 189">
              <a:extLst>
                <a:ext uri="{FF2B5EF4-FFF2-40B4-BE49-F238E27FC236}">
                  <a16:creationId xmlns:a16="http://schemas.microsoft.com/office/drawing/2014/main" id="{5DA3160D-DC68-4549-97F3-9FC47F5AB24B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D8F917EC-B0E7-C3E2-6811-A41E36D5981C}"/>
              </a:ext>
            </a:extLst>
          </p:cNvPr>
          <p:cNvGrpSpPr/>
          <p:nvPr/>
        </p:nvGrpSpPr>
        <p:grpSpPr>
          <a:xfrm>
            <a:off x="9846635" y="-518933"/>
            <a:ext cx="1337110" cy="2476983"/>
            <a:chOff x="2054944" y="1446834"/>
            <a:chExt cx="1337110" cy="2476983"/>
          </a:xfrm>
        </p:grpSpPr>
        <p:sp>
          <p:nvSpPr>
            <p:cNvPr id="204" name="Arc 203">
              <a:extLst>
                <a:ext uri="{FF2B5EF4-FFF2-40B4-BE49-F238E27FC236}">
                  <a16:creationId xmlns:a16="http://schemas.microsoft.com/office/drawing/2014/main" id="{BC619F33-2C6A-D507-AFA1-27290C31A8A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Arc 204">
              <a:extLst>
                <a:ext uri="{FF2B5EF4-FFF2-40B4-BE49-F238E27FC236}">
                  <a16:creationId xmlns:a16="http://schemas.microsoft.com/office/drawing/2014/main" id="{7941147F-1AC6-3084-D743-FFA6FAEED34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62D8C96-61A0-5E53-A0F0-7711E76C4D7B}"/>
              </a:ext>
            </a:extLst>
          </p:cNvPr>
          <p:cNvGrpSpPr/>
          <p:nvPr/>
        </p:nvGrpSpPr>
        <p:grpSpPr>
          <a:xfrm>
            <a:off x="10174263" y="2461348"/>
            <a:ext cx="1337110" cy="2476983"/>
            <a:chOff x="2054944" y="1446834"/>
            <a:chExt cx="1337110" cy="2476983"/>
          </a:xfrm>
        </p:grpSpPr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5AE86F77-E1A2-FF01-0E46-AE6AF1DEFB0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6205869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7832B1D2-086C-1BDA-6545-693C9D15AAA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6247428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494690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A9AC2-6102-FD88-00C5-BA52E7E5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10759CA-8D42-C452-1AB6-15E1839BA40E}"/>
              </a:ext>
            </a:extLst>
          </p:cNvPr>
          <p:cNvGrpSpPr/>
          <p:nvPr/>
        </p:nvGrpSpPr>
        <p:grpSpPr>
          <a:xfrm>
            <a:off x="9031263" y="3267918"/>
            <a:ext cx="1337110" cy="2476983"/>
            <a:chOff x="2054944" y="1446834"/>
            <a:chExt cx="1337110" cy="2476983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A1A963D2-CF88-1DE7-E793-F9AE75A2C858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6C58220E-1727-2283-FA27-93B8B9769B8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4D20EE3-11E3-7E12-23E5-47515330D6B4}"/>
              </a:ext>
            </a:extLst>
          </p:cNvPr>
          <p:cNvGrpSpPr/>
          <p:nvPr/>
        </p:nvGrpSpPr>
        <p:grpSpPr>
          <a:xfrm>
            <a:off x="8362708" y="3267918"/>
            <a:ext cx="1337110" cy="2476983"/>
            <a:chOff x="2054944" y="1446834"/>
            <a:chExt cx="1337110" cy="2476983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B370ADFC-1020-259B-6D57-CB7888DCBF7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EBC67BB7-BFC7-99E0-0D38-C48CA203363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E43B031-9E06-180D-8A76-E0B4DBA6B86E}"/>
              </a:ext>
            </a:extLst>
          </p:cNvPr>
          <p:cNvGrpSpPr/>
          <p:nvPr/>
        </p:nvGrpSpPr>
        <p:grpSpPr>
          <a:xfrm>
            <a:off x="7694153" y="3267918"/>
            <a:ext cx="1337110" cy="2476983"/>
            <a:chOff x="2054944" y="1446834"/>
            <a:chExt cx="1337110" cy="2476983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1C01130F-65EE-8EE4-70EF-FBC57322DC1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7C482A93-4D3C-074E-3DD6-0239E63717A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79D08FF-6550-819D-C9F6-92D981720FFD}"/>
              </a:ext>
            </a:extLst>
          </p:cNvPr>
          <p:cNvGrpSpPr/>
          <p:nvPr/>
        </p:nvGrpSpPr>
        <p:grpSpPr>
          <a:xfrm>
            <a:off x="7025598" y="3267917"/>
            <a:ext cx="1337110" cy="2476983"/>
            <a:chOff x="2054944" y="1446834"/>
            <a:chExt cx="1337110" cy="2476983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5BCD146F-03DC-99EB-71E0-16E073FAC748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3288D20B-4070-2FA8-01ED-73C4329103E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BE807C2-EA0D-BB4D-C7F8-9F8BEF77EEE1}"/>
              </a:ext>
            </a:extLst>
          </p:cNvPr>
          <p:cNvGrpSpPr/>
          <p:nvPr/>
        </p:nvGrpSpPr>
        <p:grpSpPr>
          <a:xfrm>
            <a:off x="6357043" y="3267916"/>
            <a:ext cx="1337110" cy="2476983"/>
            <a:chOff x="2054944" y="1446834"/>
            <a:chExt cx="1337110" cy="2476983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B0689EFF-CE81-2492-D004-EB44649CD9E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FA378F27-CBAB-790B-69E9-CA39831C652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31A5678-A510-402A-9BBC-99FE39137409}"/>
              </a:ext>
            </a:extLst>
          </p:cNvPr>
          <p:cNvGrpSpPr/>
          <p:nvPr/>
        </p:nvGrpSpPr>
        <p:grpSpPr>
          <a:xfrm>
            <a:off x="5688488" y="3267916"/>
            <a:ext cx="1337110" cy="2476983"/>
            <a:chOff x="2054944" y="1446834"/>
            <a:chExt cx="1337110" cy="2476983"/>
          </a:xfrm>
        </p:grpSpPr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9555ABE6-2BA0-C720-2E55-F6902205871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A56B4CDD-7C96-AB14-75FF-975AC92096DC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9317E78B-C18C-3A88-1016-B7F8CFB77925}"/>
              </a:ext>
            </a:extLst>
          </p:cNvPr>
          <p:cNvGrpSpPr/>
          <p:nvPr/>
        </p:nvGrpSpPr>
        <p:grpSpPr>
          <a:xfrm>
            <a:off x="5019933" y="3267916"/>
            <a:ext cx="1337110" cy="2476983"/>
            <a:chOff x="2054944" y="1446834"/>
            <a:chExt cx="1337110" cy="2476983"/>
          </a:xfrm>
        </p:grpSpPr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BBDEBC04-6BC7-4C6A-6269-CAFBE511190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F4718D44-473C-7612-529E-5D33246CE4F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8A83BB9-5AE0-E608-66EC-39DAF171EBFC}"/>
              </a:ext>
            </a:extLst>
          </p:cNvPr>
          <p:cNvGrpSpPr/>
          <p:nvPr/>
        </p:nvGrpSpPr>
        <p:grpSpPr>
          <a:xfrm>
            <a:off x="4351378" y="3267916"/>
            <a:ext cx="1337110" cy="2476983"/>
            <a:chOff x="2054944" y="1446834"/>
            <a:chExt cx="1337110" cy="2476983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E9D1E4D0-2262-E304-841E-83F74E5D0C9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3FBD25C2-0DD2-C71D-CD1B-1AF38C51BBA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F452F82-43BC-3E46-2DD3-AFEC09D649E9}"/>
              </a:ext>
            </a:extLst>
          </p:cNvPr>
          <p:cNvGrpSpPr/>
          <p:nvPr/>
        </p:nvGrpSpPr>
        <p:grpSpPr>
          <a:xfrm>
            <a:off x="3682823" y="3267916"/>
            <a:ext cx="1337110" cy="2476983"/>
            <a:chOff x="2054944" y="1446834"/>
            <a:chExt cx="1337110" cy="2476983"/>
          </a:xfrm>
        </p:grpSpPr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A121B13A-1DB1-2D07-815F-D7AD5F05136B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802CF278-4D92-FA9A-885A-84BAEC8980E2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5478C01-D454-5E3E-634A-AA10CA2B3CA1}"/>
              </a:ext>
            </a:extLst>
          </p:cNvPr>
          <p:cNvGrpSpPr/>
          <p:nvPr/>
        </p:nvGrpSpPr>
        <p:grpSpPr>
          <a:xfrm>
            <a:off x="3014268" y="3267915"/>
            <a:ext cx="1337110" cy="2476983"/>
            <a:chOff x="2054944" y="1446834"/>
            <a:chExt cx="1337110" cy="2476983"/>
          </a:xfrm>
        </p:grpSpPr>
        <p:sp>
          <p:nvSpPr>
            <p:cNvPr id="51" name="Arc 50">
              <a:extLst>
                <a:ext uri="{FF2B5EF4-FFF2-40B4-BE49-F238E27FC236}">
                  <a16:creationId xmlns:a16="http://schemas.microsoft.com/office/drawing/2014/main" id="{75DC1ED4-5FC4-3999-9B4E-7317D27B824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Arc 51">
              <a:extLst>
                <a:ext uri="{FF2B5EF4-FFF2-40B4-BE49-F238E27FC236}">
                  <a16:creationId xmlns:a16="http://schemas.microsoft.com/office/drawing/2014/main" id="{C363A91D-C795-B61E-5048-3FC33C9BB6D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6319FB0A-8ABE-94AB-ECC0-586D000E4B4F}"/>
              </a:ext>
            </a:extLst>
          </p:cNvPr>
          <p:cNvGrpSpPr/>
          <p:nvPr/>
        </p:nvGrpSpPr>
        <p:grpSpPr>
          <a:xfrm>
            <a:off x="2345713" y="3267914"/>
            <a:ext cx="1337110" cy="2476983"/>
            <a:chOff x="2054944" y="1446834"/>
            <a:chExt cx="1337110" cy="2476983"/>
          </a:xfrm>
        </p:grpSpPr>
        <p:sp>
          <p:nvSpPr>
            <p:cNvPr id="54" name="Arc 53">
              <a:extLst>
                <a:ext uri="{FF2B5EF4-FFF2-40B4-BE49-F238E27FC236}">
                  <a16:creationId xmlns:a16="http://schemas.microsoft.com/office/drawing/2014/main" id="{D9B65BD4-AE1E-8FFC-43AA-775FF3411E04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Arc 54">
              <a:extLst>
                <a:ext uri="{FF2B5EF4-FFF2-40B4-BE49-F238E27FC236}">
                  <a16:creationId xmlns:a16="http://schemas.microsoft.com/office/drawing/2014/main" id="{AB2E48D7-CBD0-75BD-2D48-CB82E0C8B6C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AE0DC5C-5F4D-C12A-48EC-FAAFF207EDA3}"/>
              </a:ext>
            </a:extLst>
          </p:cNvPr>
          <p:cNvGrpSpPr/>
          <p:nvPr/>
        </p:nvGrpSpPr>
        <p:grpSpPr>
          <a:xfrm>
            <a:off x="1677158" y="3267914"/>
            <a:ext cx="1337110" cy="2476983"/>
            <a:chOff x="2054944" y="1446834"/>
            <a:chExt cx="1337110" cy="2476983"/>
          </a:xfrm>
        </p:grpSpPr>
        <p:sp>
          <p:nvSpPr>
            <p:cNvPr id="57" name="Arc 56">
              <a:extLst>
                <a:ext uri="{FF2B5EF4-FFF2-40B4-BE49-F238E27FC236}">
                  <a16:creationId xmlns:a16="http://schemas.microsoft.com/office/drawing/2014/main" id="{C0E65246-7044-BD1C-C876-0C87EA203A3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" name="Arc 57">
              <a:extLst>
                <a:ext uri="{FF2B5EF4-FFF2-40B4-BE49-F238E27FC236}">
                  <a16:creationId xmlns:a16="http://schemas.microsoft.com/office/drawing/2014/main" id="{5725AC86-0258-35BC-8540-9D8FAAFA345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3590DC8-D83D-8C8E-6C68-DAC85367E904}"/>
              </a:ext>
            </a:extLst>
          </p:cNvPr>
          <p:cNvGrpSpPr/>
          <p:nvPr/>
        </p:nvGrpSpPr>
        <p:grpSpPr>
          <a:xfrm>
            <a:off x="9031263" y="2536398"/>
            <a:ext cx="1337110" cy="2476983"/>
            <a:chOff x="2054944" y="1446834"/>
            <a:chExt cx="1337110" cy="2476983"/>
          </a:xfrm>
        </p:grpSpPr>
        <p:sp>
          <p:nvSpPr>
            <p:cNvPr id="60" name="Arc 59">
              <a:extLst>
                <a:ext uri="{FF2B5EF4-FFF2-40B4-BE49-F238E27FC236}">
                  <a16:creationId xmlns:a16="http://schemas.microsoft.com/office/drawing/2014/main" id="{9075FD61-F8F5-A351-10A7-A023DB3C6A7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Arc 60">
              <a:extLst>
                <a:ext uri="{FF2B5EF4-FFF2-40B4-BE49-F238E27FC236}">
                  <a16:creationId xmlns:a16="http://schemas.microsoft.com/office/drawing/2014/main" id="{9D652183-81A2-F52D-C97E-6A4538CA292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ABC94A7-165F-21C3-F986-51A0A1604623}"/>
              </a:ext>
            </a:extLst>
          </p:cNvPr>
          <p:cNvGrpSpPr/>
          <p:nvPr/>
        </p:nvGrpSpPr>
        <p:grpSpPr>
          <a:xfrm>
            <a:off x="8362708" y="2536398"/>
            <a:ext cx="1337110" cy="2476983"/>
            <a:chOff x="2054944" y="1446834"/>
            <a:chExt cx="1337110" cy="2476983"/>
          </a:xfrm>
        </p:grpSpPr>
        <p:sp>
          <p:nvSpPr>
            <p:cNvPr id="63" name="Arc 62">
              <a:extLst>
                <a:ext uri="{FF2B5EF4-FFF2-40B4-BE49-F238E27FC236}">
                  <a16:creationId xmlns:a16="http://schemas.microsoft.com/office/drawing/2014/main" id="{FEE6DA98-BCED-4994-6EBA-3BFD1D5A051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" name="Arc 63">
              <a:extLst>
                <a:ext uri="{FF2B5EF4-FFF2-40B4-BE49-F238E27FC236}">
                  <a16:creationId xmlns:a16="http://schemas.microsoft.com/office/drawing/2014/main" id="{CDC75F04-ED5C-F756-356A-DE733EEA472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0261FB3-7266-AE55-9356-6C9F9C5B0EC1}"/>
              </a:ext>
            </a:extLst>
          </p:cNvPr>
          <p:cNvGrpSpPr/>
          <p:nvPr/>
        </p:nvGrpSpPr>
        <p:grpSpPr>
          <a:xfrm>
            <a:off x="7694153" y="2536398"/>
            <a:ext cx="1337110" cy="2476983"/>
            <a:chOff x="2054944" y="1446834"/>
            <a:chExt cx="1337110" cy="2476983"/>
          </a:xfrm>
        </p:grpSpPr>
        <p:sp>
          <p:nvSpPr>
            <p:cNvPr id="66" name="Arc 65">
              <a:extLst>
                <a:ext uri="{FF2B5EF4-FFF2-40B4-BE49-F238E27FC236}">
                  <a16:creationId xmlns:a16="http://schemas.microsoft.com/office/drawing/2014/main" id="{917B2B80-309D-708E-CE68-F761ADED8FC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" name="Arc 66">
              <a:extLst>
                <a:ext uri="{FF2B5EF4-FFF2-40B4-BE49-F238E27FC236}">
                  <a16:creationId xmlns:a16="http://schemas.microsoft.com/office/drawing/2014/main" id="{E8438BD8-6A51-C77E-FBEE-F1DA2BFC9A5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3DA30E7-4261-4C1F-F0F5-F0F533A1ECE6}"/>
              </a:ext>
            </a:extLst>
          </p:cNvPr>
          <p:cNvGrpSpPr/>
          <p:nvPr/>
        </p:nvGrpSpPr>
        <p:grpSpPr>
          <a:xfrm>
            <a:off x="7025598" y="2536397"/>
            <a:ext cx="1337110" cy="2476983"/>
            <a:chOff x="2054944" y="1446834"/>
            <a:chExt cx="1337110" cy="2476983"/>
          </a:xfrm>
        </p:grpSpPr>
        <p:sp>
          <p:nvSpPr>
            <p:cNvPr id="69" name="Arc 68">
              <a:extLst>
                <a:ext uri="{FF2B5EF4-FFF2-40B4-BE49-F238E27FC236}">
                  <a16:creationId xmlns:a16="http://schemas.microsoft.com/office/drawing/2014/main" id="{029B54C4-81B7-7D4F-B966-0754EBB83F0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" name="Arc 69">
              <a:extLst>
                <a:ext uri="{FF2B5EF4-FFF2-40B4-BE49-F238E27FC236}">
                  <a16:creationId xmlns:a16="http://schemas.microsoft.com/office/drawing/2014/main" id="{45BCD2DE-2AB0-8F83-3D7A-FE05CF106C0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B9BF4FD4-51EF-C9B3-4350-CC7D78AFC910}"/>
              </a:ext>
            </a:extLst>
          </p:cNvPr>
          <p:cNvGrpSpPr/>
          <p:nvPr/>
        </p:nvGrpSpPr>
        <p:grpSpPr>
          <a:xfrm>
            <a:off x="6357043" y="2536396"/>
            <a:ext cx="1337110" cy="2476983"/>
            <a:chOff x="2054944" y="1446834"/>
            <a:chExt cx="1337110" cy="2476983"/>
          </a:xfrm>
        </p:grpSpPr>
        <p:sp>
          <p:nvSpPr>
            <p:cNvPr id="72" name="Arc 71">
              <a:extLst>
                <a:ext uri="{FF2B5EF4-FFF2-40B4-BE49-F238E27FC236}">
                  <a16:creationId xmlns:a16="http://schemas.microsoft.com/office/drawing/2014/main" id="{098EC938-DDCA-3AC8-D070-D1789283CED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" name="Arc 72">
              <a:extLst>
                <a:ext uri="{FF2B5EF4-FFF2-40B4-BE49-F238E27FC236}">
                  <a16:creationId xmlns:a16="http://schemas.microsoft.com/office/drawing/2014/main" id="{594731DF-3EFE-61AF-7476-2FDB393EB6E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BA20C88-423D-0F21-FB9C-10CC7F24EB2C}"/>
              </a:ext>
            </a:extLst>
          </p:cNvPr>
          <p:cNvGrpSpPr/>
          <p:nvPr/>
        </p:nvGrpSpPr>
        <p:grpSpPr>
          <a:xfrm>
            <a:off x="5688488" y="2536396"/>
            <a:ext cx="1337110" cy="2476983"/>
            <a:chOff x="2054944" y="1446834"/>
            <a:chExt cx="1337110" cy="2476983"/>
          </a:xfrm>
        </p:grpSpPr>
        <p:sp>
          <p:nvSpPr>
            <p:cNvPr id="75" name="Arc 74">
              <a:extLst>
                <a:ext uri="{FF2B5EF4-FFF2-40B4-BE49-F238E27FC236}">
                  <a16:creationId xmlns:a16="http://schemas.microsoft.com/office/drawing/2014/main" id="{CC6B5A3A-CB2A-C98D-D9C3-069643327A8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" name="Arc 75">
              <a:extLst>
                <a:ext uri="{FF2B5EF4-FFF2-40B4-BE49-F238E27FC236}">
                  <a16:creationId xmlns:a16="http://schemas.microsoft.com/office/drawing/2014/main" id="{E6E56B58-8ECD-85F3-BF3E-7C3BC2834F7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9B84488-71F5-F52D-9C15-3E8BBB83A59C}"/>
              </a:ext>
            </a:extLst>
          </p:cNvPr>
          <p:cNvGrpSpPr/>
          <p:nvPr/>
        </p:nvGrpSpPr>
        <p:grpSpPr>
          <a:xfrm>
            <a:off x="5019933" y="2536396"/>
            <a:ext cx="1337110" cy="2476983"/>
            <a:chOff x="2054944" y="1446834"/>
            <a:chExt cx="1337110" cy="2476983"/>
          </a:xfrm>
        </p:grpSpPr>
        <p:sp>
          <p:nvSpPr>
            <p:cNvPr id="78" name="Arc 77">
              <a:extLst>
                <a:ext uri="{FF2B5EF4-FFF2-40B4-BE49-F238E27FC236}">
                  <a16:creationId xmlns:a16="http://schemas.microsoft.com/office/drawing/2014/main" id="{B0FAA323-6DF2-18D5-6A6C-A727FCED4D0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" name="Arc 78">
              <a:extLst>
                <a:ext uri="{FF2B5EF4-FFF2-40B4-BE49-F238E27FC236}">
                  <a16:creationId xmlns:a16="http://schemas.microsoft.com/office/drawing/2014/main" id="{B248FB3E-3941-2FE6-B07A-2CCF008AD5E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FDF476DC-BB6E-C762-5227-FDF6B8DF224A}"/>
              </a:ext>
            </a:extLst>
          </p:cNvPr>
          <p:cNvGrpSpPr/>
          <p:nvPr/>
        </p:nvGrpSpPr>
        <p:grpSpPr>
          <a:xfrm>
            <a:off x="4351378" y="2536396"/>
            <a:ext cx="1337110" cy="2476983"/>
            <a:chOff x="2054944" y="1446834"/>
            <a:chExt cx="1337110" cy="2476983"/>
          </a:xfrm>
        </p:grpSpPr>
        <p:sp>
          <p:nvSpPr>
            <p:cNvPr id="81" name="Arc 80">
              <a:extLst>
                <a:ext uri="{FF2B5EF4-FFF2-40B4-BE49-F238E27FC236}">
                  <a16:creationId xmlns:a16="http://schemas.microsoft.com/office/drawing/2014/main" id="{EE9E7682-852F-A73C-826A-7448391FC1C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" name="Arc 81">
              <a:extLst>
                <a:ext uri="{FF2B5EF4-FFF2-40B4-BE49-F238E27FC236}">
                  <a16:creationId xmlns:a16="http://schemas.microsoft.com/office/drawing/2014/main" id="{61714048-D5D8-A07E-91C6-35D6E6D80E1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DA51CA9-30C1-C0BD-9AA7-C843BBAC6491}"/>
              </a:ext>
            </a:extLst>
          </p:cNvPr>
          <p:cNvGrpSpPr/>
          <p:nvPr/>
        </p:nvGrpSpPr>
        <p:grpSpPr>
          <a:xfrm>
            <a:off x="3682823" y="2536396"/>
            <a:ext cx="1337110" cy="2476983"/>
            <a:chOff x="2054944" y="1446834"/>
            <a:chExt cx="1337110" cy="2476983"/>
          </a:xfrm>
        </p:grpSpPr>
        <p:sp>
          <p:nvSpPr>
            <p:cNvPr id="84" name="Arc 83">
              <a:extLst>
                <a:ext uri="{FF2B5EF4-FFF2-40B4-BE49-F238E27FC236}">
                  <a16:creationId xmlns:a16="http://schemas.microsoft.com/office/drawing/2014/main" id="{4E95A8E5-FF6F-8061-F995-BADE26D8AA3B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52EB40F4-7256-7FCC-1C4D-FF93053E4FD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2DB9027-A255-2B39-C544-27F338783BED}"/>
              </a:ext>
            </a:extLst>
          </p:cNvPr>
          <p:cNvGrpSpPr/>
          <p:nvPr/>
        </p:nvGrpSpPr>
        <p:grpSpPr>
          <a:xfrm>
            <a:off x="3014268" y="2536395"/>
            <a:ext cx="1337110" cy="2476983"/>
            <a:chOff x="2054944" y="1446834"/>
            <a:chExt cx="1337110" cy="2476983"/>
          </a:xfrm>
        </p:grpSpPr>
        <p:sp>
          <p:nvSpPr>
            <p:cNvPr id="87" name="Arc 86">
              <a:extLst>
                <a:ext uri="{FF2B5EF4-FFF2-40B4-BE49-F238E27FC236}">
                  <a16:creationId xmlns:a16="http://schemas.microsoft.com/office/drawing/2014/main" id="{1E449F02-7E67-00DF-1D85-577D6E13AA5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Arc 87">
              <a:extLst>
                <a:ext uri="{FF2B5EF4-FFF2-40B4-BE49-F238E27FC236}">
                  <a16:creationId xmlns:a16="http://schemas.microsoft.com/office/drawing/2014/main" id="{B049A5BC-A527-4999-0B9A-41F3A3AFFF19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B392169-8489-7AB1-9B10-B86C7511F75E}"/>
              </a:ext>
            </a:extLst>
          </p:cNvPr>
          <p:cNvGrpSpPr/>
          <p:nvPr/>
        </p:nvGrpSpPr>
        <p:grpSpPr>
          <a:xfrm>
            <a:off x="2345713" y="2536394"/>
            <a:ext cx="1337110" cy="2476983"/>
            <a:chOff x="2054944" y="1446834"/>
            <a:chExt cx="1337110" cy="2476983"/>
          </a:xfrm>
        </p:grpSpPr>
        <p:sp>
          <p:nvSpPr>
            <p:cNvPr id="90" name="Arc 89">
              <a:extLst>
                <a:ext uri="{FF2B5EF4-FFF2-40B4-BE49-F238E27FC236}">
                  <a16:creationId xmlns:a16="http://schemas.microsoft.com/office/drawing/2014/main" id="{EBB983AF-9528-906B-980F-3F78BDB355C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Arc 90">
              <a:extLst>
                <a:ext uri="{FF2B5EF4-FFF2-40B4-BE49-F238E27FC236}">
                  <a16:creationId xmlns:a16="http://schemas.microsoft.com/office/drawing/2014/main" id="{8CE0F0AC-E359-363D-B7A5-894C51586C9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B2999D8-F05B-52E6-F4BC-8E39338AA8D4}"/>
              </a:ext>
            </a:extLst>
          </p:cNvPr>
          <p:cNvGrpSpPr/>
          <p:nvPr/>
        </p:nvGrpSpPr>
        <p:grpSpPr>
          <a:xfrm>
            <a:off x="1677158" y="2536394"/>
            <a:ext cx="1337110" cy="2476983"/>
            <a:chOff x="2054944" y="1446834"/>
            <a:chExt cx="1337110" cy="2476983"/>
          </a:xfrm>
        </p:grpSpPr>
        <p:sp>
          <p:nvSpPr>
            <p:cNvPr id="93" name="Arc 92">
              <a:extLst>
                <a:ext uri="{FF2B5EF4-FFF2-40B4-BE49-F238E27FC236}">
                  <a16:creationId xmlns:a16="http://schemas.microsoft.com/office/drawing/2014/main" id="{B56EC3D0-FFD5-2C47-4DE3-3F1D706962E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Arc 93">
              <a:extLst>
                <a:ext uri="{FF2B5EF4-FFF2-40B4-BE49-F238E27FC236}">
                  <a16:creationId xmlns:a16="http://schemas.microsoft.com/office/drawing/2014/main" id="{2A59059A-A7B3-AC2A-9221-4A82E5FAD5B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F2F6B3EA-E93C-D826-3CA7-0BF75DE85B47}"/>
              </a:ext>
            </a:extLst>
          </p:cNvPr>
          <p:cNvGrpSpPr/>
          <p:nvPr/>
        </p:nvGrpSpPr>
        <p:grpSpPr>
          <a:xfrm>
            <a:off x="9031263" y="1668291"/>
            <a:ext cx="1337110" cy="2476983"/>
            <a:chOff x="2054944" y="1446834"/>
            <a:chExt cx="1337110" cy="2476983"/>
          </a:xfrm>
        </p:grpSpPr>
        <p:sp>
          <p:nvSpPr>
            <p:cNvPr id="96" name="Arc 95">
              <a:extLst>
                <a:ext uri="{FF2B5EF4-FFF2-40B4-BE49-F238E27FC236}">
                  <a16:creationId xmlns:a16="http://schemas.microsoft.com/office/drawing/2014/main" id="{8E0412D8-ACA3-E297-2AA6-19546C953CC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Arc 96">
              <a:extLst>
                <a:ext uri="{FF2B5EF4-FFF2-40B4-BE49-F238E27FC236}">
                  <a16:creationId xmlns:a16="http://schemas.microsoft.com/office/drawing/2014/main" id="{DC06D8FF-7270-BF32-C39E-F4A3BFAE9C8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436C8397-83AD-D2D7-D73E-419AAE295956}"/>
              </a:ext>
            </a:extLst>
          </p:cNvPr>
          <p:cNvGrpSpPr/>
          <p:nvPr/>
        </p:nvGrpSpPr>
        <p:grpSpPr>
          <a:xfrm>
            <a:off x="8362708" y="1668291"/>
            <a:ext cx="1337110" cy="2476983"/>
            <a:chOff x="2054944" y="1446834"/>
            <a:chExt cx="1337110" cy="2476983"/>
          </a:xfrm>
        </p:grpSpPr>
        <p:sp>
          <p:nvSpPr>
            <p:cNvPr id="99" name="Arc 98">
              <a:extLst>
                <a:ext uri="{FF2B5EF4-FFF2-40B4-BE49-F238E27FC236}">
                  <a16:creationId xmlns:a16="http://schemas.microsoft.com/office/drawing/2014/main" id="{D914F77C-E5B7-41A8-F6EE-71352E585A8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Arc 99">
              <a:extLst>
                <a:ext uri="{FF2B5EF4-FFF2-40B4-BE49-F238E27FC236}">
                  <a16:creationId xmlns:a16="http://schemas.microsoft.com/office/drawing/2014/main" id="{25147BCE-00C9-4D13-0173-B2E38DE9420B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B897931-AE49-3E85-4336-8E2988F78D49}"/>
              </a:ext>
            </a:extLst>
          </p:cNvPr>
          <p:cNvGrpSpPr/>
          <p:nvPr/>
        </p:nvGrpSpPr>
        <p:grpSpPr>
          <a:xfrm>
            <a:off x="7694153" y="1668291"/>
            <a:ext cx="1337110" cy="2476983"/>
            <a:chOff x="2054944" y="1446834"/>
            <a:chExt cx="1337110" cy="2476983"/>
          </a:xfrm>
        </p:grpSpPr>
        <p:sp>
          <p:nvSpPr>
            <p:cNvPr id="102" name="Arc 101">
              <a:extLst>
                <a:ext uri="{FF2B5EF4-FFF2-40B4-BE49-F238E27FC236}">
                  <a16:creationId xmlns:a16="http://schemas.microsoft.com/office/drawing/2014/main" id="{50FA1BDE-1A7D-C8D9-13A9-74384825120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Arc 102">
              <a:extLst>
                <a:ext uri="{FF2B5EF4-FFF2-40B4-BE49-F238E27FC236}">
                  <a16:creationId xmlns:a16="http://schemas.microsoft.com/office/drawing/2014/main" id="{9EA0B1D0-208C-9D89-AC12-6206BBFE63F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4522A219-CB5A-8912-E19C-943729B4AF7D}"/>
              </a:ext>
            </a:extLst>
          </p:cNvPr>
          <p:cNvGrpSpPr/>
          <p:nvPr/>
        </p:nvGrpSpPr>
        <p:grpSpPr>
          <a:xfrm>
            <a:off x="7025598" y="1668290"/>
            <a:ext cx="1337110" cy="2476983"/>
            <a:chOff x="2054944" y="1446834"/>
            <a:chExt cx="1337110" cy="2476983"/>
          </a:xfrm>
        </p:grpSpPr>
        <p:sp>
          <p:nvSpPr>
            <p:cNvPr id="105" name="Arc 104">
              <a:extLst>
                <a:ext uri="{FF2B5EF4-FFF2-40B4-BE49-F238E27FC236}">
                  <a16:creationId xmlns:a16="http://schemas.microsoft.com/office/drawing/2014/main" id="{7AA266EA-4DB1-E696-999B-3B6AC50AAA6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Arc 105">
              <a:extLst>
                <a:ext uri="{FF2B5EF4-FFF2-40B4-BE49-F238E27FC236}">
                  <a16:creationId xmlns:a16="http://schemas.microsoft.com/office/drawing/2014/main" id="{15EDD0E3-6748-F3EE-B778-834FD9D3FF8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FDC03C7-E1C7-40E4-61AB-371D8A4C6F19}"/>
              </a:ext>
            </a:extLst>
          </p:cNvPr>
          <p:cNvGrpSpPr/>
          <p:nvPr/>
        </p:nvGrpSpPr>
        <p:grpSpPr>
          <a:xfrm>
            <a:off x="6357043" y="1668289"/>
            <a:ext cx="1337110" cy="2476983"/>
            <a:chOff x="2054944" y="1446834"/>
            <a:chExt cx="1337110" cy="2476983"/>
          </a:xfrm>
        </p:grpSpPr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76B03C67-CAC6-63BA-6EAB-C553E291ECC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Arc 108">
              <a:extLst>
                <a:ext uri="{FF2B5EF4-FFF2-40B4-BE49-F238E27FC236}">
                  <a16:creationId xmlns:a16="http://schemas.microsoft.com/office/drawing/2014/main" id="{B160D9A9-8ACD-9671-541F-FE26CDC33255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C46ABC48-6031-83D3-B590-8441CED0D69F}"/>
              </a:ext>
            </a:extLst>
          </p:cNvPr>
          <p:cNvGrpSpPr/>
          <p:nvPr/>
        </p:nvGrpSpPr>
        <p:grpSpPr>
          <a:xfrm>
            <a:off x="5688488" y="1668289"/>
            <a:ext cx="1337110" cy="2476983"/>
            <a:chOff x="2054944" y="1446834"/>
            <a:chExt cx="1337110" cy="2476983"/>
          </a:xfrm>
        </p:grpSpPr>
        <p:sp>
          <p:nvSpPr>
            <p:cNvPr id="111" name="Arc 110">
              <a:extLst>
                <a:ext uri="{FF2B5EF4-FFF2-40B4-BE49-F238E27FC236}">
                  <a16:creationId xmlns:a16="http://schemas.microsoft.com/office/drawing/2014/main" id="{C0188DB9-5618-37E5-A635-7B471D26FD0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Arc 111">
              <a:extLst>
                <a:ext uri="{FF2B5EF4-FFF2-40B4-BE49-F238E27FC236}">
                  <a16:creationId xmlns:a16="http://schemas.microsoft.com/office/drawing/2014/main" id="{67238C5C-BB15-4599-251D-BB4968B5945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A1B66D5-7530-5127-61C5-E5C7204C12F5}"/>
              </a:ext>
            </a:extLst>
          </p:cNvPr>
          <p:cNvGrpSpPr/>
          <p:nvPr/>
        </p:nvGrpSpPr>
        <p:grpSpPr>
          <a:xfrm>
            <a:off x="5019933" y="1668289"/>
            <a:ext cx="1337110" cy="2476983"/>
            <a:chOff x="2054944" y="1446834"/>
            <a:chExt cx="1337110" cy="2476983"/>
          </a:xfrm>
        </p:grpSpPr>
        <p:sp>
          <p:nvSpPr>
            <p:cNvPr id="114" name="Arc 113">
              <a:extLst>
                <a:ext uri="{FF2B5EF4-FFF2-40B4-BE49-F238E27FC236}">
                  <a16:creationId xmlns:a16="http://schemas.microsoft.com/office/drawing/2014/main" id="{8074C71C-5E86-FCBE-FED3-71C61CD9EC17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Arc 114">
              <a:extLst>
                <a:ext uri="{FF2B5EF4-FFF2-40B4-BE49-F238E27FC236}">
                  <a16:creationId xmlns:a16="http://schemas.microsoft.com/office/drawing/2014/main" id="{18241D51-0CC9-3C26-60E1-DD056CAEC61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2CE4C121-7AEB-F951-DA22-A478321406F4}"/>
              </a:ext>
            </a:extLst>
          </p:cNvPr>
          <p:cNvGrpSpPr/>
          <p:nvPr/>
        </p:nvGrpSpPr>
        <p:grpSpPr>
          <a:xfrm>
            <a:off x="4351378" y="1668289"/>
            <a:ext cx="1337110" cy="2476983"/>
            <a:chOff x="2054944" y="1446834"/>
            <a:chExt cx="1337110" cy="2476983"/>
          </a:xfrm>
        </p:grpSpPr>
        <p:sp>
          <p:nvSpPr>
            <p:cNvPr id="117" name="Arc 116">
              <a:extLst>
                <a:ext uri="{FF2B5EF4-FFF2-40B4-BE49-F238E27FC236}">
                  <a16:creationId xmlns:a16="http://schemas.microsoft.com/office/drawing/2014/main" id="{792C0FE3-5895-0334-FEDC-A27B44AD9529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Arc 117">
              <a:extLst>
                <a:ext uri="{FF2B5EF4-FFF2-40B4-BE49-F238E27FC236}">
                  <a16:creationId xmlns:a16="http://schemas.microsoft.com/office/drawing/2014/main" id="{F196CF51-1A67-EF72-85A3-F89055910A8B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66D01C69-284D-4221-F4A0-9A21DA799103}"/>
              </a:ext>
            </a:extLst>
          </p:cNvPr>
          <p:cNvGrpSpPr/>
          <p:nvPr/>
        </p:nvGrpSpPr>
        <p:grpSpPr>
          <a:xfrm>
            <a:off x="3682823" y="1668289"/>
            <a:ext cx="1337110" cy="2476983"/>
            <a:chOff x="2054944" y="1446834"/>
            <a:chExt cx="1337110" cy="2476983"/>
          </a:xfrm>
        </p:grpSpPr>
        <p:sp>
          <p:nvSpPr>
            <p:cNvPr id="120" name="Arc 119">
              <a:extLst>
                <a:ext uri="{FF2B5EF4-FFF2-40B4-BE49-F238E27FC236}">
                  <a16:creationId xmlns:a16="http://schemas.microsoft.com/office/drawing/2014/main" id="{B4A0CDA3-DD38-7C9C-19EC-51203D7369F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Arc 120">
              <a:extLst>
                <a:ext uri="{FF2B5EF4-FFF2-40B4-BE49-F238E27FC236}">
                  <a16:creationId xmlns:a16="http://schemas.microsoft.com/office/drawing/2014/main" id="{4C69B15E-0A26-795F-6841-25EEA92BD5C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2DF4E2C6-3732-60D2-90F4-538666911831}"/>
              </a:ext>
            </a:extLst>
          </p:cNvPr>
          <p:cNvGrpSpPr/>
          <p:nvPr/>
        </p:nvGrpSpPr>
        <p:grpSpPr>
          <a:xfrm>
            <a:off x="3014268" y="1668288"/>
            <a:ext cx="1337110" cy="2476983"/>
            <a:chOff x="2054944" y="1446834"/>
            <a:chExt cx="1337110" cy="2476983"/>
          </a:xfrm>
        </p:grpSpPr>
        <p:sp>
          <p:nvSpPr>
            <p:cNvPr id="123" name="Arc 122">
              <a:extLst>
                <a:ext uri="{FF2B5EF4-FFF2-40B4-BE49-F238E27FC236}">
                  <a16:creationId xmlns:a16="http://schemas.microsoft.com/office/drawing/2014/main" id="{BDA81283-F844-56AE-1345-D5B91D6E2904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Arc 123">
              <a:extLst>
                <a:ext uri="{FF2B5EF4-FFF2-40B4-BE49-F238E27FC236}">
                  <a16:creationId xmlns:a16="http://schemas.microsoft.com/office/drawing/2014/main" id="{F8DE7F5A-A5BB-2636-1995-BEE21A090342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D91D9C48-F954-A2B8-A364-05B6F5B54062}"/>
              </a:ext>
            </a:extLst>
          </p:cNvPr>
          <p:cNvGrpSpPr/>
          <p:nvPr/>
        </p:nvGrpSpPr>
        <p:grpSpPr>
          <a:xfrm>
            <a:off x="2345713" y="1668287"/>
            <a:ext cx="1337110" cy="2476983"/>
            <a:chOff x="2054944" y="1446834"/>
            <a:chExt cx="1337110" cy="2476983"/>
          </a:xfrm>
        </p:grpSpPr>
        <p:sp>
          <p:nvSpPr>
            <p:cNvPr id="126" name="Arc 125">
              <a:extLst>
                <a:ext uri="{FF2B5EF4-FFF2-40B4-BE49-F238E27FC236}">
                  <a16:creationId xmlns:a16="http://schemas.microsoft.com/office/drawing/2014/main" id="{F63E562E-36E1-5447-04C4-370BF14939DB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Arc 126">
              <a:extLst>
                <a:ext uri="{FF2B5EF4-FFF2-40B4-BE49-F238E27FC236}">
                  <a16:creationId xmlns:a16="http://schemas.microsoft.com/office/drawing/2014/main" id="{49ADD65D-6D62-9295-649C-ACA589C7CD8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695F363-E450-4969-55E7-50837CC92E1C}"/>
              </a:ext>
            </a:extLst>
          </p:cNvPr>
          <p:cNvGrpSpPr/>
          <p:nvPr/>
        </p:nvGrpSpPr>
        <p:grpSpPr>
          <a:xfrm>
            <a:off x="1677158" y="1668287"/>
            <a:ext cx="1337110" cy="2476983"/>
            <a:chOff x="2054944" y="1446834"/>
            <a:chExt cx="1337110" cy="2476983"/>
          </a:xfrm>
        </p:grpSpPr>
        <p:sp>
          <p:nvSpPr>
            <p:cNvPr id="129" name="Arc 128">
              <a:extLst>
                <a:ext uri="{FF2B5EF4-FFF2-40B4-BE49-F238E27FC236}">
                  <a16:creationId xmlns:a16="http://schemas.microsoft.com/office/drawing/2014/main" id="{81F0A67B-B9E9-612F-75AD-0BA9492660E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Arc 129">
              <a:extLst>
                <a:ext uri="{FF2B5EF4-FFF2-40B4-BE49-F238E27FC236}">
                  <a16:creationId xmlns:a16="http://schemas.microsoft.com/office/drawing/2014/main" id="{878A1906-01BE-5D2C-F6E9-F60FB5AF48CF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F88C6475-E83B-A303-A00F-4A1D088C9D1F}"/>
              </a:ext>
            </a:extLst>
          </p:cNvPr>
          <p:cNvGrpSpPr/>
          <p:nvPr/>
        </p:nvGrpSpPr>
        <p:grpSpPr>
          <a:xfrm>
            <a:off x="9031263" y="800188"/>
            <a:ext cx="1337110" cy="2476983"/>
            <a:chOff x="2054944" y="1446834"/>
            <a:chExt cx="1337110" cy="2476983"/>
          </a:xfrm>
        </p:grpSpPr>
        <p:sp>
          <p:nvSpPr>
            <p:cNvPr id="168" name="Arc 167">
              <a:extLst>
                <a:ext uri="{FF2B5EF4-FFF2-40B4-BE49-F238E27FC236}">
                  <a16:creationId xmlns:a16="http://schemas.microsoft.com/office/drawing/2014/main" id="{0DF9769C-D9A6-5B15-31DD-A3CC4FA9B557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" name="Arc 168">
              <a:extLst>
                <a:ext uri="{FF2B5EF4-FFF2-40B4-BE49-F238E27FC236}">
                  <a16:creationId xmlns:a16="http://schemas.microsoft.com/office/drawing/2014/main" id="{F27653F4-5F79-150B-736C-702CCCBFC64C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3046B933-8D42-64B5-EDDE-FD5CA3C30367}"/>
              </a:ext>
            </a:extLst>
          </p:cNvPr>
          <p:cNvGrpSpPr/>
          <p:nvPr/>
        </p:nvGrpSpPr>
        <p:grpSpPr>
          <a:xfrm>
            <a:off x="8362708" y="800188"/>
            <a:ext cx="1337110" cy="2476983"/>
            <a:chOff x="2054944" y="1446834"/>
            <a:chExt cx="1337110" cy="2476983"/>
          </a:xfrm>
        </p:grpSpPr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71AE04B6-4330-BBFC-ED91-C7A892E05EE5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" name="Arc 171">
              <a:extLst>
                <a:ext uri="{FF2B5EF4-FFF2-40B4-BE49-F238E27FC236}">
                  <a16:creationId xmlns:a16="http://schemas.microsoft.com/office/drawing/2014/main" id="{2679ECA8-0867-1408-5375-C97621408DB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B70E5E4B-ED8C-6EFB-5789-F58AAC47DB45}"/>
              </a:ext>
            </a:extLst>
          </p:cNvPr>
          <p:cNvGrpSpPr/>
          <p:nvPr/>
        </p:nvGrpSpPr>
        <p:grpSpPr>
          <a:xfrm>
            <a:off x="7694153" y="800188"/>
            <a:ext cx="1337110" cy="2476983"/>
            <a:chOff x="2054944" y="1446834"/>
            <a:chExt cx="1337110" cy="2476983"/>
          </a:xfrm>
        </p:grpSpPr>
        <p:sp>
          <p:nvSpPr>
            <p:cNvPr id="174" name="Arc 173">
              <a:extLst>
                <a:ext uri="{FF2B5EF4-FFF2-40B4-BE49-F238E27FC236}">
                  <a16:creationId xmlns:a16="http://schemas.microsoft.com/office/drawing/2014/main" id="{158C8556-B8C9-76B6-7FB0-11B08ED031FF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" name="Arc 174">
              <a:extLst>
                <a:ext uri="{FF2B5EF4-FFF2-40B4-BE49-F238E27FC236}">
                  <a16:creationId xmlns:a16="http://schemas.microsoft.com/office/drawing/2014/main" id="{1A3558F4-A997-9C25-AFAC-AEB34A316BF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4F843FD3-DC8F-4489-4B59-EE4124F768CE}"/>
              </a:ext>
            </a:extLst>
          </p:cNvPr>
          <p:cNvGrpSpPr/>
          <p:nvPr/>
        </p:nvGrpSpPr>
        <p:grpSpPr>
          <a:xfrm>
            <a:off x="7025598" y="800187"/>
            <a:ext cx="1337110" cy="2476983"/>
            <a:chOff x="2054944" y="1446834"/>
            <a:chExt cx="1337110" cy="2476983"/>
          </a:xfrm>
        </p:grpSpPr>
        <p:sp>
          <p:nvSpPr>
            <p:cNvPr id="177" name="Arc 176">
              <a:extLst>
                <a:ext uri="{FF2B5EF4-FFF2-40B4-BE49-F238E27FC236}">
                  <a16:creationId xmlns:a16="http://schemas.microsoft.com/office/drawing/2014/main" id="{42F27352-2B12-695A-CED2-FB2895295F2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Arc 177">
              <a:extLst>
                <a:ext uri="{FF2B5EF4-FFF2-40B4-BE49-F238E27FC236}">
                  <a16:creationId xmlns:a16="http://schemas.microsoft.com/office/drawing/2014/main" id="{64384E36-4A64-E256-2BB7-4471CA013AE8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554387D7-01C5-DB59-0396-4F6F3DFB1996}"/>
              </a:ext>
            </a:extLst>
          </p:cNvPr>
          <p:cNvGrpSpPr/>
          <p:nvPr/>
        </p:nvGrpSpPr>
        <p:grpSpPr>
          <a:xfrm>
            <a:off x="6357043" y="800186"/>
            <a:ext cx="1337110" cy="2476983"/>
            <a:chOff x="2054944" y="1446834"/>
            <a:chExt cx="1337110" cy="2476983"/>
          </a:xfrm>
        </p:grpSpPr>
        <p:sp>
          <p:nvSpPr>
            <p:cNvPr id="180" name="Arc 179">
              <a:extLst>
                <a:ext uri="{FF2B5EF4-FFF2-40B4-BE49-F238E27FC236}">
                  <a16:creationId xmlns:a16="http://schemas.microsoft.com/office/drawing/2014/main" id="{CD35BC27-DA11-73B2-735F-C213087BA654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Arc 180">
              <a:extLst>
                <a:ext uri="{FF2B5EF4-FFF2-40B4-BE49-F238E27FC236}">
                  <a16:creationId xmlns:a16="http://schemas.microsoft.com/office/drawing/2014/main" id="{A6162984-E1D2-A060-2DEA-BD1C34FC3F5A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412AFFBD-7701-2C8E-CC7F-8418CB68B06C}"/>
              </a:ext>
            </a:extLst>
          </p:cNvPr>
          <p:cNvGrpSpPr/>
          <p:nvPr/>
        </p:nvGrpSpPr>
        <p:grpSpPr>
          <a:xfrm>
            <a:off x="5688488" y="800186"/>
            <a:ext cx="1337110" cy="2476983"/>
            <a:chOff x="2054944" y="1446834"/>
            <a:chExt cx="1337110" cy="2476983"/>
          </a:xfrm>
        </p:grpSpPr>
        <p:sp>
          <p:nvSpPr>
            <p:cNvPr id="183" name="Arc 182">
              <a:extLst>
                <a:ext uri="{FF2B5EF4-FFF2-40B4-BE49-F238E27FC236}">
                  <a16:creationId xmlns:a16="http://schemas.microsoft.com/office/drawing/2014/main" id="{A5007826-238A-2521-F628-0E15C8B14E7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Arc 183">
              <a:extLst>
                <a:ext uri="{FF2B5EF4-FFF2-40B4-BE49-F238E27FC236}">
                  <a16:creationId xmlns:a16="http://schemas.microsoft.com/office/drawing/2014/main" id="{99337A8E-3E8F-AE68-ACD7-BB476FAEAB5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41376F8-6FF5-640C-726E-1F7CA82E4565}"/>
              </a:ext>
            </a:extLst>
          </p:cNvPr>
          <p:cNvGrpSpPr/>
          <p:nvPr/>
        </p:nvGrpSpPr>
        <p:grpSpPr>
          <a:xfrm>
            <a:off x="5019933" y="800186"/>
            <a:ext cx="1337110" cy="2476983"/>
            <a:chOff x="2054944" y="1446834"/>
            <a:chExt cx="1337110" cy="2476983"/>
          </a:xfrm>
        </p:grpSpPr>
        <p:sp>
          <p:nvSpPr>
            <p:cNvPr id="186" name="Arc 185">
              <a:extLst>
                <a:ext uri="{FF2B5EF4-FFF2-40B4-BE49-F238E27FC236}">
                  <a16:creationId xmlns:a16="http://schemas.microsoft.com/office/drawing/2014/main" id="{5D9C0979-EE89-F5D2-DD7D-ED91F7A880B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Arc 186">
              <a:extLst>
                <a:ext uri="{FF2B5EF4-FFF2-40B4-BE49-F238E27FC236}">
                  <a16:creationId xmlns:a16="http://schemas.microsoft.com/office/drawing/2014/main" id="{212A2D2D-0B76-1A50-0253-FC7631CAEE9D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4A374C1-DCE2-DE99-251C-8D5EC97F5EF4}"/>
              </a:ext>
            </a:extLst>
          </p:cNvPr>
          <p:cNvGrpSpPr/>
          <p:nvPr/>
        </p:nvGrpSpPr>
        <p:grpSpPr>
          <a:xfrm>
            <a:off x="4351378" y="800186"/>
            <a:ext cx="1337110" cy="2476983"/>
            <a:chOff x="2054944" y="1446834"/>
            <a:chExt cx="1337110" cy="2476983"/>
          </a:xfrm>
        </p:grpSpPr>
        <p:sp>
          <p:nvSpPr>
            <p:cNvPr id="189" name="Arc 188">
              <a:extLst>
                <a:ext uri="{FF2B5EF4-FFF2-40B4-BE49-F238E27FC236}">
                  <a16:creationId xmlns:a16="http://schemas.microsoft.com/office/drawing/2014/main" id="{61B4E91B-7105-7033-27D1-144A890E9FA3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Arc 189">
              <a:extLst>
                <a:ext uri="{FF2B5EF4-FFF2-40B4-BE49-F238E27FC236}">
                  <a16:creationId xmlns:a16="http://schemas.microsoft.com/office/drawing/2014/main" id="{C354DD86-8DBD-C013-13A7-9ABBAD0DF48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9A221F-4324-5C7B-26E6-A54715D02CBC}"/>
              </a:ext>
            </a:extLst>
          </p:cNvPr>
          <p:cNvCxnSpPr>
            <a:cxnSpLocks/>
            <a:stCxn id="58" idx="0"/>
            <a:endCxn id="211" idx="0"/>
          </p:cNvCxnSpPr>
          <p:nvPr/>
        </p:nvCxnSpPr>
        <p:spPr>
          <a:xfrm flipH="1" flipV="1">
            <a:off x="678557" y="4507882"/>
            <a:ext cx="998919" cy="994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40A175-2733-73CE-627C-D15C1B46B5C4}"/>
              </a:ext>
            </a:extLst>
          </p:cNvPr>
          <p:cNvCxnSpPr>
            <a:cxnSpLocks/>
            <a:stCxn id="212" idx="2"/>
            <a:endCxn id="24" idx="2"/>
          </p:cNvCxnSpPr>
          <p:nvPr/>
        </p:nvCxnSpPr>
        <p:spPr>
          <a:xfrm flipH="1">
            <a:off x="10368373" y="4506408"/>
            <a:ext cx="1642600" cy="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C6FF7F0-106E-0450-34E7-04FB4456EEB5}"/>
              </a:ext>
            </a:extLst>
          </p:cNvPr>
          <p:cNvCxnSpPr>
            <a:cxnSpLocks/>
          </p:cNvCxnSpPr>
          <p:nvPr/>
        </p:nvCxnSpPr>
        <p:spPr>
          <a:xfrm flipH="1">
            <a:off x="10368373" y="3048000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12089D30-6FEA-120A-CBEC-6F8CE85DC2A1}"/>
              </a:ext>
            </a:extLst>
          </p:cNvPr>
          <p:cNvCxnSpPr>
            <a:cxnSpLocks/>
          </p:cNvCxnSpPr>
          <p:nvPr/>
        </p:nvCxnSpPr>
        <p:spPr>
          <a:xfrm flipH="1">
            <a:off x="10297253" y="2884457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2C9E364E-9721-9B4E-1C5D-70C7CDC87F94}"/>
              </a:ext>
            </a:extLst>
          </p:cNvPr>
          <p:cNvCxnSpPr>
            <a:cxnSpLocks/>
          </p:cNvCxnSpPr>
          <p:nvPr/>
        </p:nvCxnSpPr>
        <p:spPr>
          <a:xfrm flipH="1">
            <a:off x="10368373" y="2318795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51827F01-A3C6-6FB9-B71F-9248FF60CA20}"/>
              </a:ext>
            </a:extLst>
          </p:cNvPr>
          <p:cNvCxnSpPr>
            <a:cxnSpLocks/>
          </p:cNvCxnSpPr>
          <p:nvPr/>
        </p:nvCxnSpPr>
        <p:spPr>
          <a:xfrm flipH="1">
            <a:off x="10259153" y="2133375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7562E182-CF73-0803-3A76-138165591D98}"/>
              </a:ext>
            </a:extLst>
          </p:cNvPr>
          <p:cNvCxnSpPr>
            <a:cxnSpLocks/>
          </p:cNvCxnSpPr>
          <p:nvPr/>
        </p:nvCxnSpPr>
        <p:spPr>
          <a:xfrm flipH="1">
            <a:off x="10368373" y="1457735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51715A3B-08DE-0BDD-4E6F-AE73F2CD2872}"/>
              </a:ext>
            </a:extLst>
          </p:cNvPr>
          <p:cNvCxnSpPr>
            <a:cxnSpLocks/>
          </p:cNvCxnSpPr>
          <p:nvPr/>
        </p:nvCxnSpPr>
        <p:spPr>
          <a:xfrm flipH="1">
            <a:off x="10259153" y="1251771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518F218-257D-D5B1-24D1-E6A1BFFAAD3F}"/>
              </a:ext>
            </a:extLst>
          </p:cNvPr>
          <p:cNvGrpSpPr/>
          <p:nvPr/>
        </p:nvGrpSpPr>
        <p:grpSpPr>
          <a:xfrm>
            <a:off x="9684851" y="1080302"/>
            <a:ext cx="1337110" cy="2476983"/>
            <a:chOff x="2054944" y="1446834"/>
            <a:chExt cx="1337110" cy="2476983"/>
          </a:xfrm>
        </p:grpSpPr>
        <p:sp>
          <p:nvSpPr>
            <p:cNvPr id="140" name="Arc 139">
              <a:extLst>
                <a:ext uri="{FF2B5EF4-FFF2-40B4-BE49-F238E27FC236}">
                  <a16:creationId xmlns:a16="http://schemas.microsoft.com/office/drawing/2014/main" id="{A7502F5F-1F1E-CFC8-91E7-21C81EF3DADD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8939811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" name="Arc 140">
              <a:extLst>
                <a:ext uri="{FF2B5EF4-FFF2-40B4-BE49-F238E27FC236}">
                  <a16:creationId xmlns:a16="http://schemas.microsoft.com/office/drawing/2014/main" id="{B32D5769-EF68-894F-A61B-3A7DC401B6B6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20429535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5" name="Arc 144">
            <a:extLst>
              <a:ext uri="{FF2B5EF4-FFF2-40B4-BE49-F238E27FC236}">
                <a16:creationId xmlns:a16="http://schemas.microsoft.com/office/drawing/2014/main" id="{801DE474-BC41-77CC-14AC-058F0A8C3348}"/>
              </a:ext>
            </a:extLst>
          </p:cNvPr>
          <p:cNvSpPr/>
          <p:nvPr/>
        </p:nvSpPr>
        <p:spPr>
          <a:xfrm>
            <a:off x="9684851" y="2688222"/>
            <a:ext cx="1337110" cy="740778"/>
          </a:xfrm>
          <a:prstGeom prst="arc">
            <a:avLst>
              <a:gd name="adj1" fmla="val 20696288"/>
              <a:gd name="adj2" fmla="val 0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9A58F88C-44C6-8C64-CCBE-66067E4F3B02}"/>
              </a:ext>
            </a:extLst>
          </p:cNvPr>
          <p:cNvGrpSpPr/>
          <p:nvPr/>
        </p:nvGrpSpPr>
        <p:grpSpPr>
          <a:xfrm>
            <a:off x="9684851" y="222054"/>
            <a:ext cx="1337110" cy="2476983"/>
            <a:chOff x="2054944" y="1446834"/>
            <a:chExt cx="1337110" cy="2476983"/>
          </a:xfrm>
        </p:grpSpPr>
        <p:sp>
          <p:nvSpPr>
            <p:cNvPr id="147" name="Arc 146">
              <a:extLst>
                <a:ext uri="{FF2B5EF4-FFF2-40B4-BE49-F238E27FC236}">
                  <a16:creationId xmlns:a16="http://schemas.microsoft.com/office/drawing/2014/main" id="{9D15D0DD-C94F-57FE-036F-8BB550E1E77E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8595387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" name="Arc 147">
              <a:extLst>
                <a:ext uri="{FF2B5EF4-FFF2-40B4-BE49-F238E27FC236}">
                  <a16:creationId xmlns:a16="http://schemas.microsoft.com/office/drawing/2014/main" id="{952AD1EF-E3D7-E940-BD87-234868C7970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20429535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ABD2E2F-47A7-09C0-A46A-376A1B2AF0C0}"/>
              </a:ext>
            </a:extLst>
          </p:cNvPr>
          <p:cNvCxnSpPr>
            <a:cxnSpLocks/>
          </p:cNvCxnSpPr>
          <p:nvPr/>
        </p:nvCxnSpPr>
        <p:spPr>
          <a:xfrm flipH="1">
            <a:off x="10368373" y="552391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1A323EB6-30F7-1805-0198-FD9C3A227D20}"/>
              </a:ext>
            </a:extLst>
          </p:cNvPr>
          <p:cNvCxnSpPr>
            <a:cxnSpLocks/>
            <a:stCxn id="153" idx="0"/>
          </p:cNvCxnSpPr>
          <p:nvPr/>
        </p:nvCxnSpPr>
        <p:spPr>
          <a:xfrm flipH="1">
            <a:off x="9358057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1C5E6AE8-F972-1D1B-0469-B5D2106A3EA6}"/>
              </a:ext>
            </a:extLst>
          </p:cNvPr>
          <p:cNvGrpSpPr/>
          <p:nvPr/>
        </p:nvGrpSpPr>
        <p:grpSpPr>
          <a:xfrm>
            <a:off x="9699818" y="-686102"/>
            <a:ext cx="1337110" cy="2476983"/>
            <a:chOff x="2054944" y="1446834"/>
            <a:chExt cx="1337110" cy="2476983"/>
          </a:xfrm>
        </p:grpSpPr>
        <p:sp>
          <p:nvSpPr>
            <p:cNvPr id="152" name="Arc 151">
              <a:extLst>
                <a:ext uri="{FF2B5EF4-FFF2-40B4-BE49-F238E27FC236}">
                  <a16:creationId xmlns:a16="http://schemas.microsoft.com/office/drawing/2014/main" id="{F11CBD84-6E07-BF67-C8B8-A9DE87064546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8497713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Arc 152">
              <a:extLst>
                <a:ext uri="{FF2B5EF4-FFF2-40B4-BE49-F238E27FC236}">
                  <a16:creationId xmlns:a16="http://schemas.microsoft.com/office/drawing/2014/main" id="{35F1A4A0-EEAB-F23A-3ED0-B5ABE039E4B7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3287883"/>
                <a:gd name="adj2" fmla="val 0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8" name="Arc 157">
            <a:extLst>
              <a:ext uri="{FF2B5EF4-FFF2-40B4-BE49-F238E27FC236}">
                <a16:creationId xmlns:a16="http://schemas.microsoft.com/office/drawing/2014/main" id="{55E12914-1EFE-16A5-410A-8DB769A06E6A}"/>
              </a:ext>
            </a:extLst>
          </p:cNvPr>
          <p:cNvSpPr/>
          <p:nvPr/>
        </p:nvSpPr>
        <p:spPr>
          <a:xfrm>
            <a:off x="9031263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9720B7D2-841F-CC49-D694-1CDA05A12E29}"/>
              </a:ext>
            </a:extLst>
          </p:cNvPr>
          <p:cNvCxnSpPr>
            <a:cxnSpLocks/>
          </p:cNvCxnSpPr>
          <p:nvPr/>
        </p:nvCxnSpPr>
        <p:spPr>
          <a:xfrm flipH="1">
            <a:off x="8702879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0" name="Arc 159">
            <a:extLst>
              <a:ext uri="{FF2B5EF4-FFF2-40B4-BE49-F238E27FC236}">
                <a16:creationId xmlns:a16="http://schemas.microsoft.com/office/drawing/2014/main" id="{0B896F7C-909C-51F2-940A-0BD8B5271D4A}"/>
              </a:ext>
            </a:extLst>
          </p:cNvPr>
          <p:cNvSpPr/>
          <p:nvPr/>
        </p:nvSpPr>
        <p:spPr>
          <a:xfrm>
            <a:off x="8361913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1EC4D06D-3969-4862-2285-C9C2BAF40CE2}"/>
              </a:ext>
            </a:extLst>
          </p:cNvPr>
          <p:cNvCxnSpPr>
            <a:cxnSpLocks/>
          </p:cNvCxnSpPr>
          <p:nvPr/>
        </p:nvCxnSpPr>
        <p:spPr>
          <a:xfrm flipH="1">
            <a:off x="8033529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2" name="Arc 161">
            <a:extLst>
              <a:ext uri="{FF2B5EF4-FFF2-40B4-BE49-F238E27FC236}">
                <a16:creationId xmlns:a16="http://schemas.microsoft.com/office/drawing/2014/main" id="{6CDD5782-CBF8-33D6-D9F3-28D5583C096F}"/>
              </a:ext>
            </a:extLst>
          </p:cNvPr>
          <p:cNvSpPr/>
          <p:nvPr/>
        </p:nvSpPr>
        <p:spPr>
          <a:xfrm>
            <a:off x="7703134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0422F108-2AA0-C054-65F8-94223804B201}"/>
              </a:ext>
            </a:extLst>
          </p:cNvPr>
          <p:cNvCxnSpPr>
            <a:cxnSpLocks/>
          </p:cNvCxnSpPr>
          <p:nvPr/>
        </p:nvCxnSpPr>
        <p:spPr>
          <a:xfrm flipH="1">
            <a:off x="7374750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Arc 163">
            <a:extLst>
              <a:ext uri="{FF2B5EF4-FFF2-40B4-BE49-F238E27FC236}">
                <a16:creationId xmlns:a16="http://schemas.microsoft.com/office/drawing/2014/main" id="{57A253A7-ED17-FA34-2EFF-4E21C62FABC5}"/>
              </a:ext>
            </a:extLst>
          </p:cNvPr>
          <p:cNvSpPr/>
          <p:nvPr/>
        </p:nvSpPr>
        <p:spPr>
          <a:xfrm>
            <a:off x="7039865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5D9D1E4-FD6D-5B34-22FA-BD794400438B}"/>
              </a:ext>
            </a:extLst>
          </p:cNvPr>
          <p:cNvCxnSpPr>
            <a:cxnSpLocks/>
          </p:cNvCxnSpPr>
          <p:nvPr/>
        </p:nvCxnSpPr>
        <p:spPr>
          <a:xfrm flipH="1">
            <a:off x="6711481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Arc 165">
            <a:extLst>
              <a:ext uri="{FF2B5EF4-FFF2-40B4-BE49-F238E27FC236}">
                <a16:creationId xmlns:a16="http://schemas.microsoft.com/office/drawing/2014/main" id="{023D5931-D5C0-7710-9C5B-06B4732D87F7}"/>
              </a:ext>
            </a:extLst>
          </p:cNvPr>
          <p:cNvSpPr/>
          <p:nvPr/>
        </p:nvSpPr>
        <p:spPr>
          <a:xfrm>
            <a:off x="6365229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939B526-8EEB-032C-9279-3019869C9155}"/>
              </a:ext>
            </a:extLst>
          </p:cNvPr>
          <p:cNvCxnSpPr>
            <a:cxnSpLocks/>
          </p:cNvCxnSpPr>
          <p:nvPr/>
        </p:nvCxnSpPr>
        <p:spPr>
          <a:xfrm flipH="1">
            <a:off x="6036845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2" name="Arc 191">
            <a:extLst>
              <a:ext uri="{FF2B5EF4-FFF2-40B4-BE49-F238E27FC236}">
                <a16:creationId xmlns:a16="http://schemas.microsoft.com/office/drawing/2014/main" id="{236599B2-96C4-8DC1-833A-2611146CC228}"/>
              </a:ext>
            </a:extLst>
          </p:cNvPr>
          <p:cNvSpPr/>
          <p:nvPr/>
        </p:nvSpPr>
        <p:spPr>
          <a:xfrm>
            <a:off x="5689588" y="182001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BFA0F6D6-33DD-5AB2-62DD-22D52DAD13D6}"/>
              </a:ext>
            </a:extLst>
          </p:cNvPr>
          <p:cNvCxnSpPr>
            <a:cxnSpLocks/>
          </p:cNvCxnSpPr>
          <p:nvPr/>
        </p:nvCxnSpPr>
        <p:spPr>
          <a:xfrm flipH="1">
            <a:off x="5361204" y="23857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4" name="Arc 193">
            <a:extLst>
              <a:ext uri="{FF2B5EF4-FFF2-40B4-BE49-F238E27FC236}">
                <a16:creationId xmlns:a16="http://schemas.microsoft.com/office/drawing/2014/main" id="{BD362A0F-CE4F-3960-B32E-C1E800EE2EB2}"/>
              </a:ext>
            </a:extLst>
          </p:cNvPr>
          <p:cNvSpPr/>
          <p:nvPr/>
        </p:nvSpPr>
        <p:spPr>
          <a:xfrm>
            <a:off x="5007656" y="182001"/>
            <a:ext cx="1337110" cy="740778"/>
          </a:xfrm>
          <a:prstGeom prst="arc">
            <a:avLst>
              <a:gd name="adj1" fmla="val 10900485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BAD91D1C-2D77-4604-503F-D4C46C80EE71}"/>
              </a:ext>
            </a:extLst>
          </p:cNvPr>
          <p:cNvCxnSpPr>
            <a:cxnSpLocks/>
          </p:cNvCxnSpPr>
          <p:nvPr/>
        </p:nvCxnSpPr>
        <p:spPr>
          <a:xfrm flipH="1">
            <a:off x="4362254" y="494186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6" name="Arc 195">
            <a:extLst>
              <a:ext uri="{FF2B5EF4-FFF2-40B4-BE49-F238E27FC236}">
                <a16:creationId xmlns:a16="http://schemas.microsoft.com/office/drawing/2014/main" id="{FAA6F66E-6CD9-2B7E-B876-196FFC72F318}"/>
              </a:ext>
            </a:extLst>
          </p:cNvPr>
          <p:cNvSpPr/>
          <p:nvPr/>
        </p:nvSpPr>
        <p:spPr>
          <a:xfrm>
            <a:off x="4350323" y="1041537"/>
            <a:ext cx="1337110" cy="740778"/>
          </a:xfrm>
          <a:prstGeom prst="arc">
            <a:avLst>
              <a:gd name="adj1" fmla="val 13287883"/>
              <a:gd name="adj2" fmla="val 14000523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C2345F31-6255-1E16-0488-DEFC62BEC1F8}"/>
              </a:ext>
            </a:extLst>
          </p:cNvPr>
          <p:cNvCxnSpPr>
            <a:cxnSpLocks/>
          </p:cNvCxnSpPr>
          <p:nvPr/>
        </p:nvCxnSpPr>
        <p:spPr>
          <a:xfrm flipH="1">
            <a:off x="4021939" y="1098115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8" name="Arc 197">
            <a:extLst>
              <a:ext uri="{FF2B5EF4-FFF2-40B4-BE49-F238E27FC236}">
                <a16:creationId xmlns:a16="http://schemas.microsoft.com/office/drawing/2014/main" id="{D2CC6E3A-8ED8-C933-F2C0-8810A3C50CFC}"/>
              </a:ext>
            </a:extLst>
          </p:cNvPr>
          <p:cNvSpPr/>
          <p:nvPr/>
        </p:nvSpPr>
        <p:spPr>
          <a:xfrm>
            <a:off x="3680322" y="1041537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3ED2A691-76CD-CF76-0414-66B8054E2F4D}"/>
              </a:ext>
            </a:extLst>
          </p:cNvPr>
          <p:cNvCxnSpPr>
            <a:cxnSpLocks/>
          </p:cNvCxnSpPr>
          <p:nvPr/>
        </p:nvCxnSpPr>
        <p:spPr>
          <a:xfrm flipH="1">
            <a:off x="3351938" y="1098115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0" name="Arc 199">
            <a:extLst>
              <a:ext uri="{FF2B5EF4-FFF2-40B4-BE49-F238E27FC236}">
                <a16:creationId xmlns:a16="http://schemas.microsoft.com/office/drawing/2014/main" id="{B03F716F-9E6F-C4F6-1AE3-7081D3499BA1}"/>
              </a:ext>
            </a:extLst>
          </p:cNvPr>
          <p:cNvSpPr/>
          <p:nvPr/>
        </p:nvSpPr>
        <p:spPr>
          <a:xfrm>
            <a:off x="3004681" y="1041312"/>
            <a:ext cx="1337110" cy="740778"/>
          </a:xfrm>
          <a:prstGeom prst="arc">
            <a:avLst>
              <a:gd name="adj1" fmla="val 13287883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26D84F1-7E66-B08F-3132-E04A6FCE2053}"/>
              </a:ext>
            </a:extLst>
          </p:cNvPr>
          <p:cNvCxnSpPr>
            <a:cxnSpLocks/>
          </p:cNvCxnSpPr>
          <p:nvPr/>
        </p:nvCxnSpPr>
        <p:spPr>
          <a:xfrm flipH="1">
            <a:off x="2676297" y="1097890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2" name="Arc 201">
            <a:extLst>
              <a:ext uri="{FF2B5EF4-FFF2-40B4-BE49-F238E27FC236}">
                <a16:creationId xmlns:a16="http://schemas.microsoft.com/office/drawing/2014/main" id="{26E02B78-D966-DBA1-0EAE-607EF8C071C6}"/>
              </a:ext>
            </a:extLst>
          </p:cNvPr>
          <p:cNvSpPr/>
          <p:nvPr/>
        </p:nvSpPr>
        <p:spPr>
          <a:xfrm>
            <a:off x="2317861" y="1041312"/>
            <a:ext cx="1337110" cy="740778"/>
          </a:xfrm>
          <a:prstGeom prst="arc">
            <a:avLst>
              <a:gd name="adj1" fmla="val 10900485"/>
              <a:gd name="adj2" fmla="val 1898510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8AEB84AB-D756-CA63-2A78-D293883EE137}"/>
              </a:ext>
            </a:extLst>
          </p:cNvPr>
          <p:cNvCxnSpPr>
            <a:cxnSpLocks/>
          </p:cNvCxnSpPr>
          <p:nvPr/>
        </p:nvCxnSpPr>
        <p:spPr>
          <a:xfrm flipH="1">
            <a:off x="1672459" y="1353497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1" name="Arc 210">
            <a:extLst>
              <a:ext uri="{FF2B5EF4-FFF2-40B4-BE49-F238E27FC236}">
                <a16:creationId xmlns:a16="http://schemas.microsoft.com/office/drawing/2014/main" id="{CD5B4AEE-B68F-AC89-574B-0322ED26992B}"/>
              </a:ext>
            </a:extLst>
          </p:cNvPr>
          <p:cNvSpPr/>
          <p:nvPr/>
        </p:nvSpPr>
        <p:spPr>
          <a:xfrm>
            <a:off x="678557" y="484126"/>
            <a:ext cx="11332417" cy="8044565"/>
          </a:xfrm>
          <a:prstGeom prst="arc">
            <a:avLst>
              <a:gd name="adj1" fmla="val 10799106"/>
              <a:gd name="adj2" fmla="val 12734429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2" name="Arc 211">
            <a:extLst>
              <a:ext uri="{FF2B5EF4-FFF2-40B4-BE49-F238E27FC236}">
                <a16:creationId xmlns:a16="http://schemas.microsoft.com/office/drawing/2014/main" id="{AD84F4DF-9BFC-06CE-ED63-1538D572C046}"/>
              </a:ext>
            </a:extLst>
          </p:cNvPr>
          <p:cNvSpPr/>
          <p:nvPr/>
        </p:nvSpPr>
        <p:spPr>
          <a:xfrm>
            <a:off x="678556" y="484125"/>
            <a:ext cx="11332417" cy="8044565"/>
          </a:xfrm>
          <a:prstGeom prst="arc">
            <a:avLst>
              <a:gd name="adj1" fmla="val 20038814"/>
              <a:gd name="adj2" fmla="val 0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2C039176-E1C9-BCAE-B77E-5563C28C2F45}"/>
              </a:ext>
            </a:extLst>
          </p:cNvPr>
          <p:cNvCxnSpPr>
            <a:cxnSpLocks/>
            <a:endCxn id="211" idx="0"/>
          </p:cNvCxnSpPr>
          <p:nvPr/>
        </p:nvCxnSpPr>
        <p:spPr>
          <a:xfrm flipV="1">
            <a:off x="678557" y="4507882"/>
            <a:ext cx="0" cy="1786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1C6FE0B9-DF5D-3DB9-3119-CA1F22C2047A}"/>
              </a:ext>
            </a:extLst>
          </p:cNvPr>
          <p:cNvCxnSpPr>
            <a:cxnSpLocks/>
          </p:cNvCxnSpPr>
          <p:nvPr/>
        </p:nvCxnSpPr>
        <p:spPr>
          <a:xfrm flipV="1">
            <a:off x="12010973" y="4506407"/>
            <a:ext cx="0" cy="1786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B8A3D55-9165-A1A3-8FF7-96753ABC5700}"/>
              </a:ext>
            </a:extLst>
          </p:cNvPr>
          <p:cNvCxnSpPr>
            <a:cxnSpLocks/>
          </p:cNvCxnSpPr>
          <p:nvPr/>
        </p:nvCxnSpPr>
        <p:spPr>
          <a:xfrm flipH="1">
            <a:off x="678556" y="6292645"/>
            <a:ext cx="11332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784D5175-A206-02F4-D544-0896272E4131}"/>
              </a:ext>
            </a:extLst>
          </p:cNvPr>
          <p:cNvCxnSpPr>
            <a:cxnSpLocks/>
          </p:cNvCxnSpPr>
          <p:nvPr/>
        </p:nvCxnSpPr>
        <p:spPr>
          <a:xfrm>
            <a:off x="5676211" y="4152900"/>
            <a:ext cx="4022812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61BF2129-FD2B-413C-8060-308CC0770EED}"/>
              </a:ext>
            </a:extLst>
          </p:cNvPr>
          <p:cNvCxnSpPr>
            <a:cxnSpLocks/>
          </p:cNvCxnSpPr>
          <p:nvPr/>
        </p:nvCxnSpPr>
        <p:spPr>
          <a:xfrm>
            <a:off x="5662039" y="3276600"/>
            <a:ext cx="4022812" cy="0"/>
          </a:xfrm>
          <a:prstGeom prst="line">
            <a:avLst/>
          </a:prstGeom>
          <a:ln w="3175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813B1D00-7838-8323-8786-CB4B9933093A}"/>
              </a:ext>
            </a:extLst>
          </p:cNvPr>
          <p:cNvCxnSpPr>
            <a:cxnSpLocks/>
            <a:stCxn id="190" idx="0"/>
            <a:endCxn id="187" idx="1"/>
          </p:cNvCxnSpPr>
          <p:nvPr/>
        </p:nvCxnSpPr>
        <p:spPr>
          <a:xfrm flipV="1">
            <a:off x="4351696" y="2038677"/>
            <a:ext cx="1336792" cy="11423"/>
          </a:xfrm>
          <a:prstGeom prst="line">
            <a:avLst/>
          </a:prstGeom>
          <a:ln w="3175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462E821-15CC-FAC8-EB13-9F9025D30114}"/>
              </a:ext>
            </a:extLst>
          </p:cNvPr>
          <p:cNvCxnSpPr>
            <a:cxnSpLocks/>
          </p:cNvCxnSpPr>
          <p:nvPr/>
        </p:nvCxnSpPr>
        <p:spPr>
          <a:xfrm flipH="1">
            <a:off x="9030468" y="2710180"/>
            <a:ext cx="9776" cy="2593340"/>
          </a:xfrm>
          <a:prstGeom prst="line">
            <a:avLst/>
          </a:prstGeom>
          <a:ln w="31750">
            <a:solidFill>
              <a:srgbClr val="82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B8478FD3-9868-AB7A-E060-22C5A0304957}"/>
              </a:ext>
            </a:extLst>
          </p:cNvPr>
          <p:cNvCxnSpPr>
            <a:cxnSpLocks/>
          </p:cNvCxnSpPr>
          <p:nvPr/>
        </p:nvCxnSpPr>
        <p:spPr>
          <a:xfrm flipH="1">
            <a:off x="8351342" y="2716530"/>
            <a:ext cx="9776" cy="2593340"/>
          </a:xfrm>
          <a:prstGeom prst="line">
            <a:avLst/>
          </a:prstGeom>
          <a:ln w="31750">
            <a:solidFill>
              <a:srgbClr val="82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8621EB2B-954C-1DBE-8AB9-2A4CD4BBEA30}"/>
              </a:ext>
            </a:extLst>
          </p:cNvPr>
          <p:cNvCxnSpPr>
            <a:cxnSpLocks/>
          </p:cNvCxnSpPr>
          <p:nvPr/>
        </p:nvCxnSpPr>
        <p:spPr>
          <a:xfrm flipH="1">
            <a:off x="5007256" y="1666240"/>
            <a:ext cx="0" cy="1610360"/>
          </a:xfrm>
          <a:prstGeom prst="line">
            <a:avLst/>
          </a:prstGeom>
          <a:ln w="3175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9E084A82-5D48-DAAB-F58B-E5C688D9BB2F}"/>
              </a:ext>
            </a:extLst>
          </p:cNvPr>
          <p:cNvSpPr txBox="1"/>
          <p:nvPr/>
        </p:nvSpPr>
        <p:spPr>
          <a:xfrm>
            <a:off x="10259153" y="5727600"/>
            <a:ext cx="1696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Build Plate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6DE96930-E071-9ECE-4512-9F214632A8C6}"/>
              </a:ext>
            </a:extLst>
          </p:cNvPr>
          <p:cNvSpPr txBox="1"/>
          <p:nvPr/>
        </p:nvSpPr>
        <p:spPr>
          <a:xfrm>
            <a:off x="9110674" y="3464331"/>
            <a:ext cx="1934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effectLst>
                  <a:glow rad="101600">
                    <a:schemeClr val="bg1"/>
                  </a:glow>
                </a:effectLst>
              </a:rPr>
              <a:t>Layer Height</a:t>
            </a: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92958F7-ADF9-AC80-2906-3BC1019AF267}"/>
              </a:ext>
            </a:extLst>
          </p:cNvPr>
          <p:cNvSpPr txBox="1"/>
          <p:nvPr/>
        </p:nvSpPr>
        <p:spPr>
          <a:xfrm>
            <a:off x="7579533" y="2195046"/>
            <a:ext cx="22138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effectLst>
                  <a:glow rad="101600">
                    <a:schemeClr val="bg1"/>
                  </a:glow>
                </a:effectLst>
              </a:rPr>
              <a:t>Hatch Spacing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A0F9B7CF-1942-8859-B47B-EE037C1483A5}"/>
              </a:ext>
            </a:extLst>
          </p:cNvPr>
          <p:cNvSpPr txBox="1"/>
          <p:nvPr/>
        </p:nvSpPr>
        <p:spPr>
          <a:xfrm>
            <a:off x="3809877" y="1233335"/>
            <a:ext cx="2394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effectLst>
                  <a:glow rad="101600">
                    <a:schemeClr val="bg1"/>
                  </a:glow>
                </a:effectLst>
              </a:rPr>
              <a:t>Melt Pool Width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DFA1A103-81C9-28BE-1B51-F0D5F40E1C2B}"/>
              </a:ext>
            </a:extLst>
          </p:cNvPr>
          <p:cNvSpPr txBox="1"/>
          <p:nvPr/>
        </p:nvSpPr>
        <p:spPr>
          <a:xfrm>
            <a:off x="2932033" y="1903296"/>
            <a:ext cx="14922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b="1" dirty="0">
                <a:effectLst>
                  <a:glow rad="101600">
                    <a:schemeClr val="bg1"/>
                  </a:glow>
                </a:effectLst>
              </a:rPr>
              <a:t>Melt Pool</a:t>
            </a:r>
          </a:p>
          <a:p>
            <a:pPr algn="ctr"/>
            <a:r>
              <a:rPr lang="en-GB" sz="2400" b="1" dirty="0">
                <a:effectLst>
                  <a:glow rad="101600">
                    <a:schemeClr val="bg1"/>
                  </a:glow>
                </a:effectLst>
              </a:rPr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206552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8E414-C7F1-1E27-A781-4096D5E58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519677E-7723-FAE3-2726-E1EFA36044D1}"/>
              </a:ext>
            </a:extLst>
          </p:cNvPr>
          <p:cNvCxnSpPr>
            <a:cxnSpLocks/>
            <a:stCxn id="24" idx="2"/>
          </p:cNvCxnSpPr>
          <p:nvPr/>
        </p:nvCxnSpPr>
        <p:spPr>
          <a:xfrm flipH="1" flipV="1">
            <a:off x="693206" y="4502909"/>
            <a:ext cx="9675167" cy="35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A9C5618-8ED9-B2A3-2695-4700792BD130}"/>
              </a:ext>
            </a:extLst>
          </p:cNvPr>
          <p:cNvCxnSpPr>
            <a:cxnSpLocks/>
            <a:stCxn id="212" idx="2"/>
            <a:endCxn id="24" idx="2"/>
          </p:cNvCxnSpPr>
          <p:nvPr/>
        </p:nvCxnSpPr>
        <p:spPr>
          <a:xfrm flipH="1">
            <a:off x="10368373" y="4506408"/>
            <a:ext cx="1642600" cy="1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705FDAF-C86D-D9F7-1DDB-50D9F83E9BB5}"/>
              </a:ext>
            </a:extLst>
          </p:cNvPr>
          <p:cNvGrpSpPr/>
          <p:nvPr/>
        </p:nvGrpSpPr>
        <p:grpSpPr>
          <a:xfrm>
            <a:off x="9031263" y="3267918"/>
            <a:ext cx="1337110" cy="2476983"/>
            <a:chOff x="2054944" y="1446834"/>
            <a:chExt cx="1337110" cy="2476983"/>
          </a:xfrm>
        </p:grpSpPr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EF4135F0-1B96-4B13-4866-CA2ED96DE29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" name="Arc 24">
              <a:extLst>
                <a:ext uri="{FF2B5EF4-FFF2-40B4-BE49-F238E27FC236}">
                  <a16:creationId xmlns:a16="http://schemas.microsoft.com/office/drawing/2014/main" id="{47474D93-D156-1043-080C-48C245388CFC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0043D36-F508-8770-976B-30382EDF48BB}"/>
              </a:ext>
            </a:extLst>
          </p:cNvPr>
          <p:cNvGrpSpPr/>
          <p:nvPr/>
        </p:nvGrpSpPr>
        <p:grpSpPr>
          <a:xfrm>
            <a:off x="8362708" y="3267918"/>
            <a:ext cx="1337110" cy="2476983"/>
            <a:chOff x="2054944" y="1446834"/>
            <a:chExt cx="1337110" cy="2476983"/>
          </a:xfrm>
        </p:grpSpPr>
        <p:sp>
          <p:nvSpPr>
            <p:cNvPr id="27" name="Arc 26">
              <a:extLst>
                <a:ext uri="{FF2B5EF4-FFF2-40B4-BE49-F238E27FC236}">
                  <a16:creationId xmlns:a16="http://schemas.microsoft.com/office/drawing/2014/main" id="{EC784068-734D-BF7E-CA1C-C1646498335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" name="Arc 27">
              <a:extLst>
                <a:ext uri="{FF2B5EF4-FFF2-40B4-BE49-F238E27FC236}">
                  <a16:creationId xmlns:a16="http://schemas.microsoft.com/office/drawing/2014/main" id="{5CB8A70D-830F-098E-6163-43E425BFF4D6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5A8A92D-EFC7-23F6-09AB-516077C86CA0}"/>
              </a:ext>
            </a:extLst>
          </p:cNvPr>
          <p:cNvGrpSpPr/>
          <p:nvPr/>
        </p:nvGrpSpPr>
        <p:grpSpPr>
          <a:xfrm>
            <a:off x="7694153" y="3267918"/>
            <a:ext cx="1337110" cy="2476983"/>
            <a:chOff x="2054944" y="1446834"/>
            <a:chExt cx="1337110" cy="2476983"/>
          </a:xfrm>
        </p:grpSpPr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0CA4123F-A7F9-D250-3909-41D91C9E7C3A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Arc 30">
              <a:extLst>
                <a:ext uri="{FF2B5EF4-FFF2-40B4-BE49-F238E27FC236}">
                  <a16:creationId xmlns:a16="http://schemas.microsoft.com/office/drawing/2014/main" id="{809549A0-BF38-1A47-40F4-31A433DD7293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AA6ECF69-3FD5-A70C-7DC5-05660918E730}"/>
              </a:ext>
            </a:extLst>
          </p:cNvPr>
          <p:cNvGrpSpPr/>
          <p:nvPr/>
        </p:nvGrpSpPr>
        <p:grpSpPr>
          <a:xfrm>
            <a:off x="7025598" y="3267917"/>
            <a:ext cx="1337110" cy="2476983"/>
            <a:chOff x="2054944" y="1446834"/>
            <a:chExt cx="1337110" cy="2476983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EABFE247-FC8C-5086-CB3C-E04D87CD1D1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C5F23EA3-6F8D-137D-C8C7-5D080A8128B1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7F7DAA6-DC4F-DE9F-D0F9-EF7128924245}"/>
              </a:ext>
            </a:extLst>
          </p:cNvPr>
          <p:cNvGrpSpPr/>
          <p:nvPr/>
        </p:nvGrpSpPr>
        <p:grpSpPr>
          <a:xfrm>
            <a:off x="6357043" y="3267916"/>
            <a:ext cx="1337110" cy="2476983"/>
            <a:chOff x="2054944" y="1446834"/>
            <a:chExt cx="1337110" cy="2476983"/>
          </a:xfrm>
        </p:grpSpPr>
        <p:sp>
          <p:nvSpPr>
            <p:cNvPr id="36" name="Arc 35">
              <a:extLst>
                <a:ext uri="{FF2B5EF4-FFF2-40B4-BE49-F238E27FC236}">
                  <a16:creationId xmlns:a16="http://schemas.microsoft.com/office/drawing/2014/main" id="{23AF7F16-447D-3C6C-04F0-A5CA35196840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Arc 36">
              <a:extLst>
                <a:ext uri="{FF2B5EF4-FFF2-40B4-BE49-F238E27FC236}">
                  <a16:creationId xmlns:a16="http://schemas.microsoft.com/office/drawing/2014/main" id="{17F10C68-34D6-5AF0-C7B6-3EE60A7C61EE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3CB8338-96F8-CCAC-667B-BAE6DBEE51EF}"/>
              </a:ext>
            </a:extLst>
          </p:cNvPr>
          <p:cNvGrpSpPr/>
          <p:nvPr/>
        </p:nvGrpSpPr>
        <p:grpSpPr>
          <a:xfrm>
            <a:off x="5688488" y="3267916"/>
            <a:ext cx="1337110" cy="2476983"/>
            <a:chOff x="2054944" y="1446834"/>
            <a:chExt cx="1337110" cy="2476983"/>
          </a:xfrm>
        </p:grpSpPr>
        <p:sp>
          <p:nvSpPr>
            <p:cNvPr id="39" name="Arc 38">
              <a:extLst>
                <a:ext uri="{FF2B5EF4-FFF2-40B4-BE49-F238E27FC236}">
                  <a16:creationId xmlns:a16="http://schemas.microsoft.com/office/drawing/2014/main" id="{390554CC-9E7E-E740-2C7F-529046BE0EDC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Arc 39">
              <a:extLst>
                <a:ext uri="{FF2B5EF4-FFF2-40B4-BE49-F238E27FC236}">
                  <a16:creationId xmlns:a16="http://schemas.microsoft.com/office/drawing/2014/main" id="{3BF8C20E-8C75-C337-5768-05500C60CE1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8405B02-D395-5545-794F-4E11B1BA847D}"/>
              </a:ext>
            </a:extLst>
          </p:cNvPr>
          <p:cNvGrpSpPr/>
          <p:nvPr/>
        </p:nvGrpSpPr>
        <p:grpSpPr>
          <a:xfrm>
            <a:off x="5019933" y="3267916"/>
            <a:ext cx="1337110" cy="2476983"/>
            <a:chOff x="2054944" y="1446834"/>
            <a:chExt cx="1337110" cy="2476983"/>
          </a:xfrm>
        </p:grpSpPr>
        <p:sp>
          <p:nvSpPr>
            <p:cNvPr id="42" name="Arc 41">
              <a:extLst>
                <a:ext uri="{FF2B5EF4-FFF2-40B4-BE49-F238E27FC236}">
                  <a16:creationId xmlns:a16="http://schemas.microsoft.com/office/drawing/2014/main" id="{CD2A414C-8043-6F13-06AB-C69FD73C8251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Arc 42">
              <a:extLst>
                <a:ext uri="{FF2B5EF4-FFF2-40B4-BE49-F238E27FC236}">
                  <a16:creationId xmlns:a16="http://schemas.microsoft.com/office/drawing/2014/main" id="{4D16D5BD-EC17-6FF0-B7F6-E7D688B333C4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8D9982A-FDC7-7C60-2E34-0C0A7872D3A7}"/>
              </a:ext>
            </a:extLst>
          </p:cNvPr>
          <p:cNvGrpSpPr/>
          <p:nvPr/>
        </p:nvGrpSpPr>
        <p:grpSpPr>
          <a:xfrm>
            <a:off x="4351378" y="3267916"/>
            <a:ext cx="1337110" cy="2476983"/>
            <a:chOff x="2054944" y="1446834"/>
            <a:chExt cx="1337110" cy="2476983"/>
          </a:xfrm>
        </p:grpSpPr>
        <p:sp>
          <p:nvSpPr>
            <p:cNvPr id="45" name="Arc 44">
              <a:extLst>
                <a:ext uri="{FF2B5EF4-FFF2-40B4-BE49-F238E27FC236}">
                  <a16:creationId xmlns:a16="http://schemas.microsoft.com/office/drawing/2014/main" id="{4EA37C29-4D50-372C-35C9-D90052F411F9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Arc 45">
              <a:extLst>
                <a:ext uri="{FF2B5EF4-FFF2-40B4-BE49-F238E27FC236}">
                  <a16:creationId xmlns:a16="http://schemas.microsoft.com/office/drawing/2014/main" id="{4881F200-9873-E217-C14C-E8BD485764C0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C983EDB-51DB-E3BC-24C7-5F553153EB2F}"/>
              </a:ext>
            </a:extLst>
          </p:cNvPr>
          <p:cNvGrpSpPr/>
          <p:nvPr/>
        </p:nvGrpSpPr>
        <p:grpSpPr>
          <a:xfrm>
            <a:off x="3682823" y="3267916"/>
            <a:ext cx="1337110" cy="2476983"/>
            <a:chOff x="2054944" y="1446834"/>
            <a:chExt cx="1337110" cy="2476983"/>
          </a:xfrm>
        </p:grpSpPr>
        <p:sp>
          <p:nvSpPr>
            <p:cNvPr id="48" name="Arc 47">
              <a:extLst>
                <a:ext uri="{FF2B5EF4-FFF2-40B4-BE49-F238E27FC236}">
                  <a16:creationId xmlns:a16="http://schemas.microsoft.com/office/drawing/2014/main" id="{6F613FD5-7A0D-233C-A107-EFD3F522B782}"/>
                </a:ext>
              </a:extLst>
            </p:cNvPr>
            <p:cNvSpPr/>
            <p:nvPr/>
          </p:nvSpPr>
          <p:spPr>
            <a:xfrm flipV="1">
              <a:off x="2054944" y="1446834"/>
              <a:ext cx="1337110" cy="2476983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Arc 48">
              <a:extLst>
                <a:ext uri="{FF2B5EF4-FFF2-40B4-BE49-F238E27FC236}">
                  <a16:creationId xmlns:a16="http://schemas.microsoft.com/office/drawing/2014/main" id="{AC593B6D-A53E-6C94-74FD-EA1E87B9AF04}"/>
                </a:ext>
              </a:extLst>
            </p:cNvPr>
            <p:cNvSpPr/>
            <p:nvPr/>
          </p:nvSpPr>
          <p:spPr>
            <a:xfrm>
              <a:off x="2054944" y="2314936"/>
              <a:ext cx="1337110" cy="740778"/>
            </a:xfrm>
            <a:prstGeom prst="arc">
              <a:avLst>
                <a:gd name="adj1" fmla="val 10741240"/>
                <a:gd name="adj2" fmla="val 0"/>
              </a:avLst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85B20D1-BE4F-F71A-28CE-4EB8085BD1D1}"/>
              </a:ext>
            </a:extLst>
          </p:cNvPr>
          <p:cNvCxnSpPr>
            <a:cxnSpLocks/>
          </p:cNvCxnSpPr>
          <p:nvPr/>
        </p:nvCxnSpPr>
        <p:spPr>
          <a:xfrm flipH="1">
            <a:off x="10368373" y="3048000"/>
            <a:ext cx="653588" cy="14584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3" name="Arc 152">
            <a:extLst>
              <a:ext uri="{FF2B5EF4-FFF2-40B4-BE49-F238E27FC236}">
                <a16:creationId xmlns:a16="http://schemas.microsoft.com/office/drawing/2014/main" id="{8A14A536-DDE0-6E1E-381F-ABF168ED38FC}"/>
              </a:ext>
            </a:extLst>
          </p:cNvPr>
          <p:cNvSpPr/>
          <p:nvPr/>
        </p:nvSpPr>
        <p:spPr>
          <a:xfrm>
            <a:off x="9684851" y="2663720"/>
            <a:ext cx="1337110" cy="740778"/>
          </a:xfrm>
          <a:prstGeom prst="arc">
            <a:avLst>
              <a:gd name="adj1" fmla="val 13287883"/>
              <a:gd name="adj2" fmla="val 0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1" name="Arc 210">
            <a:extLst>
              <a:ext uri="{FF2B5EF4-FFF2-40B4-BE49-F238E27FC236}">
                <a16:creationId xmlns:a16="http://schemas.microsoft.com/office/drawing/2014/main" id="{8642523C-C07C-B0F5-102C-8815A9CA6A82}"/>
              </a:ext>
            </a:extLst>
          </p:cNvPr>
          <p:cNvSpPr/>
          <p:nvPr/>
        </p:nvSpPr>
        <p:spPr>
          <a:xfrm>
            <a:off x="678557" y="484126"/>
            <a:ext cx="11332417" cy="8044565"/>
          </a:xfrm>
          <a:prstGeom prst="arc">
            <a:avLst>
              <a:gd name="adj1" fmla="val 10799106"/>
              <a:gd name="adj2" fmla="val 12734429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2" name="Arc 211">
            <a:extLst>
              <a:ext uri="{FF2B5EF4-FFF2-40B4-BE49-F238E27FC236}">
                <a16:creationId xmlns:a16="http://schemas.microsoft.com/office/drawing/2014/main" id="{EB3BC6B4-807B-F263-F56A-F63C436997FC}"/>
              </a:ext>
            </a:extLst>
          </p:cNvPr>
          <p:cNvSpPr/>
          <p:nvPr/>
        </p:nvSpPr>
        <p:spPr>
          <a:xfrm>
            <a:off x="678556" y="484125"/>
            <a:ext cx="11332417" cy="8044565"/>
          </a:xfrm>
          <a:prstGeom prst="arc">
            <a:avLst>
              <a:gd name="adj1" fmla="val 12666681"/>
              <a:gd name="adj2" fmla="val 0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F0119157-69AD-CA0D-3F7C-7CDC8D9C2C30}"/>
              </a:ext>
            </a:extLst>
          </p:cNvPr>
          <p:cNvCxnSpPr>
            <a:cxnSpLocks/>
            <a:endCxn id="211" idx="0"/>
          </p:cNvCxnSpPr>
          <p:nvPr/>
        </p:nvCxnSpPr>
        <p:spPr>
          <a:xfrm flipV="1">
            <a:off x="678557" y="4507882"/>
            <a:ext cx="0" cy="1786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B6F6ECCB-6505-B808-FB0B-89AB0E6B77FF}"/>
              </a:ext>
            </a:extLst>
          </p:cNvPr>
          <p:cNvCxnSpPr>
            <a:cxnSpLocks/>
          </p:cNvCxnSpPr>
          <p:nvPr/>
        </p:nvCxnSpPr>
        <p:spPr>
          <a:xfrm flipV="1">
            <a:off x="12010973" y="4506407"/>
            <a:ext cx="0" cy="178623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BCA30A94-2386-452F-E0D7-6E2073B02618}"/>
              </a:ext>
            </a:extLst>
          </p:cNvPr>
          <p:cNvCxnSpPr>
            <a:cxnSpLocks/>
          </p:cNvCxnSpPr>
          <p:nvPr/>
        </p:nvCxnSpPr>
        <p:spPr>
          <a:xfrm flipH="1">
            <a:off x="678556" y="6292645"/>
            <a:ext cx="1133241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0" name="TextBox 239">
            <a:extLst>
              <a:ext uri="{FF2B5EF4-FFF2-40B4-BE49-F238E27FC236}">
                <a16:creationId xmlns:a16="http://schemas.microsoft.com/office/drawing/2014/main" id="{2D8DE407-D76A-F78B-288F-9CD542C63A2C}"/>
              </a:ext>
            </a:extLst>
          </p:cNvPr>
          <p:cNvSpPr txBox="1"/>
          <p:nvPr/>
        </p:nvSpPr>
        <p:spPr>
          <a:xfrm>
            <a:off x="10395828" y="5748351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Build Plate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2645C9-E5CC-0CAB-33D4-12660EADA263}"/>
              </a:ext>
            </a:extLst>
          </p:cNvPr>
          <p:cNvCxnSpPr>
            <a:cxnSpLocks/>
          </p:cNvCxnSpPr>
          <p:nvPr/>
        </p:nvCxnSpPr>
        <p:spPr>
          <a:xfrm flipH="1">
            <a:off x="9385512" y="2705807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3292960-D9DF-6E1C-698D-4B7183C75032}"/>
              </a:ext>
            </a:extLst>
          </p:cNvPr>
          <p:cNvCxnSpPr>
            <a:cxnSpLocks/>
          </p:cNvCxnSpPr>
          <p:nvPr/>
        </p:nvCxnSpPr>
        <p:spPr>
          <a:xfrm flipH="1">
            <a:off x="8716068" y="2706775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5EB938C-581B-D765-8991-BB0A089A7E11}"/>
              </a:ext>
            </a:extLst>
          </p:cNvPr>
          <p:cNvCxnSpPr>
            <a:cxnSpLocks/>
          </p:cNvCxnSpPr>
          <p:nvPr/>
        </p:nvCxnSpPr>
        <p:spPr>
          <a:xfrm flipH="1">
            <a:off x="8060890" y="2706775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B6B6D8C-B645-9DDA-5904-3774054D1888}"/>
              </a:ext>
            </a:extLst>
          </p:cNvPr>
          <p:cNvCxnSpPr>
            <a:cxnSpLocks/>
          </p:cNvCxnSpPr>
          <p:nvPr/>
        </p:nvCxnSpPr>
        <p:spPr>
          <a:xfrm flipH="1">
            <a:off x="7367990" y="270725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BEE086C0-EEA6-C08A-A193-79E69589CB86}"/>
              </a:ext>
            </a:extLst>
          </p:cNvPr>
          <p:cNvCxnSpPr>
            <a:cxnSpLocks/>
          </p:cNvCxnSpPr>
          <p:nvPr/>
        </p:nvCxnSpPr>
        <p:spPr>
          <a:xfrm flipH="1">
            <a:off x="6704919" y="2705807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D51A71DA-C9FC-37A7-0FF9-A39B2BCFCFCE}"/>
              </a:ext>
            </a:extLst>
          </p:cNvPr>
          <p:cNvCxnSpPr>
            <a:cxnSpLocks/>
          </p:cNvCxnSpPr>
          <p:nvPr/>
        </p:nvCxnSpPr>
        <p:spPr>
          <a:xfrm flipH="1">
            <a:off x="6018438" y="2705807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7F122996-BC5C-A467-F59F-3E43B7B5E36C}"/>
              </a:ext>
            </a:extLst>
          </p:cNvPr>
          <p:cNvCxnSpPr>
            <a:cxnSpLocks/>
          </p:cNvCxnSpPr>
          <p:nvPr/>
        </p:nvCxnSpPr>
        <p:spPr>
          <a:xfrm flipH="1">
            <a:off x="5365588" y="2705807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A2259FB4-9C01-A375-A87D-7B6FD92A99F3}"/>
              </a:ext>
            </a:extLst>
          </p:cNvPr>
          <p:cNvCxnSpPr>
            <a:cxnSpLocks/>
          </p:cNvCxnSpPr>
          <p:nvPr/>
        </p:nvCxnSpPr>
        <p:spPr>
          <a:xfrm flipH="1">
            <a:off x="4705498" y="2697419"/>
            <a:ext cx="655178" cy="148678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5" name="Arc 204">
            <a:extLst>
              <a:ext uri="{FF2B5EF4-FFF2-40B4-BE49-F238E27FC236}">
                <a16:creationId xmlns:a16="http://schemas.microsoft.com/office/drawing/2014/main" id="{8C74CEEC-DFF3-F867-1312-92DA4C7D46A5}"/>
              </a:ext>
            </a:extLst>
          </p:cNvPr>
          <p:cNvSpPr/>
          <p:nvPr/>
        </p:nvSpPr>
        <p:spPr>
          <a:xfrm>
            <a:off x="4390923" y="2566558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25066EC-A746-8610-F29F-54F1918E7461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4498848" y="2705807"/>
            <a:ext cx="212263" cy="48168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9" name="Arc 208">
            <a:extLst>
              <a:ext uri="{FF2B5EF4-FFF2-40B4-BE49-F238E27FC236}">
                <a16:creationId xmlns:a16="http://schemas.microsoft.com/office/drawing/2014/main" id="{83C546E3-56C8-414C-FB21-1CCC9945621E}"/>
              </a:ext>
            </a:extLst>
          </p:cNvPr>
          <p:cNvSpPr/>
          <p:nvPr/>
        </p:nvSpPr>
        <p:spPr>
          <a:xfrm>
            <a:off x="3676450" y="2558170"/>
            <a:ext cx="1348967" cy="1053848"/>
          </a:xfrm>
          <a:prstGeom prst="arc">
            <a:avLst>
              <a:gd name="adj1" fmla="val 11668539"/>
              <a:gd name="adj2" fmla="val 18840024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D01334EF-3355-39F9-AC76-981213E10A04}"/>
              </a:ext>
            </a:extLst>
          </p:cNvPr>
          <p:cNvCxnSpPr>
            <a:cxnSpLocks noChangeAspect="1"/>
            <a:stCxn id="209" idx="0"/>
          </p:cNvCxnSpPr>
          <p:nvPr/>
        </p:nvCxnSpPr>
        <p:spPr>
          <a:xfrm flipH="1">
            <a:off x="3409498" y="2919760"/>
            <a:ext cx="301014" cy="68581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6" name="Arc 215">
            <a:extLst>
              <a:ext uri="{FF2B5EF4-FFF2-40B4-BE49-F238E27FC236}">
                <a16:creationId xmlns:a16="http://schemas.microsoft.com/office/drawing/2014/main" id="{DC8DB4CC-C5E8-F651-85C5-C2942D3323F2}"/>
              </a:ext>
            </a:extLst>
          </p:cNvPr>
          <p:cNvSpPr/>
          <p:nvPr/>
        </p:nvSpPr>
        <p:spPr>
          <a:xfrm rot="561463" flipV="1">
            <a:off x="3409526" y="3325213"/>
            <a:ext cx="1080550" cy="710182"/>
          </a:xfrm>
          <a:prstGeom prst="arc">
            <a:avLst>
              <a:gd name="adj1" fmla="val 10898973"/>
              <a:gd name="adj2" fmla="val 21428541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3" name="Arc 222">
            <a:extLst>
              <a:ext uri="{FF2B5EF4-FFF2-40B4-BE49-F238E27FC236}">
                <a16:creationId xmlns:a16="http://schemas.microsoft.com/office/drawing/2014/main" id="{7A3D8277-0ED5-650A-9224-8F6A6BA641F2}"/>
              </a:ext>
            </a:extLst>
          </p:cNvPr>
          <p:cNvSpPr/>
          <p:nvPr/>
        </p:nvSpPr>
        <p:spPr>
          <a:xfrm rot="1835011">
            <a:off x="3432089" y="2755386"/>
            <a:ext cx="1021910" cy="1901877"/>
          </a:xfrm>
          <a:prstGeom prst="arc">
            <a:avLst>
              <a:gd name="adj1" fmla="val 9526690"/>
              <a:gd name="adj2" fmla="val 20350075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F877E93-8515-B1AE-E36B-4D5AA6A0FDA5}"/>
              </a:ext>
            </a:extLst>
          </p:cNvPr>
          <p:cNvGrpSpPr/>
          <p:nvPr/>
        </p:nvGrpSpPr>
        <p:grpSpPr>
          <a:xfrm>
            <a:off x="3594634" y="3989969"/>
            <a:ext cx="109271" cy="109271"/>
            <a:chOff x="3354375" y="4234433"/>
            <a:chExt cx="131191" cy="131191"/>
          </a:xfrm>
        </p:grpSpPr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248C889D-1FA0-16D5-C97F-F1EBE9E799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9E554648-E04D-62BB-5348-6A991E90AD0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9AEC1019-1EB0-2FF4-B785-B6A4B17ABDE9}"/>
              </a:ext>
            </a:extLst>
          </p:cNvPr>
          <p:cNvGrpSpPr/>
          <p:nvPr/>
        </p:nvGrpSpPr>
        <p:grpSpPr>
          <a:xfrm>
            <a:off x="2920834" y="4078515"/>
            <a:ext cx="899117" cy="402497"/>
            <a:chOff x="2920834" y="4078515"/>
            <a:chExt cx="899117" cy="40249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1319CDBC-D489-7305-42B5-34FFF3AB3963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3C5AEA25-E79F-DB40-1D21-22455CDB3427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E1C3C107-7E03-65C1-AAC1-8B086EEA36FE}"/>
                </a:ext>
              </a:extLst>
            </p:cNvPr>
            <p:cNvSpPr/>
            <p:nvPr/>
          </p:nvSpPr>
          <p:spPr>
            <a:xfrm>
              <a:off x="3622299" y="4093770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C9AA3E5D-A828-0F63-F9E5-94D35AE95F4A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5C3F9D5D-8C68-BAAD-F1BB-550DF25869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F4E1FF06-1F07-C7C3-1CB3-A2D22BF5DAD8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8519ADBF-8F2B-55B8-C5AA-C164AF4B7CFF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67F2F180-4BD6-B17A-C6B7-A798DE3D41CB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5" name="Oval 254">
              <a:extLst>
                <a:ext uri="{FF2B5EF4-FFF2-40B4-BE49-F238E27FC236}">
                  <a16:creationId xmlns:a16="http://schemas.microsoft.com/office/drawing/2014/main" id="{5410EBD5-794D-E1AE-9A9A-ADC175245B76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6" name="Oval 255">
              <a:extLst>
                <a:ext uri="{FF2B5EF4-FFF2-40B4-BE49-F238E27FC236}">
                  <a16:creationId xmlns:a16="http://schemas.microsoft.com/office/drawing/2014/main" id="{081DF7B8-6BD3-70D6-4417-638C009A0309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" name="Oval 258">
              <a:extLst>
                <a:ext uri="{FF2B5EF4-FFF2-40B4-BE49-F238E27FC236}">
                  <a16:creationId xmlns:a16="http://schemas.microsoft.com/office/drawing/2014/main" id="{05C892C6-C4D1-85AF-FFB5-357DBAE4E7C3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" name="Oval 259">
              <a:extLst>
                <a:ext uri="{FF2B5EF4-FFF2-40B4-BE49-F238E27FC236}">
                  <a16:creationId xmlns:a16="http://schemas.microsoft.com/office/drawing/2014/main" id="{839AD525-DE2E-F910-648F-1FE6C1ED24BF}"/>
                </a:ext>
              </a:extLst>
            </p:cNvPr>
            <p:cNvSpPr/>
            <p:nvPr/>
          </p:nvSpPr>
          <p:spPr>
            <a:xfrm rot="9262909">
              <a:off x="2920834" y="4140432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" name="Oval 260">
              <a:extLst>
                <a:ext uri="{FF2B5EF4-FFF2-40B4-BE49-F238E27FC236}">
                  <a16:creationId xmlns:a16="http://schemas.microsoft.com/office/drawing/2014/main" id="{8FF3270F-5B13-6582-13DD-0694BB557F34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F4E7661D-153F-EE09-B989-299566275FA9}"/>
              </a:ext>
            </a:extLst>
          </p:cNvPr>
          <p:cNvGrpSpPr/>
          <p:nvPr/>
        </p:nvGrpSpPr>
        <p:grpSpPr>
          <a:xfrm>
            <a:off x="2192767" y="4080625"/>
            <a:ext cx="747075" cy="402497"/>
            <a:chOff x="2908293" y="4078515"/>
            <a:chExt cx="747075" cy="40249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0D1B5BC6-44C1-7EBC-8A21-D5BF2F8D6459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5" name="Oval 264">
              <a:extLst>
                <a:ext uri="{FF2B5EF4-FFF2-40B4-BE49-F238E27FC236}">
                  <a16:creationId xmlns:a16="http://schemas.microsoft.com/office/drawing/2014/main" id="{88AEADB5-2D2E-7758-E0C6-199B663894F1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7" name="Oval 266">
              <a:extLst>
                <a:ext uri="{FF2B5EF4-FFF2-40B4-BE49-F238E27FC236}">
                  <a16:creationId xmlns:a16="http://schemas.microsoft.com/office/drawing/2014/main" id="{2C1DABC5-78C4-DB9C-A6CE-D5ABC6E0605B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8" name="Oval 267">
              <a:extLst>
                <a:ext uri="{FF2B5EF4-FFF2-40B4-BE49-F238E27FC236}">
                  <a16:creationId xmlns:a16="http://schemas.microsoft.com/office/drawing/2014/main" id="{A7D8900C-E9E7-0C13-0F44-6DA22018D6F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9" name="Oval 268">
              <a:extLst>
                <a:ext uri="{FF2B5EF4-FFF2-40B4-BE49-F238E27FC236}">
                  <a16:creationId xmlns:a16="http://schemas.microsoft.com/office/drawing/2014/main" id="{485C01CB-CADD-8B51-6F49-094656808144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6A0F6ED6-060C-9897-5851-78297D7694E6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42CF20CA-2849-8CA2-47E9-B28D399712A5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EB047436-66B4-C70E-D128-150B834EAA09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3" name="Oval 272">
              <a:extLst>
                <a:ext uri="{FF2B5EF4-FFF2-40B4-BE49-F238E27FC236}">
                  <a16:creationId xmlns:a16="http://schemas.microsoft.com/office/drawing/2014/main" id="{D745014B-69CD-EA63-C1CB-C12E289FC874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4" name="Oval 273">
              <a:extLst>
                <a:ext uri="{FF2B5EF4-FFF2-40B4-BE49-F238E27FC236}">
                  <a16:creationId xmlns:a16="http://schemas.microsoft.com/office/drawing/2014/main" id="{276F2BB6-3D07-BEF1-53CE-EFEEEFB6B2F9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5" name="Oval 274">
              <a:extLst>
                <a:ext uri="{FF2B5EF4-FFF2-40B4-BE49-F238E27FC236}">
                  <a16:creationId xmlns:a16="http://schemas.microsoft.com/office/drawing/2014/main" id="{52C4E985-2AB5-3583-2816-D879F7BBBF6B}"/>
                </a:ext>
              </a:extLst>
            </p:cNvPr>
            <p:cNvSpPr/>
            <p:nvPr/>
          </p:nvSpPr>
          <p:spPr>
            <a:xfrm rot="9262909">
              <a:off x="2908293" y="412568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6" name="Oval 275">
              <a:extLst>
                <a:ext uri="{FF2B5EF4-FFF2-40B4-BE49-F238E27FC236}">
                  <a16:creationId xmlns:a16="http://schemas.microsoft.com/office/drawing/2014/main" id="{00771372-1DFC-85DB-A2CC-FD4CEA933374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36E68B46-68FE-CADC-8A4B-FF67E49E5A5A}"/>
              </a:ext>
            </a:extLst>
          </p:cNvPr>
          <p:cNvGrpSpPr/>
          <p:nvPr/>
        </p:nvGrpSpPr>
        <p:grpSpPr>
          <a:xfrm>
            <a:off x="1458082" y="4075530"/>
            <a:ext cx="754059" cy="402497"/>
            <a:chOff x="2901309" y="4078515"/>
            <a:chExt cx="754059" cy="40249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78" name="Oval 277">
              <a:extLst>
                <a:ext uri="{FF2B5EF4-FFF2-40B4-BE49-F238E27FC236}">
                  <a16:creationId xmlns:a16="http://schemas.microsoft.com/office/drawing/2014/main" id="{1B66AB18-AEF3-B337-2DCB-64B4DAE4CC60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544485C0-7E93-7A78-AA0C-10E6EF116939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0" name="Oval 279">
              <a:extLst>
                <a:ext uri="{FF2B5EF4-FFF2-40B4-BE49-F238E27FC236}">
                  <a16:creationId xmlns:a16="http://schemas.microsoft.com/office/drawing/2014/main" id="{F6E7EA53-307F-EFEA-E4D7-40A4DD7BA04E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BD80146D-32DE-28E9-6F80-86EB436509F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7AE42337-0DEE-1C8C-1BE9-7CEDBE679104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23CEBBE1-A7C3-BA01-F0DF-C3BFC2C4323D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F87F3F2F-4B5D-2326-FA51-80399561FD6E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AC050ACB-805C-BE8F-E67C-2B015E65D6CE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F236E262-D8E1-2503-68DF-28E0E93AF3FA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A234783D-9F72-0349-F7CF-2FBD68585172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B1AB60A5-C1D7-E977-E473-2F996053274A}"/>
                </a:ext>
              </a:extLst>
            </p:cNvPr>
            <p:cNvSpPr/>
            <p:nvPr/>
          </p:nvSpPr>
          <p:spPr>
            <a:xfrm rot="9262909">
              <a:off x="2901309" y="415525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8FA4B548-6B31-6493-D6CB-50804CAB7497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E0973F92-9DA3-3DAF-7890-AB60250903D3}"/>
              </a:ext>
            </a:extLst>
          </p:cNvPr>
          <p:cNvGrpSpPr/>
          <p:nvPr/>
        </p:nvGrpSpPr>
        <p:grpSpPr>
          <a:xfrm>
            <a:off x="781002" y="4070940"/>
            <a:ext cx="691999" cy="407124"/>
            <a:chOff x="2963369" y="4073888"/>
            <a:chExt cx="691999" cy="40712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76106CB6-A82A-2875-88A0-6C1861000CAE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ACB1B100-70B4-B57E-DE2E-5C51B7D3F3B9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5A8938B1-8F94-447B-9B6F-67E0636A273A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6C95C8CD-B733-2A31-A551-35F5AB22017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E52958D7-009A-E587-747D-749A7447C652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94EA2D42-A7E5-1299-0E06-B819117939C4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0A979471-FF04-133B-2E80-CB6C4CF4B262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FCE7FF7F-F4C9-00A0-AB1E-9EB79C25FD99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9F17D953-1106-D960-BE01-82A1DECB3485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03CC9B6C-ED0F-C080-25BD-854AD9998B44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1" name="Oval 300">
              <a:extLst>
                <a:ext uri="{FF2B5EF4-FFF2-40B4-BE49-F238E27FC236}">
                  <a16:creationId xmlns:a16="http://schemas.microsoft.com/office/drawing/2014/main" id="{582A80FC-1B27-250D-243F-6F3681E85335}"/>
                </a:ext>
              </a:extLst>
            </p:cNvPr>
            <p:cNvSpPr/>
            <p:nvPr/>
          </p:nvSpPr>
          <p:spPr>
            <a:xfrm rot="9262909">
              <a:off x="2974969" y="4073888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2603B695-31AD-5DFA-D240-15CC7D877143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9B892BCE-8C82-CD1B-67E5-AE2776DADD9A}"/>
              </a:ext>
            </a:extLst>
          </p:cNvPr>
          <p:cNvGrpSpPr/>
          <p:nvPr/>
        </p:nvGrpSpPr>
        <p:grpSpPr>
          <a:xfrm>
            <a:off x="10395828" y="4061228"/>
            <a:ext cx="691999" cy="402497"/>
            <a:chOff x="2963369" y="4078515"/>
            <a:chExt cx="691999" cy="402497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04" name="Oval 303">
              <a:extLst>
                <a:ext uri="{FF2B5EF4-FFF2-40B4-BE49-F238E27FC236}">
                  <a16:creationId xmlns:a16="http://schemas.microsoft.com/office/drawing/2014/main" id="{7446E4B9-2AD3-87A6-6567-E1B0CB07BC24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5" name="Oval 304">
              <a:extLst>
                <a:ext uri="{FF2B5EF4-FFF2-40B4-BE49-F238E27FC236}">
                  <a16:creationId xmlns:a16="http://schemas.microsoft.com/office/drawing/2014/main" id="{C746F313-D7AA-85CA-B4B7-461557805D97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34957C07-67AB-9D79-79F6-E7A180F4E210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7980E0D1-2500-FD90-9BCD-9C117014E1F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8" name="Oval 307">
              <a:extLst>
                <a:ext uri="{FF2B5EF4-FFF2-40B4-BE49-F238E27FC236}">
                  <a16:creationId xmlns:a16="http://schemas.microsoft.com/office/drawing/2014/main" id="{6E4648B5-3242-9C56-48DD-E99FAB5D9F38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9" name="Oval 308">
              <a:extLst>
                <a:ext uri="{FF2B5EF4-FFF2-40B4-BE49-F238E27FC236}">
                  <a16:creationId xmlns:a16="http://schemas.microsoft.com/office/drawing/2014/main" id="{00014A8F-1F1F-8666-03D4-07A9CC618694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0" name="Oval 309">
              <a:extLst>
                <a:ext uri="{FF2B5EF4-FFF2-40B4-BE49-F238E27FC236}">
                  <a16:creationId xmlns:a16="http://schemas.microsoft.com/office/drawing/2014/main" id="{62E49A2E-3DA9-8464-92A3-F306F1D523C5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1" name="Oval 310">
              <a:extLst>
                <a:ext uri="{FF2B5EF4-FFF2-40B4-BE49-F238E27FC236}">
                  <a16:creationId xmlns:a16="http://schemas.microsoft.com/office/drawing/2014/main" id="{CB6C5400-28E3-A4D8-C8C3-9B80B9C13A00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2" name="Oval 311">
              <a:extLst>
                <a:ext uri="{FF2B5EF4-FFF2-40B4-BE49-F238E27FC236}">
                  <a16:creationId xmlns:a16="http://schemas.microsoft.com/office/drawing/2014/main" id="{FBEB9965-95A0-A77E-BB6A-50DABE9E4875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3" name="Oval 312">
              <a:extLst>
                <a:ext uri="{FF2B5EF4-FFF2-40B4-BE49-F238E27FC236}">
                  <a16:creationId xmlns:a16="http://schemas.microsoft.com/office/drawing/2014/main" id="{98DCFDD1-48A5-5E29-A734-DFD171893CF7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5" name="Oval 314">
              <a:extLst>
                <a:ext uri="{FF2B5EF4-FFF2-40B4-BE49-F238E27FC236}">
                  <a16:creationId xmlns:a16="http://schemas.microsoft.com/office/drawing/2014/main" id="{14430C05-21EF-870D-D61A-2066E93153D3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B6072E85-28FA-3EBC-7898-DEB48BB15DF5}"/>
              </a:ext>
            </a:extLst>
          </p:cNvPr>
          <p:cNvGrpSpPr/>
          <p:nvPr/>
        </p:nvGrpSpPr>
        <p:grpSpPr>
          <a:xfrm>
            <a:off x="11129938" y="4056601"/>
            <a:ext cx="691999" cy="407124"/>
            <a:chOff x="2963369" y="4073888"/>
            <a:chExt cx="691999" cy="40712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317" name="Oval 316">
              <a:extLst>
                <a:ext uri="{FF2B5EF4-FFF2-40B4-BE49-F238E27FC236}">
                  <a16:creationId xmlns:a16="http://schemas.microsoft.com/office/drawing/2014/main" id="{A6DECB85-B5F8-4630-6B5D-DB1A7097C8E2}"/>
                </a:ext>
              </a:extLst>
            </p:cNvPr>
            <p:cNvSpPr/>
            <p:nvPr/>
          </p:nvSpPr>
          <p:spPr>
            <a:xfrm>
              <a:off x="3492913" y="4314515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8" name="Oval 317">
              <a:extLst>
                <a:ext uri="{FF2B5EF4-FFF2-40B4-BE49-F238E27FC236}">
                  <a16:creationId xmlns:a16="http://schemas.microsoft.com/office/drawing/2014/main" id="{734C2AD9-A488-30CB-EE44-C71F834738BA}"/>
                </a:ext>
              </a:extLst>
            </p:cNvPr>
            <p:cNvSpPr/>
            <p:nvPr/>
          </p:nvSpPr>
          <p:spPr>
            <a:xfrm>
              <a:off x="3549715" y="4227307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9" name="Oval 318">
              <a:extLst>
                <a:ext uri="{FF2B5EF4-FFF2-40B4-BE49-F238E27FC236}">
                  <a16:creationId xmlns:a16="http://schemas.microsoft.com/office/drawing/2014/main" id="{CAB525D7-5B04-633E-A592-560C015B53F2}"/>
                </a:ext>
              </a:extLst>
            </p:cNvPr>
            <p:cNvSpPr/>
            <p:nvPr/>
          </p:nvSpPr>
          <p:spPr>
            <a:xfrm>
              <a:off x="3452353" y="410453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0" name="Oval 319">
              <a:extLst>
                <a:ext uri="{FF2B5EF4-FFF2-40B4-BE49-F238E27FC236}">
                  <a16:creationId xmlns:a16="http://schemas.microsoft.com/office/drawing/2014/main" id="{B4223BA8-AE77-68D2-3F13-D597C48A74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48B07B4E-4AC0-7FDA-6541-BFC1B0B216C2}"/>
                </a:ext>
              </a:extLst>
            </p:cNvPr>
            <p:cNvSpPr/>
            <p:nvPr/>
          </p:nvSpPr>
          <p:spPr>
            <a:xfrm rot="9262909">
              <a:off x="3209330" y="4318557"/>
              <a:ext cx="162455" cy="16245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16127345-BBA4-0659-E1AE-8DB35225246E}"/>
                </a:ext>
              </a:extLst>
            </p:cNvPr>
            <p:cNvSpPr/>
            <p:nvPr/>
          </p:nvSpPr>
          <p:spPr>
            <a:xfrm rot="9262909">
              <a:off x="3393252" y="4404231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EA8CF80A-1D44-8B83-556C-E13B44A65DE3}"/>
                </a:ext>
              </a:extLst>
            </p:cNvPr>
            <p:cNvSpPr/>
            <p:nvPr/>
          </p:nvSpPr>
          <p:spPr>
            <a:xfrm rot="9262909">
              <a:off x="2963369" y="4278242"/>
              <a:ext cx="197652" cy="197652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E904F320-A30B-D4AB-3B04-47537259E05D}"/>
                </a:ext>
              </a:extLst>
            </p:cNvPr>
            <p:cNvSpPr/>
            <p:nvPr/>
          </p:nvSpPr>
          <p:spPr>
            <a:xfrm rot="10140151">
              <a:off x="3158944" y="4163691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B06315DB-26B5-D916-91E3-1519F7E1735E}"/>
                </a:ext>
              </a:extLst>
            </p:cNvPr>
            <p:cNvSpPr/>
            <p:nvPr/>
          </p:nvSpPr>
          <p:spPr>
            <a:xfrm rot="9262909">
              <a:off x="3291302" y="4078515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6" name="Oval 325">
              <a:extLst>
                <a:ext uri="{FF2B5EF4-FFF2-40B4-BE49-F238E27FC236}">
                  <a16:creationId xmlns:a16="http://schemas.microsoft.com/office/drawing/2014/main" id="{5DFD6858-7500-9DED-5AC3-8676BA9265A2}"/>
                </a:ext>
              </a:extLst>
            </p:cNvPr>
            <p:cNvSpPr/>
            <p:nvPr/>
          </p:nvSpPr>
          <p:spPr>
            <a:xfrm>
              <a:off x="3126170" y="4089068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7" name="Oval 326">
              <a:extLst>
                <a:ext uri="{FF2B5EF4-FFF2-40B4-BE49-F238E27FC236}">
                  <a16:creationId xmlns:a16="http://schemas.microsoft.com/office/drawing/2014/main" id="{AB5C901B-AB1F-27ED-0010-3568286F9916}"/>
                </a:ext>
              </a:extLst>
            </p:cNvPr>
            <p:cNvSpPr/>
            <p:nvPr/>
          </p:nvSpPr>
          <p:spPr>
            <a:xfrm rot="9262909">
              <a:off x="2974969" y="4073888"/>
              <a:ext cx="131191" cy="131191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8" name="Oval 327">
              <a:extLst>
                <a:ext uri="{FF2B5EF4-FFF2-40B4-BE49-F238E27FC236}">
                  <a16:creationId xmlns:a16="http://schemas.microsoft.com/office/drawing/2014/main" id="{F2857281-38AB-2826-A884-A18810D7F5D8}"/>
                </a:ext>
              </a:extLst>
            </p:cNvPr>
            <p:cNvSpPr/>
            <p:nvPr/>
          </p:nvSpPr>
          <p:spPr>
            <a:xfrm>
              <a:off x="3073580" y="4196510"/>
              <a:ext cx="75845" cy="75845"/>
            </a:xfrm>
            <a:prstGeom prst="ellipse">
              <a:avLst/>
            </a:prstGeom>
            <a:grpFill/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FB26D78-2BDB-5704-F94D-898624E1C4CA}"/>
              </a:ext>
            </a:extLst>
          </p:cNvPr>
          <p:cNvGrpSpPr/>
          <p:nvPr/>
        </p:nvGrpSpPr>
        <p:grpSpPr>
          <a:xfrm>
            <a:off x="3369816" y="3876020"/>
            <a:ext cx="209043" cy="209043"/>
            <a:chOff x="3354375" y="4234433"/>
            <a:chExt cx="131191" cy="131191"/>
          </a:xfrm>
        </p:grpSpPr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40AC4AC5-149F-6930-40A8-CA610BBB99B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47E8E07A-25D4-5A31-B8F0-4C0926C9085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70FDB7CF-2B97-9585-7A57-21E9785AC7D2}"/>
              </a:ext>
            </a:extLst>
          </p:cNvPr>
          <p:cNvGrpSpPr/>
          <p:nvPr/>
        </p:nvGrpSpPr>
        <p:grpSpPr>
          <a:xfrm>
            <a:off x="3260767" y="3404498"/>
            <a:ext cx="150955" cy="150955"/>
            <a:chOff x="3354375" y="4234433"/>
            <a:chExt cx="131191" cy="131191"/>
          </a:xfrm>
        </p:grpSpPr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342634B9-A20A-7615-1CFE-A17A4A65D86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6001C75E-26C4-64E9-2B7F-ECCEE1C4F4C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8" name="Group 337">
            <a:extLst>
              <a:ext uri="{FF2B5EF4-FFF2-40B4-BE49-F238E27FC236}">
                <a16:creationId xmlns:a16="http://schemas.microsoft.com/office/drawing/2014/main" id="{2F084FAA-F390-83A5-C721-C30E213487BA}"/>
              </a:ext>
            </a:extLst>
          </p:cNvPr>
          <p:cNvGrpSpPr/>
          <p:nvPr/>
        </p:nvGrpSpPr>
        <p:grpSpPr>
          <a:xfrm>
            <a:off x="3275607" y="3740395"/>
            <a:ext cx="150955" cy="150955"/>
            <a:chOff x="3354375" y="4234433"/>
            <a:chExt cx="131191" cy="131191"/>
          </a:xfrm>
        </p:grpSpPr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66B6FF9A-2507-4B95-96DD-BC63F2432E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D992A742-5879-657D-278B-2B78BB25F1E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1" name="Group 340">
            <a:extLst>
              <a:ext uri="{FF2B5EF4-FFF2-40B4-BE49-F238E27FC236}">
                <a16:creationId xmlns:a16="http://schemas.microsoft.com/office/drawing/2014/main" id="{DCD77835-4E85-FDE8-E746-59BC1E9BB60B}"/>
              </a:ext>
            </a:extLst>
          </p:cNvPr>
          <p:cNvGrpSpPr/>
          <p:nvPr/>
        </p:nvGrpSpPr>
        <p:grpSpPr>
          <a:xfrm>
            <a:off x="3305228" y="3915605"/>
            <a:ext cx="76198" cy="76198"/>
            <a:chOff x="3354375" y="4234433"/>
            <a:chExt cx="131191" cy="131191"/>
          </a:xfrm>
        </p:grpSpPr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CAC4C71C-01B0-D9C1-8D35-763B2A6AEEE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555B07A2-4E37-D49B-7492-9E8EC57DFF1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C62B82AD-CC10-B13D-D361-43393D701069}"/>
              </a:ext>
            </a:extLst>
          </p:cNvPr>
          <p:cNvGrpSpPr/>
          <p:nvPr/>
        </p:nvGrpSpPr>
        <p:grpSpPr>
          <a:xfrm>
            <a:off x="3147742" y="3812546"/>
            <a:ext cx="141158" cy="141158"/>
            <a:chOff x="3354375" y="4234433"/>
            <a:chExt cx="131191" cy="131191"/>
          </a:xfrm>
        </p:grpSpPr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58BF2CC-4A30-CAC3-AA0E-11B014DF5FB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D2BB5506-2AC2-51FB-02B1-03A7153BBD7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782F6D92-827A-53F6-E112-9D3BE7F33B59}"/>
              </a:ext>
            </a:extLst>
          </p:cNvPr>
          <p:cNvGrpSpPr/>
          <p:nvPr/>
        </p:nvGrpSpPr>
        <p:grpSpPr>
          <a:xfrm>
            <a:off x="3213874" y="3958569"/>
            <a:ext cx="141158" cy="141158"/>
            <a:chOff x="3354375" y="4234433"/>
            <a:chExt cx="131191" cy="131191"/>
          </a:xfrm>
        </p:grpSpPr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A06C64A0-4AAE-46E5-92CC-41DA475A9E2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3F914B4-8E1A-B3C6-60EF-F03C94AB79F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0" name="Group 349">
            <a:extLst>
              <a:ext uri="{FF2B5EF4-FFF2-40B4-BE49-F238E27FC236}">
                <a16:creationId xmlns:a16="http://schemas.microsoft.com/office/drawing/2014/main" id="{A4A36E4A-3DFD-13C4-37EA-83B60BEEB59E}"/>
              </a:ext>
            </a:extLst>
          </p:cNvPr>
          <p:cNvGrpSpPr/>
          <p:nvPr/>
        </p:nvGrpSpPr>
        <p:grpSpPr>
          <a:xfrm>
            <a:off x="3738073" y="4028162"/>
            <a:ext cx="76198" cy="76198"/>
            <a:chOff x="3354375" y="4234433"/>
            <a:chExt cx="131191" cy="131191"/>
          </a:xfrm>
        </p:grpSpPr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09F71844-D767-DE7B-A857-22A307BFD13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EE068CB7-F8B4-38C8-1E66-2A3E1DBA306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FEB006E2-CA94-7F15-45D5-99D7767DE66E}"/>
              </a:ext>
            </a:extLst>
          </p:cNvPr>
          <p:cNvGrpSpPr/>
          <p:nvPr/>
        </p:nvGrpSpPr>
        <p:grpSpPr>
          <a:xfrm>
            <a:off x="3305228" y="3623480"/>
            <a:ext cx="76198" cy="76198"/>
            <a:chOff x="3354375" y="4234433"/>
            <a:chExt cx="131191" cy="131191"/>
          </a:xfrm>
        </p:grpSpPr>
        <p:sp>
          <p:nvSpPr>
            <p:cNvPr id="354" name="Oval 353">
              <a:extLst>
                <a:ext uri="{FF2B5EF4-FFF2-40B4-BE49-F238E27FC236}">
                  <a16:creationId xmlns:a16="http://schemas.microsoft.com/office/drawing/2014/main" id="{0920A288-5132-7D24-B4CB-9FB3DE11239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98A72C2C-BC5F-C43A-0222-77148748711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59" name="Group 358">
            <a:extLst>
              <a:ext uri="{FF2B5EF4-FFF2-40B4-BE49-F238E27FC236}">
                <a16:creationId xmlns:a16="http://schemas.microsoft.com/office/drawing/2014/main" id="{589E858C-05C4-3099-E10C-A03BAFD20341}"/>
              </a:ext>
            </a:extLst>
          </p:cNvPr>
          <p:cNvGrpSpPr/>
          <p:nvPr/>
        </p:nvGrpSpPr>
        <p:grpSpPr>
          <a:xfrm>
            <a:off x="2081854" y="3631574"/>
            <a:ext cx="209043" cy="209043"/>
            <a:chOff x="3354375" y="4234433"/>
            <a:chExt cx="131191" cy="131191"/>
          </a:xfrm>
        </p:grpSpPr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85D8E58E-5D04-7B5A-08EA-7361C0B6F3A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80EFABC7-75FF-97A0-AE4E-8A17096C27F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5" name="Group 374">
            <a:extLst>
              <a:ext uri="{FF2B5EF4-FFF2-40B4-BE49-F238E27FC236}">
                <a16:creationId xmlns:a16="http://schemas.microsoft.com/office/drawing/2014/main" id="{43295816-A32A-7BB2-9F47-05BEE41D334D}"/>
              </a:ext>
            </a:extLst>
          </p:cNvPr>
          <p:cNvGrpSpPr/>
          <p:nvPr/>
        </p:nvGrpSpPr>
        <p:grpSpPr>
          <a:xfrm>
            <a:off x="2668037" y="3745142"/>
            <a:ext cx="494283" cy="373376"/>
            <a:chOff x="2668037" y="3745142"/>
            <a:chExt cx="494283" cy="373376"/>
          </a:xfrm>
        </p:grpSpPr>
        <p:grpSp>
          <p:nvGrpSpPr>
            <p:cNvPr id="356" name="Group 355">
              <a:extLst>
                <a:ext uri="{FF2B5EF4-FFF2-40B4-BE49-F238E27FC236}">
                  <a16:creationId xmlns:a16="http://schemas.microsoft.com/office/drawing/2014/main" id="{7AE9B7D1-5497-C518-8F79-6045C3AEBBF3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357" name="Oval 356">
                <a:extLst>
                  <a:ext uri="{FF2B5EF4-FFF2-40B4-BE49-F238E27FC236}">
                    <a16:creationId xmlns:a16="http://schemas.microsoft.com/office/drawing/2014/main" id="{E9D3706B-36DA-F8E3-4364-372C460FA207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8" name="Oval 357">
                <a:extLst>
                  <a:ext uri="{FF2B5EF4-FFF2-40B4-BE49-F238E27FC236}">
                    <a16:creationId xmlns:a16="http://schemas.microsoft.com/office/drawing/2014/main" id="{1DE66B16-DACD-2395-D9E4-1AF2F20D28CA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FA69026D-75E4-DCDA-9B1D-403184F48FB4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362" name="Group 361">
                <a:extLst>
                  <a:ext uri="{FF2B5EF4-FFF2-40B4-BE49-F238E27FC236}">
                    <a16:creationId xmlns:a16="http://schemas.microsoft.com/office/drawing/2014/main" id="{CB2CE461-D835-996A-5F6D-59487CBC15E7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363" name="Oval 362">
                  <a:extLst>
                    <a:ext uri="{FF2B5EF4-FFF2-40B4-BE49-F238E27FC236}">
                      <a16:creationId xmlns:a16="http://schemas.microsoft.com/office/drawing/2014/main" id="{F1189E8E-E446-E2E1-C4BD-A5D3AAEF5561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4" name="Oval 363">
                  <a:extLst>
                    <a:ext uri="{FF2B5EF4-FFF2-40B4-BE49-F238E27FC236}">
                      <a16:creationId xmlns:a16="http://schemas.microsoft.com/office/drawing/2014/main" id="{3CD54151-CC58-0446-7710-2E2858D1AF6C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65" name="Group 364">
                <a:extLst>
                  <a:ext uri="{FF2B5EF4-FFF2-40B4-BE49-F238E27FC236}">
                    <a16:creationId xmlns:a16="http://schemas.microsoft.com/office/drawing/2014/main" id="{8DC91612-2A33-FC7D-3356-7D96E09228E7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366" name="Oval 365">
                  <a:extLst>
                    <a:ext uri="{FF2B5EF4-FFF2-40B4-BE49-F238E27FC236}">
                      <a16:creationId xmlns:a16="http://schemas.microsoft.com/office/drawing/2014/main" id="{F40AE319-8B1B-52C4-344A-C88713EBA195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67" name="Oval 366">
                  <a:extLst>
                    <a:ext uri="{FF2B5EF4-FFF2-40B4-BE49-F238E27FC236}">
                      <a16:creationId xmlns:a16="http://schemas.microsoft.com/office/drawing/2014/main" id="{3A77C02B-398A-B865-AA1B-00D4EB8351F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68" name="Group 367">
                <a:extLst>
                  <a:ext uri="{FF2B5EF4-FFF2-40B4-BE49-F238E27FC236}">
                    <a16:creationId xmlns:a16="http://schemas.microsoft.com/office/drawing/2014/main" id="{8BC4DD56-EA2E-C401-F8E4-37E85D22941C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369" name="Oval 368">
                  <a:extLst>
                    <a:ext uri="{FF2B5EF4-FFF2-40B4-BE49-F238E27FC236}">
                      <a16:creationId xmlns:a16="http://schemas.microsoft.com/office/drawing/2014/main" id="{D6294B01-CC7A-A471-CE4A-35E8B20C6C98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0" name="Oval 369">
                  <a:extLst>
                    <a:ext uri="{FF2B5EF4-FFF2-40B4-BE49-F238E27FC236}">
                      <a16:creationId xmlns:a16="http://schemas.microsoft.com/office/drawing/2014/main" id="{4D6393B1-BE1B-29A7-7CFB-6068250545E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371" name="Group 370">
                <a:extLst>
                  <a:ext uri="{FF2B5EF4-FFF2-40B4-BE49-F238E27FC236}">
                    <a16:creationId xmlns:a16="http://schemas.microsoft.com/office/drawing/2014/main" id="{D795962B-97EE-C1D7-1C51-97BB8664D2A6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372" name="Oval 371">
                  <a:extLst>
                    <a:ext uri="{FF2B5EF4-FFF2-40B4-BE49-F238E27FC236}">
                      <a16:creationId xmlns:a16="http://schemas.microsoft.com/office/drawing/2014/main" id="{3B3E9628-1A19-B191-C84E-6252AED0648B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373" name="Oval 372">
                  <a:extLst>
                    <a:ext uri="{FF2B5EF4-FFF2-40B4-BE49-F238E27FC236}">
                      <a16:creationId xmlns:a16="http://schemas.microsoft.com/office/drawing/2014/main" id="{C255A528-4FC2-927F-A592-AA8AB34F369B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393" name="Group 392">
            <a:extLst>
              <a:ext uri="{FF2B5EF4-FFF2-40B4-BE49-F238E27FC236}">
                <a16:creationId xmlns:a16="http://schemas.microsoft.com/office/drawing/2014/main" id="{21154C10-FF46-6EF8-9DB0-572407B4280C}"/>
              </a:ext>
            </a:extLst>
          </p:cNvPr>
          <p:cNvGrpSpPr/>
          <p:nvPr/>
        </p:nvGrpSpPr>
        <p:grpSpPr>
          <a:xfrm>
            <a:off x="1624921" y="3907163"/>
            <a:ext cx="141158" cy="141158"/>
            <a:chOff x="3354375" y="4234433"/>
            <a:chExt cx="131191" cy="131191"/>
          </a:xfrm>
        </p:grpSpPr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E2CEF52B-45A4-CA97-73B2-3942766DAB8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C015CA18-0F20-44CC-E152-F034A4A28A5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C9F0EC08-41F1-B3B2-BA2D-70825D90936B}"/>
              </a:ext>
            </a:extLst>
          </p:cNvPr>
          <p:cNvGrpSpPr/>
          <p:nvPr/>
        </p:nvGrpSpPr>
        <p:grpSpPr>
          <a:xfrm rot="639845">
            <a:off x="1124615" y="3722813"/>
            <a:ext cx="494283" cy="373376"/>
            <a:chOff x="2668037" y="3745142"/>
            <a:chExt cx="494283" cy="373376"/>
          </a:xfrm>
        </p:grpSpPr>
        <p:grpSp>
          <p:nvGrpSpPr>
            <p:cNvPr id="397" name="Group 396">
              <a:extLst>
                <a:ext uri="{FF2B5EF4-FFF2-40B4-BE49-F238E27FC236}">
                  <a16:creationId xmlns:a16="http://schemas.microsoft.com/office/drawing/2014/main" id="{1D2F58FF-BD61-652C-97AF-7759FC75FA12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411" name="Oval 410">
                <a:extLst>
                  <a:ext uri="{FF2B5EF4-FFF2-40B4-BE49-F238E27FC236}">
                    <a16:creationId xmlns:a16="http://schemas.microsoft.com/office/drawing/2014/main" id="{B473A31B-BE72-7E9F-A93E-32EFE0090792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12" name="Oval 411">
                <a:extLst>
                  <a:ext uri="{FF2B5EF4-FFF2-40B4-BE49-F238E27FC236}">
                    <a16:creationId xmlns:a16="http://schemas.microsoft.com/office/drawing/2014/main" id="{DA213A4A-CD5F-3953-A610-7E1BCBA89DA6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398" name="Group 397">
              <a:extLst>
                <a:ext uri="{FF2B5EF4-FFF2-40B4-BE49-F238E27FC236}">
                  <a16:creationId xmlns:a16="http://schemas.microsoft.com/office/drawing/2014/main" id="{FE2B30D6-798F-F9AA-478D-69A77EB61AF8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203B3A2A-0C3F-908B-D6A1-F963BE844227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409" name="Oval 408">
                  <a:extLst>
                    <a:ext uri="{FF2B5EF4-FFF2-40B4-BE49-F238E27FC236}">
                      <a16:creationId xmlns:a16="http://schemas.microsoft.com/office/drawing/2014/main" id="{1AFFE971-0A6C-1E7B-6875-EABD2B412925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10" name="Oval 409">
                  <a:extLst>
                    <a:ext uri="{FF2B5EF4-FFF2-40B4-BE49-F238E27FC236}">
                      <a16:creationId xmlns:a16="http://schemas.microsoft.com/office/drawing/2014/main" id="{2AA24348-1478-700E-7D6B-A5CC58730BF4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B031B81E-8B66-B377-24E7-2E0EABEBB454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407" name="Oval 406">
                  <a:extLst>
                    <a:ext uri="{FF2B5EF4-FFF2-40B4-BE49-F238E27FC236}">
                      <a16:creationId xmlns:a16="http://schemas.microsoft.com/office/drawing/2014/main" id="{A4210B6B-3E38-3427-6920-920A78ED027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8" name="Oval 407">
                  <a:extLst>
                    <a:ext uri="{FF2B5EF4-FFF2-40B4-BE49-F238E27FC236}">
                      <a16:creationId xmlns:a16="http://schemas.microsoft.com/office/drawing/2014/main" id="{9D5F6CCC-2BF7-4BBC-D4B6-B9F995477DB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1" name="Group 400">
                <a:extLst>
                  <a:ext uri="{FF2B5EF4-FFF2-40B4-BE49-F238E27FC236}">
                    <a16:creationId xmlns:a16="http://schemas.microsoft.com/office/drawing/2014/main" id="{4C3EA0C8-B249-A76B-36EB-B14896F2544C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405" name="Oval 404">
                  <a:extLst>
                    <a:ext uri="{FF2B5EF4-FFF2-40B4-BE49-F238E27FC236}">
                      <a16:creationId xmlns:a16="http://schemas.microsoft.com/office/drawing/2014/main" id="{EFCFED43-04D4-06A1-93DD-DD6F8B91E3F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6" name="Oval 405">
                  <a:extLst>
                    <a:ext uri="{FF2B5EF4-FFF2-40B4-BE49-F238E27FC236}">
                      <a16:creationId xmlns:a16="http://schemas.microsoft.com/office/drawing/2014/main" id="{9A44FA20-A289-416D-B5F3-D91B234E862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76EECE07-51A0-BB7F-C7CA-A791F15392F9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403" name="Oval 402">
                  <a:extLst>
                    <a:ext uri="{FF2B5EF4-FFF2-40B4-BE49-F238E27FC236}">
                      <a16:creationId xmlns:a16="http://schemas.microsoft.com/office/drawing/2014/main" id="{747969EE-3665-0D56-4D3D-96BD855C595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04" name="Oval 403">
                  <a:extLst>
                    <a:ext uri="{FF2B5EF4-FFF2-40B4-BE49-F238E27FC236}">
                      <a16:creationId xmlns:a16="http://schemas.microsoft.com/office/drawing/2014/main" id="{288C07F2-E802-2D42-C7E2-0FCA519D933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413" name="Group 412">
            <a:extLst>
              <a:ext uri="{FF2B5EF4-FFF2-40B4-BE49-F238E27FC236}">
                <a16:creationId xmlns:a16="http://schemas.microsoft.com/office/drawing/2014/main" id="{CF35EE45-EC8E-0772-F80E-06ABEF97DB1E}"/>
              </a:ext>
            </a:extLst>
          </p:cNvPr>
          <p:cNvGrpSpPr/>
          <p:nvPr/>
        </p:nvGrpSpPr>
        <p:grpSpPr>
          <a:xfrm rot="639845">
            <a:off x="1834010" y="3722812"/>
            <a:ext cx="494283" cy="373376"/>
            <a:chOff x="2668037" y="3745142"/>
            <a:chExt cx="494283" cy="373376"/>
          </a:xfrm>
        </p:grpSpPr>
        <p:grpSp>
          <p:nvGrpSpPr>
            <p:cNvPr id="414" name="Group 413">
              <a:extLst>
                <a:ext uri="{FF2B5EF4-FFF2-40B4-BE49-F238E27FC236}">
                  <a16:creationId xmlns:a16="http://schemas.microsoft.com/office/drawing/2014/main" id="{48D56D29-B6D6-D739-1594-5C30B4F2F079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428" name="Oval 427">
                <a:extLst>
                  <a:ext uri="{FF2B5EF4-FFF2-40B4-BE49-F238E27FC236}">
                    <a16:creationId xmlns:a16="http://schemas.microsoft.com/office/drawing/2014/main" id="{779FC8F2-5286-6E2D-FA0A-723984C19923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29" name="Oval 428">
                <a:extLst>
                  <a:ext uri="{FF2B5EF4-FFF2-40B4-BE49-F238E27FC236}">
                    <a16:creationId xmlns:a16="http://schemas.microsoft.com/office/drawing/2014/main" id="{BB8BA17A-B95F-3A16-35A1-CB96D72DCB4C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4FA168AA-4DAB-7087-F41E-5EEEF3F8E45E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416" name="Group 415">
                <a:extLst>
                  <a:ext uri="{FF2B5EF4-FFF2-40B4-BE49-F238E27FC236}">
                    <a16:creationId xmlns:a16="http://schemas.microsoft.com/office/drawing/2014/main" id="{4EFDA562-5101-7134-5833-A3CED7381F55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426" name="Oval 425">
                  <a:extLst>
                    <a:ext uri="{FF2B5EF4-FFF2-40B4-BE49-F238E27FC236}">
                      <a16:creationId xmlns:a16="http://schemas.microsoft.com/office/drawing/2014/main" id="{6FF74869-A81F-2D02-B167-DE40DE53665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7" name="Oval 426">
                  <a:extLst>
                    <a:ext uri="{FF2B5EF4-FFF2-40B4-BE49-F238E27FC236}">
                      <a16:creationId xmlns:a16="http://schemas.microsoft.com/office/drawing/2014/main" id="{99997334-B415-8482-1C6E-85E3D1F298D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17" name="Group 416">
                <a:extLst>
                  <a:ext uri="{FF2B5EF4-FFF2-40B4-BE49-F238E27FC236}">
                    <a16:creationId xmlns:a16="http://schemas.microsoft.com/office/drawing/2014/main" id="{DD863BF3-16BC-7C9F-83F3-4CFDC21DF635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424" name="Oval 423">
                  <a:extLst>
                    <a:ext uri="{FF2B5EF4-FFF2-40B4-BE49-F238E27FC236}">
                      <a16:creationId xmlns:a16="http://schemas.microsoft.com/office/drawing/2014/main" id="{A4A1C7B8-3CEA-9302-1DAC-7F5D133480B6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5" name="Oval 424">
                  <a:extLst>
                    <a:ext uri="{FF2B5EF4-FFF2-40B4-BE49-F238E27FC236}">
                      <a16:creationId xmlns:a16="http://schemas.microsoft.com/office/drawing/2014/main" id="{30E2E91D-F663-E8B4-E8EA-55E040B3EBA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B08B395C-76A9-A33B-A140-F4978F41ACCB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422" name="Oval 421">
                  <a:extLst>
                    <a:ext uri="{FF2B5EF4-FFF2-40B4-BE49-F238E27FC236}">
                      <a16:creationId xmlns:a16="http://schemas.microsoft.com/office/drawing/2014/main" id="{D08803CB-9437-D2FF-533B-6A918A7F364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3" name="Oval 422">
                  <a:extLst>
                    <a:ext uri="{FF2B5EF4-FFF2-40B4-BE49-F238E27FC236}">
                      <a16:creationId xmlns:a16="http://schemas.microsoft.com/office/drawing/2014/main" id="{D25E519E-9510-5981-9987-D75ED7EAFD5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19" name="Group 418">
                <a:extLst>
                  <a:ext uri="{FF2B5EF4-FFF2-40B4-BE49-F238E27FC236}">
                    <a16:creationId xmlns:a16="http://schemas.microsoft.com/office/drawing/2014/main" id="{99F61149-6505-0312-534E-EA76DF6BE8CB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420" name="Oval 419">
                  <a:extLst>
                    <a:ext uri="{FF2B5EF4-FFF2-40B4-BE49-F238E27FC236}">
                      <a16:creationId xmlns:a16="http://schemas.microsoft.com/office/drawing/2014/main" id="{665E9480-DA68-15D1-D1FD-0FA414C29AE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421" name="Oval 420">
                  <a:extLst>
                    <a:ext uri="{FF2B5EF4-FFF2-40B4-BE49-F238E27FC236}">
                      <a16:creationId xmlns:a16="http://schemas.microsoft.com/office/drawing/2014/main" id="{B85A7A6E-B67D-3177-8EB4-1DAF772E4DEE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430" name="Group 429">
            <a:extLst>
              <a:ext uri="{FF2B5EF4-FFF2-40B4-BE49-F238E27FC236}">
                <a16:creationId xmlns:a16="http://schemas.microsoft.com/office/drawing/2014/main" id="{0D62D91D-3C85-C49B-8B5E-03425E99F52C}"/>
              </a:ext>
            </a:extLst>
          </p:cNvPr>
          <p:cNvGrpSpPr/>
          <p:nvPr/>
        </p:nvGrpSpPr>
        <p:grpSpPr>
          <a:xfrm>
            <a:off x="1770538" y="4018502"/>
            <a:ext cx="76198" cy="76198"/>
            <a:chOff x="3354375" y="4234433"/>
            <a:chExt cx="131191" cy="131191"/>
          </a:xfrm>
        </p:grpSpPr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63FEBF3A-3D9B-B6AA-E22C-661DF571855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403609D4-7675-5CB9-1731-0239F2BF66B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4E95B930-FCB4-7A17-DDBC-6908FD28A714}"/>
              </a:ext>
            </a:extLst>
          </p:cNvPr>
          <p:cNvGrpSpPr/>
          <p:nvPr/>
        </p:nvGrpSpPr>
        <p:grpSpPr>
          <a:xfrm>
            <a:off x="2650314" y="3777204"/>
            <a:ext cx="141158" cy="141158"/>
            <a:chOff x="3354375" y="4234433"/>
            <a:chExt cx="131191" cy="131191"/>
          </a:xfrm>
        </p:grpSpPr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93196B9E-66BE-6D76-19AA-5EDDF42C49D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1A267584-0B28-6D3A-5E24-486D8C80956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10F84893-510A-C4D9-25D9-9EBE18E9267D}"/>
              </a:ext>
            </a:extLst>
          </p:cNvPr>
          <p:cNvGrpSpPr/>
          <p:nvPr/>
        </p:nvGrpSpPr>
        <p:grpSpPr>
          <a:xfrm rot="639845">
            <a:off x="2458392" y="3868232"/>
            <a:ext cx="209043" cy="209043"/>
            <a:chOff x="3354375" y="4234433"/>
            <a:chExt cx="131191" cy="131191"/>
          </a:xfrm>
        </p:grpSpPr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2779B079-8136-F1E8-6300-68F15D6469B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DDAB727A-9257-8C9F-51BF-CB2C0E31F6C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AF2F484A-2018-AB50-03E7-519C63DEC44B}"/>
              </a:ext>
            </a:extLst>
          </p:cNvPr>
          <p:cNvGrpSpPr/>
          <p:nvPr/>
        </p:nvGrpSpPr>
        <p:grpSpPr>
          <a:xfrm rot="21588307">
            <a:off x="1528791" y="3217991"/>
            <a:ext cx="150955" cy="150955"/>
            <a:chOff x="3354375" y="4234433"/>
            <a:chExt cx="131191" cy="131191"/>
          </a:xfrm>
        </p:grpSpPr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894AF5E9-28A2-9C04-AE54-96BDE1EE1D9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9C6D11A3-D6D9-F63E-36D6-75069A625AE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B4F15936-D7AF-6614-7D1C-0F1C777B112F}"/>
              </a:ext>
            </a:extLst>
          </p:cNvPr>
          <p:cNvGrpSpPr/>
          <p:nvPr/>
        </p:nvGrpSpPr>
        <p:grpSpPr>
          <a:xfrm rot="21588307">
            <a:off x="1616340" y="3374645"/>
            <a:ext cx="76198" cy="76198"/>
            <a:chOff x="3354375" y="4234433"/>
            <a:chExt cx="131191" cy="131191"/>
          </a:xfrm>
        </p:grpSpPr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DA4DEF7A-48FF-5826-B429-889E1A207F4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1D33DEF9-DAE4-1107-51DA-43A6654A143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1" name="Group 440">
            <a:extLst>
              <a:ext uri="{FF2B5EF4-FFF2-40B4-BE49-F238E27FC236}">
                <a16:creationId xmlns:a16="http://schemas.microsoft.com/office/drawing/2014/main" id="{EF5CA373-F809-1DD0-3552-D6885EEEEF1E}"/>
              </a:ext>
            </a:extLst>
          </p:cNvPr>
          <p:cNvGrpSpPr/>
          <p:nvPr/>
        </p:nvGrpSpPr>
        <p:grpSpPr>
          <a:xfrm rot="21588307">
            <a:off x="1401155" y="3290594"/>
            <a:ext cx="141158" cy="141158"/>
            <a:chOff x="3354375" y="4234433"/>
            <a:chExt cx="131191" cy="131191"/>
          </a:xfrm>
        </p:grpSpPr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36E3C4AE-3E77-7394-BF56-9F8709A37B4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8773FA0D-1E9E-84A5-5BC7-4FB1F04E3F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E30A76A0-97D1-23A7-55BC-9705FAE8454F}"/>
              </a:ext>
            </a:extLst>
          </p:cNvPr>
          <p:cNvGrpSpPr/>
          <p:nvPr/>
        </p:nvGrpSpPr>
        <p:grpSpPr>
          <a:xfrm rot="21588307">
            <a:off x="1692798" y="3203991"/>
            <a:ext cx="76198" cy="76198"/>
            <a:chOff x="3354375" y="4234433"/>
            <a:chExt cx="131191" cy="131191"/>
          </a:xfrm>
        </p:grpSpPr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F701E67F-2FC4-9325-B179-B8C68E76B54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6F44295A-0846-F74D-5CD7-588858EA637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0DA8E81B-77D5-E9C9-B905-0E5A33E1529B}"/>
              </a:ext>
            </a:extLst>
          </p:cNvPr>
          <p:cNvGrpSpPr/>
          <p:nvPr/>
        </p:nvGrpSpPr>
        <p:grpSpPr>
          <a:xfrm>
            <a:off x="2328389" y="3680304"/>
            <a:ext cx="76198" cy="76198"/>
            <a:chOff x="3354375" y="4234433"/>
            <a:chExt cx="131191" cy="131191"/>
          </a:xfrm>
        </p:grpSpPr>
        <p:sp>
          <p:nvSpPr>
            <p:cNvPr id="471" name="Oval 470">
              <a:extLst>
                <a:ext uri="{FF2B5EF4-FFF2-40B4-BE49-F238E27FC236}">
                  <a16:creationId xmlns:a16="http://schemas.microsoft.com/office/drawing/2014/main" id="{B7C02749-5E8E-4063-27B1-918AC002A3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2" name="Oval 471">
              <a:extLst>
                <a:ext uri="{FF2B5EF4-FFF2-40B4-BE49-F238E27FC236}">
                  <a16:creationId xmlns:a16="http://schemas.microsoft.com/office/drawing/2014/main" id="{F8E1CF90-AE38-00FD-9275-39F5C176234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49A08E50-A2D5-F40F-08DA-9715E844CAFC}"/>
              </a:ext>
            </a:extLst>
          </p:cNvPr>
          <p:cNvGrpSpPr/>
          <p:nvPr/>
        </p:nvGrpSpPr>
        <p:grpSpPr>
          <a:xfrm rot="21588307">
            <a:off x="2270248" y="3777459"/>
            <a:ext cx="150955" cy="150955"/>
            <a:chOff x="3354375" y="4234433"/>
            <a:chExt cx="131191" cy="131191"/>
          </a:xfrm>
        </p:grpSpPr>
        <p:sp>
          <p:nvSpPr>
            <p:cNvPr id="474" name="Oval 473">
              <a:extLst>
                <a:ext uri="{FF2B5EF4-FFF2-40B4-BE49-F238E27FC236}">
                  <a16:creationId xmlns:a16="http://schemas.microsoft.com/office/drawing/2014/main" id="{0F89C5C0-693C-AD9C-7FBE-6D4FF942B7E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5" name="Oval 474">
              <a:extLst>
                <a:ext uri="{FF2B5EF4-FFF2-40B4-BE49-F238E27FC236}">
                  <a16:creationId xmlns:a16="http://schemas.microsoft.com/office/drawing/2014/main" id="{F49D439A-D17B-AA45-B14B-AB4441071D6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BCE2530E-43A9-DF63-F91C-9A237F1A688F}"/>
              </a:ext>
            </a:extLst>
          </p:cNvPr>
          <p:cNvGrpSpPr/>
          <p:nvPr/>
        </p:nvGrpSpPr>
        <p:grpSpPr>
          <a:xfrm rot="21588307">
            <a:off x="2557597" y="3777333"/>
            <a:ext cx="76198" cy="76198"/>
            <a:chOff x="3354375" y="4234433"/>
            <a:chExt cx="131191" cy="131191"/>
          </a:xfrm>
        </p:grpSpPr>
        <p:sp>
          <p:nvSpPr>
            <p:cNvPr id="477" name="Oval 476">
              <a:extLst>
                <a:ext uri="{FF2B5EF4-FFF2-40B4-BE49-F238E27FC236}">
                  <a16:creationId xmlns:a16="http://schemas.microsoft.com/office/drawing/2014/main" id="{893A981D-2E4A-2D86-4975-752EB2FB7CF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8" name="Oval 477">
              <a:extLst>
                <a:ext uri="{FF2B5EF4-FFF2-40B4-BE49-F238E27FC236}">
                  <a16:creationId xmlns:a16="http://schemas.microsoft.com/office/drawing/2014/main" id="{A0468678-DE18-9508-E3B9-9D80C19002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A5D052D0-5926-83BB-1C0D-8662566B63F6}"/>
              </a:ext>
            </a:extLst>
          </p:cNvPr>
          <p:cNvGrpSpPr/>
          <p:nvPr/>
        </p:nvGrpSpPr>
        <p:grpSpPr>
          <a:xfrm rot="21588307">
            <a:off x="2315024" y="3977121"/>
            <a:ext cx="141158" cy="141158"/>
            <a:chOff x="3354375" y="4234433"/>
            <a:chExt cx="131191" cy="131191"/>
          </a:xfrm>
        </p:grpSpPr>
        <p:sp>
          <p:nvSpPr>
            <p:cNvPr id="480" name="Oval 479">
              <a:extLst>
                <a:ext uri="{FF2B5EF4-FFF2-40B4-BE49-F238E27FC236}">
                  <a16:creationId xmlns:a16="http://schemas.microsoft.com/office/drawing/2014/main" id="{7DF77971-3B15-7330-3B00-0BE67339482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B9DB5A3C-7A42-E9AC-4571-DE7E9F47E9E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961F1813-D9C5-AFD1-ACD5-8F8967848FB2}"/>
              </a:ext>
            </a:extLst>
          </p:cNvPr>
          <p:cNvGrpSpPr/>
          <p:nvPr/>
        </p:nvGrpSpPr>
        <p:grpSpPr>
          <a:xfrm rot="21588307">
            <a:off x="2181707" y="3839148"/>
            <a:ext cx="76198" cy="76198"/>
            <a:chOff x="3354375" y="4234433"/>
            <a:chExt cx="131191" cy="131191"/>
          </a:xfrm>
        </p:grpSpPr>
        <p:sp>
          <p:nvSpPr>
            <p:cNvPr id="483" name="Oval 482">
              <a:extLst>
                <a:ext uri="{FF2B5EF4-FFF2-40B4-BE49-F238E27FC236}">
                  <a16:creationId xmlns:a16="http://schemas.microsoft.com/office/drawing/2014/main" id="{B891D078-8653-B4A9-38C7-A02C0EFD37F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DF118024-259C-3ED3-FA32-42C9978B3B2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5A627BC0-2549-DB1E-B027-91162176A558}"/>
              </a:ext>
            </a:extLst>
          </p:cNvPr>
          <p:cNvGrpSpPr/>
          <p:nvPr/>
        </p:nvGrpSpPr>
        <p:grpSpPr>
          <a:xfrm rot="21588307">
            <a:off x="2957330" y="3839148"/>
            <a:ext cx="76198" cy="76198"/>
            <a:chOff x="3354375" y="4234433"/>
            <a:chExt cx="131191" cy="131191"/>
          </a:xfrm>
        </p:grpSpPr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BC4FA842-15DE-A16C-6C84-CC1CA0EF88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56A53E09-AC1C-316F-F0EC-95580B403A3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88" name="Group 487">
            <a:extLst>
              <a:ext uri="{FF2B5EF4-FFF2-40B4-BE49-F238E27FC236}">
                <a16:creationId xmlns:a16="http://schemas.microsoft.com/office/drawing/2014/main" id="{CDDB1865-D926-C5DE-9128-494239147B0F}"/>
              </a:ext>
            </a:extLst>
          </p:cNvPr>
          <p:cNvGrpSpPr/>
          <p:nvPr/>
        </p:nvGrpSpPr>
        <p:grpSpPr>
          <a:xfrm>
            <a:off x="1413122" y="3401100"/>
            <a:ext cx="209043" cy="209043"/>
            <a:chOff x="3354375" y="4234433"/>
            <a:chExt cx="131191" cy="131191"/>
          </a:xfrm>
        </p:grpSpPr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8E9D0B8E-F6E5-AE31-B5A4-CBB77223304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0AF497D7-B21A-C705-C43D-142B9A0570D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1" name="Group 490">
            <a:extLst>
              <a:ext uri="{FF2B5EF4-FFF2-40B4-BE49-F238E27FC236}">
                <a16:creationId xmlns:a16="http://schemas.microsoft.com/office/drawing/2014/main" id="{52949DE0-781D-F59B-2D21-9EF977026E8A}"/>
              </a:ext>
            </a:extLst>
          </p:cNvPr>
          <p:cNvGrpSpPr/>
          <p:nvPr/>
        </p:nvGrpSpPr>
        <p:grpSpPr>
          <a:xfrm>
            <a:off x="1024727" y="3588271"/>
            <a:ext cx="141158" cy="141158"/>
            <a:chOff x="3354375" y="4234433"/>
            <a:chExt cx="131191" cy="131191"/>
          </a:xfrm>
        </p:grpSpPr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F9A089D0-2B3B-5E5A-94D1-8916EBB3D03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4A65D0ED-1FDE-FA5E-CDA1-FB28703E534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4" name="Group 493">
            <a:extLst>
              <a:ext uri="{FF2B5EF4-FFF2-40B4-BE49-F238E27FC236}">
                <a16:creationId xmlns:a16="http://schemas.microsoft.com/office/drawing/2014/main" id="{9C2A0967-2307-E8D7-9C94-F62BAF359067}"/>
              </a:ext>
            </a:extLst>
          </p:cNvPr>
          <p:cNvGrpSpPr/>
          <p:nvPr/>
        </p:nvGrpSpPr>
        <p:grpSpPr>
          <a:xfrm rot="639845">
            <a:off x="1165278" y="3492338"/>
            <a:ext cx="494283" cy="373376"/>
            <a:chOff x="2668037" y="3745142"/>
            <a:chExt cx="494283" cy="373376"/>
          </a:xfrm>
        </p:grpSpPr>
        <p:grpSp>
          <p:nvGrpSpPr>
            <p:cNvPr id="495" name="Group 494">
              <a:extLst>
                <a:ext uri="{FF2B5EF4-FFF2-40B4-BE49-F238E27FC236}">
                  <a16:creationId xmlns:a16="http://schemas.microsoft.com/office/drawing/2014/main" id="{9C63DE18-6657-08EC-1D66-33B91ADDD604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509" name="Oval 508">
                <a:extLst>
                  <a:ext uri="{FF2B5EF4-FFF2-40B4-BE49-F238E27FC236}">
                    <a16:creationId xmlns:a16="http://schemas.microsoft.com/office/drawing/2014/main" id="{A84D71BF-8A61-F247-559A-9669B334789E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0CBA2B43-206F-320D-7AD6-53BB41B14603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96" name="Group 495">
              <a:extLst>
                <a:ext uri="{FF2B5EF4-FFF2-40B4-BE49-F238E27FC236}">
                  <a16:creationId xmlns:a16="http://schemas.microsoft.com/office/drawing/2014/main" id="{E49B30B2-1978-E99A-54DE-A3A7CEC5E40C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497" name="Group 496">
                <a:extLst>
                  <a:ext uri="{FF2B5EF4-FFF2-40B4-BE49-F238E27FC236}">
                    <a16:creationId xmlns:a16="http://schemas.microsoft.com/office/drawing/2014/main" id="{4BA52731-483E-4061-16B7-FCDA6A560F44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507" name="Oval 506">
                  <a:extLst>
                    <a:ext uri="{FF2B5EF4-FFF2-40B4-BE49-F238E27FC236}">
                      <a16:creationId xmlns:a16="http://schemas.microsoft.com/office/drawing/2014/main" id="{83F3C0BD-344B-EB8E-F1F3-5DE6FF79AEA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8" name="Oval 507">
                  <a:extLst>
                    <a:ext uri="{FF2B5EF4-FFF2-40B4-BE49-F238E27FC236}">
                      <a16:creationId xmlns:a16="http://schemas.microsoft.com/office/drawing/2014/main" id="{3D1F3152-00D7-7353-0DF1-572B27D62D25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98" name="Group 497">
                <a:extLst>
                  <a:ext uri="{FF2B5EF4-FFF2-40B4-BE49-F238E27FC236}">
                    <a16:creationId xmlns:a16="http://schemas.microsoft.com/office/drawing/2014/main" id="{4DA8EF12-60B9-1767-488B-317638C5B024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505" name="Oval 504">
                  <a:extLst>
                    <a:ext uri="{FF2B5EF4-FFF2-40B4-BE49-F238E27FC236}">
                      <a16:creationId xmlns:a16="http://schemas.microsoft.com/office/drawing/2014/main" id="{F77E0AF8-ED28-9CAE-ACBE-1A1EADD7058C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6" name="Oval 505">
                  <a:extLst>
                    <a:ext uri="{FF2B5EF4-FFF2-40B4-BE49-F238E27FC236}">
                      <a16:creationId xmlns:a16="http://schemas.microsoft.com/office/drawing/2014/main" id="{D6A6D9D5-3675-9164-92C0-69E14E9F4B28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499" name="Group 498">
                <a:extLst>
                  <a:ext uri="{FF2B5EF4-FFF2-40B4-BE49-F238E27FC236}">
                    <a16:creationId xmlns:a16="http://schemas.microsoft.com/office/drawing/2014/main" id="{A3B3E584-A13B-724E-7D01-91ED7C66A1C8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503" name="Oval 502">
                  <a:extLst>
                    <a:ext uri="{FF2B5EF4-FFF2-40B4-BE49-F238E27FC236}">
                      <a16:creationId xmlns:a16="http://schemas.microsoft.com/office/drawing/2014/main" id="{C586D5C6-F5DB-64DE-3074-35729388A89A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4" name="Oval 503">
                  <a:extLst>
                    <a:ext uri="{FF2B5EF4-FFF2-40B4-BE49-F238E27FC236}">
                      <a16:creationId xmlns:a16="http://schemas.microsoft.com/office/drawing/2014/main" id="{31521E39-C395-A64A-00AD-9F943E65D58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00" name="Group 499">
                <a:extLst>
                  <a:ext uri="{FF2B5EF4-FFF2-40B4-BE49-F238E27FC236}">
                    <a16:creationId xmlns:a16="http://schemas.microsoft.com/office/drawing/2014/main" id="{49BAF1F7-BFF1-682F-C2D2-11A202E978ED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501" name="Oval 500">
                  <a:extLst>
                    <a:ext uri="{FF2B5EF4-FFF2-40B4-BE49-F238E27FC236}">
                      <a16:creationId xmlns:a16="http://schemas.microsoft.com/office/drawing/2014/main" id="{181429EA-93A9-F587-85B5-45567CABE0A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02" name="Oval 501">
                  <a:extLst>
                    <a:ext uri="{FF2B5EF4-FFF2-40B4-BE49-F238E27FC236}">
                      <a16:creationId xmlns:a16="http://schemas.microsoft.com/office/drawing/2014/main" id="{2AE65258-5D9E-7220-18C4-8047D76783E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E22ED720-9737-0C1D-BD05-29EF584080DF}"/>
              </a:ext>
            </a:extLst>
          </p:cNvPr>
          <p:cNvGrpSpPr/>
          <p:nvPr/>
        </p:nvGrpSpPr>
        <p:grpSpPr>
          <a:xfrm>
            <a:off x="1101806" y="3788028"/>
            <a:ext cx="76198" cy="76198"/>
            <a:chOff x="3354375" y="4234433"/>
            <a:chExt cx="131191" cy="131191"/>
          </a:xfrm>
        </p:grpSpPr>
        <p:sp>
          <p:nvSpPr>
            <p:cNvPr id="512" name="Oval 511">
              <a:extLst>
                <a:ext uri="{FF2B5EF4-FFF2-40B4-BE49-F238E27FC236}">
                  <a16:creationId xmlns:a16="http://schemas.microsoft.com/office/drawing/2014/main" id="{A24C3D17-D4DB-9956-841E-742CFB8F5CB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3" name="Oval 512">
              <a:extLst>
                <a:ext uri="{FF2B5EF4-FFF2-40B4-BE49-F238E27FC236}">
                  <a16:creationId xmlns:a16="http://schemas.microsoft.com/office/drawing/2014/main" id="{66AE490D-6851-CB52-8F70-4A150B74E3D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D9805325-5AB3-B0A0-D614-925347AD898F}"/>
              </a:ext>
            </a:extLst>
          </p:cNvPr>
          <p:cNvGrpSpPr/>
          <p:nvPr/>
        </p:nvGrpSpPr>
        <p:grpSpPr>
          <a:xfrm>
            <a:off x="1981582" y="3546730"/>
            <a:ext cx="141158" cy="141158"/>
            <a:chOff x="3354375" y="4234433"/>
            <a:chExt cx="131191" cy="131191"/>
          </a:xfrm>
        </p:grpSpPr>
        <p:sp>
          <p:nvSpPr>
            <p:cNvPr id="515" name="Oval 514">
              <a:extLst>
                <a:ext uri="{FF2B5EF4-FFF2-40B4-BE49-F238E27FC236}">
                  <a16:creationId xmlns:a16="http://schemas.microsoft.com/office/drawing/2014/main" id="{EC7F149E-8557-848E-6FF2-46BD08607E4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6" name="Oval 515">
              <a:extLst>
                <a:ext uri="{FF2B5EF4-FFF2-40B4-BE49-F238E27FC236}">
                  <a16:creationId xmlns:a16="http://schemas.microsoft.com/office/drawing/2014/main" id="{9A609E40-21DD-1EA6-3DBF-30974E82E57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4989D788-3477-AC04-0FEB-2874DDFF8D17}"/>
              </a:ext>
            </a:extLst>
          </p:cNvPr>
          <p:cNvGrpSpPr/>
          <p:nvPr/>
        </p:nvGrpSpPr>
        <p:grpSpPr>
          <a:xfrm rot="639845">
            <a:off x="1776840" y="3618709"/>
            <a:ext cx="209043" cy="209043"/>
            <a:chOff x="3354375" y="4234433"/>
            <a:chExt cx="131191" cy="131191"/>
          </a:xfrm>
        </p:grpSpPr>
        <p:sp>
          <p:nvSpPr>
            <p:cNvPr id="518" name="Oval 517">
              <a:extLst>
                <a:ext uri="{FF2B5EF4-FFF2-40B4-BE49-F238E27FC236}">
                  <a16:creationId xmlns:a16="http://schemas.microsoft.com/office/drawing/2014/main" id="{828947EC-8816-6EB2-88E2-AAA6AC29EA9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9" name="Oval 518">
              <a:extLst>
                <a:ext uri="{FF2B5EF4-FFF2-40B4-BE49-F238E27FC236}">
                  <a16:creationId xmlns:a16="http://schemas.microsoft.com/office/drawing/2014/main" id="{615400D8-479B-38D0-4913-88B1CCC31F7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3B24C92A-4334-0200-983E-A94E43A36D2F}"/>
              </a:ext>
            </a:extLst>
          </p:cNvPr>
          <p:cNvGrpSpPr/>
          <p:nvPr/>
        </p:nvGrpSpPr>
        <p:grpSpPr>
          <a:xfrm rot="21588307">
            <a:off x="1601516" y="3546985"/>
            <a:ext cx="150955" cy="150955"/>
            <a:chOff x="3354375" y="4234433"/>
            <a:chExt cx="131191" cy="131191"/>
          </a:xfrm>
        </p:grpSpPr>
        <p:sp>
          <p:nvSpPr>
            <p:cNvPr id="521" name="Oval 520">
              <a:extLst>
                <a:ext uri="{FF2B5EF4-FFF2-40B4-BE49-F238E27FC236}">
                  <a16:creationId xmlns:a16="http://schemas.microsoft.com/office/drawing/2014/main" id="{88030227-1D26-7F7A-C535-4D5661E7273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2" name="Oval 521">
              <a:extLst>
                <a:ext uri="{FF2B5EF4-FFF2-40B4-BE49-F238E27FC236}">
                  <a16:creationId xmlns:a16="http://schemas.microsoft.com/office/drawing/2014/main" id="{7F6B7B44-CE8B-9224-BC17-E996749C0FD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3" name="Group 522">
            <a:extLst>
              <a:ext uri="{FF2B5EF4-FFF2-40B4-BE49-F238E27FC236}">
                <a16:creationId xmlns:a16="http://schemas.microsoft.com/office/drawing/2014/main" id="{556F929C-F580-B0D8-4F24-5F94592B610D}"/>
              </a:ext>
            </a:extLst>
          </p:cNvPr>
          <p:cNvGrpSpPr/>
          <p:nvPr/>
        </p:nvGrpSpPr>
        <p:grpSpPr>
          <a:xfrm rot="21588307">
            <a:off x="1847804" y="3557036"/>
            <a:ext cx="76198" cy="76198"/>
            <a:chOff x="3354375" y="4234433"/>
            <a:chExt cx="131191" cy="131191"/>
          </a:xfrm>
        </p:grpSpPr>
        <p:sp>
          <p:nvSpPr>
            <p:cNvPr id="524" name="Oval 523">
              <a:extLst>
                <a:ext uri="{FF2B5EF4-FFF2-40B4-BE49-F238E27FC236}">
                  <a16:creationId xmlns:a16="http://schemas.microsoft.com/office/drawing/2014/main" id="{E90552EF-19BD-2B9C-9B3A-AEBC11D526E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5" name="Oval 524">
              <a:extLst>
                <a:ext uri="{FF2B5EF4-FFF2-40B4-BE49-F238E27FC236}">
                  <a16:creationId xmlns:a16="http://schemas.microsoft.com/office/drawing/2014/main" id="{EB5E89A2-2D75-494E-8ED9-D1AA3E40018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6" name="Group 525">
            <a:extLst>
              <a:ext uri="{FF2B5EF4-FFF2-40B4-BE49-F238E27FC236}">
                <a16:creationId xmlns:a16="http://schemas.microsoft.com/office/drawing/2014/main" id="{265C9060-B9DD-0F06-7A81-143380067FFE}"/>
              </a:ext>
            </a:extLst>
          </p:cNvPr>
          <p:cNvGrpSpPr/>
          <p:nvPr/>
        </p:nvGrpSpPr>
        <p:grpSpPr>
          <a:xfrm rot="21588307">
            <a:off x="1646292" y="3746647"/>
            <a:ext cx="141158" cy="141158"/>
            <a:chOff x="3354375" y="4234433"/>
            <a:chExt cx="131191" cy="131191"/>
          </a:xfrm>
        </p:grpSpPr>
        <p:sp>
          <p:nvSpPr>
            <p:cNvPr id="527" name="Oval 526">
              <a:extLst>
                <a:ext uri="{FF2B5EF4-FFF2-40B4-BE49-F238E27FC236}">
                  <a16:creationId xmlns:a16="http://schemas.microsoft.com/office/drawing/2014/main" id="{CE31E0DF-212D-667B-F9B3-0592FEEF75F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8" name="Oval 527">
              <a:extLst>
                <a:ext uri="{FF2B5EF4-FFF2-40B4-BE49-F238E27FC236}">
                  <a16:creationId xmlns:a16="http://schemas.microsoft.com/office/drawing/2014/main" id="{4B4BC25F-C2FE-DDED-06E4-77DFF5EDCB8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AD2186DF-5C21-A120-14A0-9C017774452A}"/>
              </a:ext>
            </a:extLst>
          </p:cNvPr>
          <p:cNvGrpSpPr/>
          <p:nvPr/>
        </p:nvGrpSpPr>
        <p:grpSpPr>
          <a:xfrm rot="21588307">
            <a:off x="1512975" y="3608674"/>
            <a:ext cx="76198" cy="76198"/>
            <a:chOff x="3354375" y="4234433"/>
            <a:chExt cx="131191" cy="131191"/>
          </a:xfrm>
        </p:grpSpPr>
        <p:sp>
          <p:nvSpPr>
            <p:cNvPr id="530" name="Oval 529">
              <a:extLst>
                <a:ext uri="{FF2B5EF4-FFF2-40B4-BE49-F238E27FC236}">
                  <a16:creationId xmlns:a16="http://schemas.microsoft.com/office/drawing/2014/main" id="{CDF132C3-3D2B-FD48-845B-7573DE3DD5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1" name="Oval 530">
              <a:extLst>
                <a:ext uri="{FF2B5EF4-FFF2-40B4-BE49-F238E27FC236}">
                  <a16:creationId xmlns:a16="http://schemas.microsoft.com/office/drawing/2014/main" id="{8004FCA3-24BD-0349-4758-4C1175D5D0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2" name="Group 531">
            <a:extLst>
              <a:ext uri="{FF2B5EF4-FFF2-40B4-BE49-F238E27FC236}">
                <a16:creationId xmlns:a16="http://schemas.microsoft.com/office/drawing/2014/main" id="{DE2EC4FB-1A7C-924D-4D26-90EDCD8B4D31}"/>
              </a:ext>
            </a:extLst>
          </p:cNvPr>
          <p:cNvGrpSpPr/>
          <p:nvPr/>
        </p:nvGrpSpPr>
        <p:grpSpPr>
          <a:xfrm rot="21588307">
            <a:off x="2288598" y="3608674"/>
            <a:ext cx="76198" cy="76198"/>
            <a:chOff x="3354375" y="4234433"/>
            <a:chExt cx="131191" cy="131191"/>
          </a:xfrm>
        </p:grpSpPr>
        <p:sp>
          <p:nvSpPr>
            <p:cNvPr id="533" name="Oval 532">
              <a:extLst>
                <a:ext uri="{FF2B5EF4-FFF2-40B4-BE49-F238E27FC236}">
                  <a16:creationId xmlns:a16="http://schemas.microsoft.com/office/drawing/2014/main" id="{74D12881-8125-7D68-C924-796F2C5B3B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4" name="Oval 533">
              <a:extLst>
                <a:ext uri="{FF2B5EF4-FFF2-40B4-BE49-F238E27FC236}">
                  <a16:creationId xmlns:a16="http://schemas.microsoft.com/office/drawing/2014/main" id="{3CF5B657-AFFA-B92F-67A6-2D9E6B1A81D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5" name="Group 534">
            <a:extLst>
              <a:ext uri="{FF2B5EF4-FFF2-40B4-BE49-F238E27FC236}">
                <a16:creationId xmlns:a16="http://schemas.microsoft.com/office/drawing/2014/main" id="{0B82B5F2-9467-045C-6CDD-22BA0E1DAB24}"/>
              </a:ext>
            </a:extLst>
          </p:cNvPr>
          <p:cNvGrpSpPr/>
          <p:nvPr/>
        </p:nvGrpSpPr>
        <p:grpSpPr>
          <a:xfrm>
            <a:off x="3088927" y="3247272"/>
            <a:ext cx="209043" cy="209043"/>
            <a:chOff x="3354375" y="4234433"/>
            <a:chExt cx="131191" cy="131191"/>
          </a:xfrm>
        </p:grpSpPr>
        <p:sp>
          <p:nvSpPr>
            <p:cNvPr id="536" name="Oval 535">
              <a:extLst>
                <a:ext uri="{FF2B5EF4-FFF2-40B4-BE49-F238E27FC236}">
                  <a16:creationId xmlns:a16="http://schemas.microsoft.com/office/drawing/2014/main" id="{F0531214-91D9-0BD5-646B-52567F787EF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7" name="Oval 536">
              <a:extLst>
                <a:ext uri="{FF2B5EF4-FFF2-40B4-BE49-F238E27FC236}">
                  <a16:creationId xmlns:a16="http://schemas.microsoft.com/office/drawing/2014/main" id="{318F89DA-BFD1-D494-ED2D-7C49DEBBB41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41939A2E-4210-5BE1-ED92-FEB329C9D942}"/>
              </a:ext>
            </a:extLst>
          </p:cNvPr>
          <p:cNvGrpSpPr/>
          <p:nvPr/>
        </p:nvGrpSpPr>
        <p:grpSpPr>
          <a:xfrm>
            <a:off x="2594728" y="3517692"/>
            <a:ext cx="141158" cy="141158"/>
            <a:chOff x="3354375" y="4234433"/>
            <a:chExt cx="131191" cy="131191"/>
          </a:xfrm>
        </p:grpSpPr>
        <p:sp>
          <p:nvSpPr>
            <p:cNvPr id="539" name="Oval 538">
              <a:extLst>
                <a:ext uri="{FF2B5EF4-FFF2-40B4-BE49-F238E27FC236}">
                  <a16:creationId xmlns:a16="http://schemas.microsoft.com/office/drawing/2014/main" id="{6552614D-1D03-F59C-412A-2533F05C63E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3B1426A6-B1E6-8D31-1F22-E2829D5327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1" name="Group 540">
            <a:extLst>
              <a:ext uri="{FF2B5EF4-FFF2-40B4-BE49-F238E27FC236}">
                <a16:creationId xmlns:a16="http://schemas.microsoft.com/office/drawing/2014/main" id="{8BD7170A-4F12-C0CF-433B-36DB5E302D3F}"/>
              </a:ext>
            </a:extLst>
          </p:cNvPr>
          <p:cNvGrpSpPr/>
          <p:nvPr/>
        </p:nvGrpSpPr>
        <p:grpSpPr>
          <a:xfrm rot="639845">
            <a:off x="2131688" y="3338511"/>
            <a:ext cx="494283" cy="373376"/>
            <a:chOff x="2668037" y="3745142"/>
            <a:chExt cx="494283" cy="373376"/>
          </a:xfrm>
        </p:grpSpPr>
        <p:grpSp>
          <p:nvGrpSpPr>
            <p:cNvPr id="542" name="Group 541">
              <a:extLst>
                <a:ext uri="{FF2B5EF4-FFF2-40B4-BE49-F238E27FC236}">
                  <a16:creationId xmlns:a16="http://schemas.microsoft.com/office/drawing/2014/main" id="{AE380CFE-FD22-A8D5-87B8-662E5FF3BE59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CB2CC98D-D42D-EBE1-6C02-149C3C1849A5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57" name="Oval 556">
                <a:extLst>
                  <a:ext uri="{FF2B5EF4-FFF2-40B4-BE49-F238E27FC236}">
                    <a16:creationId xmlns:a16="http://schemas.microsoft.com/office/drawing/2014/main" id="{6919E349-5E59-7A69-1D9E-3006C5040317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43" name="Group 542">
              <a:extLst>
                <a:ext uri="{FF2B5EF4-FFF2-40B4-BE49-F238E27FC236}">
                  <a16:creationId xmlns:a16="http://schemas.microsoft.com/office/drawing/2014/main" id="{E80D46C4-8C6E-4231-A77F-B346E399EE2F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544" name="Group 543">
                <a:extLst>
                  <a:ext uri="{FF2B5EF4-FFF2-40B4-BE49-F238E27FC236}">
                    <a16:creationId xmlns:a16="http://schemas.microsoft.com/office/drawing/2014/main" id="{DC4D6B96-B902-4427-DD4C-2903DC3E5533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554" name="Oval 553">
                  <a:extLst>
                    <a:ext uri="{FF2B5EF4-FFF2-40B4-BE49-F238E27FC236}">
                      <a16:creationId xmlns:a16="http://schemas.microsoft.com/office/drawing/2014/main" id="{CE7E8F23-15AB-23B3-3ECA-892BF651DDE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5" name="Oval 554">
                  <a:extLst>
                    <a:ext uri="{FF2B5EF4-FFF2-40B4-BE49-F238E27FC236}">
                      <a16:creationId xmlns:a16="http://schemas.microsoft.com/office/drawing/2014/main" id="{F40EAEC4-726F-BEEF-5DC8-6793B2CA6FA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45" name="Group 544">
                <a:extLst>
                  <a:ext uri="{FF2B5EF4-FFF2-40B4-BE49-F238E27FC236}">
                    <a16:creationId xmlns:a16="http://schemas.microsoft.com/office/drawing/2014/main" id="{39C460B5-3BEE-454C-85DA-4304E7ABCAAD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552" name="Oval 551">
                  <a:extLst>
                    <a:ext uri="{FF2B5EF4-FFF2-40B4-BE49-F238E27FC236}">
                      <a16:creationId xmlns:a16="http://schemas.microsoft.com/office/drawing/2014/main" id="{EFECDA75-792A-CBED-1B93-39F1C497D247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3" name="Oval 552">
                  <a:extLst>
                    <a:ext uri="{FF2B5EF4-FFF2-40B4-BE49-F238E27FC236}">
                      <a16:creationId xmlns:a16="http://schemas.microsoft.com/office/drawing/2014/main" id="{E3E2BC96-2623-EA3B-897A-1743DCBF47C7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46" name="Group 545">
                <a:extLst>
                  <a:ext uri="{FF2B5EF4-FFF2-40B4-BE49-F238E27FC236}">
                    <a16:creationId xmlns:a16="http://schemas.microsoft.com/office/drawing/2014/main" id="{8662AC0B-9D42-24B7-12FF-E39F22F36ED6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550" name="Oval 549">
                  <a:extLst>
                    <a:ext uri="{FF2B5EF4-FFF2-40B4-BE49-F238E27FC236}">
                      <a16:creationId xmlns:a16="http://schemas.microsoft.com/office/drawing/2014/main" id="{A16830E0-4607-522A-8252-7B74FAB0BB0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51" name="Oval 550">
                  <a:extLst>
                    <a:ext uri="{FF2B5EF4-FFF2-40B4-BE49-F238E27FC236}">
                      <a16:creationId xmlns:a16="http://schemas.microsoft.com/office/drawing/2014/main" id="{42C5E663-4ED7-2C98-7C1E-4A91847A1D1A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47" name="Group 546">
                <a:extLst>
                  <a:ext uri="{FF2B5EF4-FFF2-40B4-BE49-F238E27FC236}">
                    <a16:creationId xmlns:a16="http://schemas.microsoft.com/office/drawing/2014/main" id="{0C25D76B-B5A4-EF5F-7A91-2F4D2BF9C65F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548" name="Oval 547">
                  <a:extLst>
                    <a:ext uri="{FF2B5EF4-FFF2-40B4-BE49-F238E27FC236}">
                      <a16:creationId xmlns:a16="http://schemas.microsoft.com/office/drawing/2014/main" id="{71214613-ED9B-2B94-D73C-40762697C697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49" name="Oval 548">
                  <a:extLst>
                    <a:ext uri="{FF2B5EF4-FFF2-40B4-BE49-F238E27FC236}">
                      <a16:creationId xmlns:a16="http://schemas.microsoft.com/office/drawing/2014/main" id="{F464617F-95F8-F6AE-C2BF-47050390CAC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558" name="Group 557">
            <a:extLst>
              <a:ext uri="{FF2B5EF4-FFF2-40B4-BE49-F238E27FC236}">
                <a16:creationId xmlns:a16="http://schemas.microsoft.com/office/drawing/2014/main" id="{EF413C87-CDF2-FED3-720C-C228B5F8F723}"/>
              </a:ext>
            </a:extLst>
          </p:cNvPr>
          <p:cNvGrpSpPr/>
          <p:nvPr/>
        </p:nvGrpSpPr>
        <p:grpSpPr>
          <a:xfrm>
            <a:off x="2777611" y="3634200"/>
            <a:ext cx="76198" cy="76198"/>
            <a:chOff x="3354375" y="4234433"/>
            <a:chExt cx="131191" cy="131191"/>
          </a:xfrm>
        </p:grpSpPr>
        <p:sp>
          <p:nvSpPr>
            <p:cNvPr id="559" name="Oval 558">
              <a:extLst>
                <a:ext uri="{FF2B5EF4-FFF2-40B4-BE49-F238E27FC236}">
                  <a16:creationId xmlns:a16="http://schemas.microsoft.com/office/drawing/2014/main" id="{3061C1B8-C2F1-555A-ABC0-C4092306D50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0" name="Oval 559">
              <a:extLst>
                <a:ext uri="{FF2B5EF4-FFF2-40B4-BE49-F238E27FC236}">
                  <a16:creationId xmlns:a16="http://schemas.microsoft.com/office/drawing/2014/main" id="{701DC11C-373C-BC6D-BE8C-7F45C35F5E5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1" name="Group 560">
            <a:extLst>
              <a:ext uri="{FF2B5EF4-FFF2-40B4-BE49-F238E27FC236}">
                <a16:creationId xmlns:a16="http://schemas.microsoft.com/office/drawing/2014/main" id="{0478448F-342E-30A9-8FE6-769E933D7C81}"/>
              </a:ext>
            </a:extLst>
          </p:cNvPr>
          <p:cNvGrpSpPr/>
          <p:nvPr/>
        </p:nvGrpSpPr>
        <p:grpSpPr>
          <a:xfrm rot="21588307">
            <a:off x="2442815" y="3048257"/>
            <a:ext cx="150955" cy="150955"/>
            <a:chOff x="3354375" y="4234433"/>
            <a:chExt cx="131191" cy="131191"/>
          </a:xfrm>
        </p:grpSpPr>
        <p:sp>
          <p:nvSpPr>
            <p:cNvPr id="562" name="Oval 561">
              <a:extLst>
                <a:ext uri="{FF2B5EF4-FFF2-40B4-BE49-F238E27FC236}">
                  <a16:creationId xmlns:a16="http://schemas.microsoft.com/office/drawing/2014/main" id="{64698761-0886-7BFE-72DE-0BD22936163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3" name="Oval 562">
              <a:extLst>
                <a:ext uri="{FF2B5EF4-FFF2-40B4-BE49-F238E27FC236}">
                  <a16:creationId xmlns:a16="http://schemas.microsoft.com/office/drawing/2014/main" id="{4F0CE569-C66B-A152-64AB-ACD26BB4FE0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4" name="Group 563">
            <a:extLst>
              <a:ext uri="{FF2B5EF4-FFF2-40B4-BE49-F238E27FC236}">
                <a16:creationId xmlns:a16="http://schemas.microsoft.com/office/drawing/2014/main" id="{98A51CCC-7538-702B-5053-B1CA408CDE50}"/>
              </a:ext>
            </a:extLst>
          </p:cNvPr>
          <p:cNvGrpSpPr/>
          <p:nvPr/>
        </p:nvGrpSpPr>
        <p:grpSpPr>
          <a:xfrm rot="21588307">
            <a:off x="2594498" y="2996009"/>
            <a:ext cx="76198" cy="76198"/>
            <a:chOff x="3354375" y="4234433"/>
            <a:chExt cx="131191" cy="131191"/>
          </a:xfrm>
        </p:grpSpPr>
        <p:sp>
          <p:nvSpPr>
            <p:cNvPr id="565" name="Oval 564">
              <a:extLst>
                <a:ext uri="{FF2B5EF4-FFF2-40B4-BE49-F238E27FC236}">
                  <a16:creationId xmlns:a16="http://schemas.microsoft.com/office/drawing/2014/main" id="{0175E2C4-AF45-6752-6A2F-7D854272D8B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6" name="Oval 565">
              <a:extLst>
                <a:ext uri="{FF2B5EF4-FFF2-40B4-BE49-F238E27FC236}">
                  <a16:creationId xmlns:a16="http://schemas.microsoft.com/office/drawing/2014/main" id="{E769AF0D-D0C3-6571-8715-DC9B2A39C7A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67" name="Group 566">
            <a:extLst>
              <a:ext uri="{FF2B5EF4-FFF2-40B4-BE49-F238E27FC236}">
                <a16:creationId xmlns:a16="http://schemas.microsoft.com/office/drawing/2014/main" id="{04FC0F63-3C5D-CBBE-D4CE-F446A7F0A47F}"/>
              </a:ext>
            </a:extLst>
          </p:cNvPr>
          <p:cNvGrpSpPr/>
          <p:nvPr/>
        </p:nvGrpSpPr>
        <p:grpSpPr>
          <a:xfrm rot="21588307">
            <a:off x="1745322" y="3246988"/>
            <a:ext cx="141158" cy="141158"/>
            <a:chOff x="3354375" y="4234433"/>
            <a:chExt cx="131191" cy="131191"/>
          </a:xfrm>
        </p:grpSpPr>
        <p:sp>
          <p:nvSpPr>
            <p:cNvPr id="568" name="Oval 567">
              <a:extLst>
                <a:ext uri="{FF2B5EF4-FFF2-40B4-BE49-F238E27FC236}">
                  <a16:creationId xmlns:a16="http://schemas.microsoft.com/office/drawing/2014/main" id="{E8FB8E98-E786-B841-38EC-B55EE8D9142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9" name="Oval 568">
              <a:extLst>
                <a:ext uri="{FF2B5EF4-FFF2-40B4-BE49-F238E27FC236}">
                  <a16:creationId xmlns:a16="http://schemas.microsoft.com/office/drawing/2014/main" id="{1D47FB3C-98CC-E554-5BEB-2F3F9C8DB7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0" name="Group 569">
            <a:extLst>
              <a:ext uri="{FF2B5EF4-FFF2-40B4-BE49-F238E27FC236}">
                <a16:creationId xmlns:a16="http://schemas.microsoft.com/office/drawing/2014/main" id="{CC68FACE-1177-3F62-3A70-6F88923F4D31}"/>
              </a:ext>
            </a:extLst>
          </p:cNvPr>
          <p:cNvGrpSpPr/>
          <p:nvPr/>
        </p:nvGrpSpPr>
        <p:grpSpPr>
          <a:xfrm rot="21588307">
            <a:off x="1734391" y="2678574"/>
            <a:ext cx="76198" cy="76198"/>
            <a:chOff x="3354375" y="4234433"/>
            <a:chExt cx="131191" cy="131191"/>
          </a:xfrm>
        </p:grpSpPr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2CB53337-859A-44E3-8758-A5AEE2B8BF2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B070E90D-B8BB-6DF0-E8A9-668E1EF7734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3" name="Group 572">
            <a:extLst>
              <a:ext uri="{FF2B5EF4-FFF2-40B4-BE49-F238E27FC236}">
                <a16:creationId xmlns:a16="http://schemas.microsoft.com/office/drawing/2014/main" id="{0D397165-DC74-6587-26A1-DE6BADDBFDBB}"/>
              </a:ext>
            </a:extLst>
          </p:cNvPr>
          <p:cNvGrpSpPr/>
          <p:nvPr/>
        </p:nvGrpSpPr>
        <p:grpSpPr>
          <a:xfrm>
            <a:off x="2997129" y="3390901"/>
            <a:ext cx="76198" cy="76198"/>
            <a:chOff x="3354375" y="4234433"/>
            <a:chExt cx="131191" cy="131191"/>
          </a:xfrm>
        </p:grpSpPr>
        <p:sp>
          <p:nvSpPr>
            <p:cNvPr id="574" name="Oval 573">
              <a:extLst>
                <a:ext uri="{FF2B5EF4-FFF2-40B4-BE49-F238E27FC236}">
                  <a16:creationId xmlns:a16="http://schemas.microsoft.com/office/drawing/2014/main" id="{EC781CAC-2A68-5F11-F7C8-51A60723369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5" name="Oval 574">
              <a:extLst>
                <a:ext uri="{FF2B5EF4-FFF2-40B4-BE49-F238E27FC236}">
                  <a16:creationId xmlns:a16="http://schemas.microsoft.com/office/drawing/2014/main" id="{F789B63E-C0AA-6F95-2754-5A4699840A0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6" name="Group 575">
            <a:extLst>
              <a:ext uri="{FF2B5EF4-FFF2-40B4-BE49-F238E27FC236}">
                <a16:creationId xmlns:a16="http://schemas.microsoft.com/office/drawing/2014/main" id="{4AFB99DC-6E61-82F8-357F-FD91C4416E09}"/>
              </a:ext>
            </a:extLst>
          </p:cNvPr>
          <p:cNvGrpSpPr/>
          <p:nvPr/>
        </p:nvGrpSpPr>
        <p:grpSpPr>
          <a:xfrm rot="21588307">
            <a:off x="3188780" y="3454846"/>
            <a:ext cx="76198" cy="76198"/>
            <a:chOff x="3354375" y="4234433"/>
            <a:chExt cx="131191" cy="131191"/>
          </a:xfrm>
        </p:grpSpPr>
        <p:sp>
          <p:nvSpPr>
            <p:cNvPr id="577" name="Oval 576">
              <a:extLst>
                <a:ext uri="{FF2B5EF4-FFF2-40B4-BE49-F238E27FC236}">
                  <a16:creationId xmlns:a16="http://schemas.microsoft.com/office/drawing/2014/main" id="{085175A2-10DC-B210-A2A3-7134B6E60E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8" name="Oval 577">
              <a:extLst>
                <a:ext uri="{FF2B5EF4-FFF2-40B4-BE49-F238E27FC236}">
                  <a16:creationId xmlns:a16="http://schemas.microsoft.com/office/drawing/2014/main" id="{6DEA59FC-B967-65C2-67BD-66D23D4BDA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9" name="Group 578">
            <a:extLst>
              <a:ext uri="{FF2B5EF4-FFF2-40B4-BE49-F238E27FC236}">
                <a16:creationId xmlns:a16="http://schemas.microsoft.com/office/drawing/2014/main" id="{9CD183BD-5235-A6A6-BE8C-A962090AA9ED}"/>
              </a:ext>
            </a:extLst>
          </p:cNvPr>
          <p:cNvGrpSpPr/>
          <p:nvPr/>
        </p:nvGrpSpPr>
        <p:grpSpPr>
          <a:xfrm>
            <a:off x="1863939" y="3331778"/>
            <a:ext cx="209043" cy="209043"/>
            <a:chOff x="3354375" y="4234433"/>
            <a:chExt cx="131191" cy="131191"/>
          </a:xfrm>
        </p:grpSpPr>
        <p:sp>
          <p:nvSpPr>
            <p:cNvPr id="580" name="Oval 579">
              <a:extLst>
                <a:ext uri="{FF2B5EF4-FFF2-40B4-BE49-F238E27FC236}">
                  <a16:creationId xmlns:a16="http://schemas.microsoft.com/office/drawing/2014/main" id="{032C3B65-F8B9-2E58-609E-88AA6F45A02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1" name="Oval 580">
              <a:extLst>
                <a:ext uri="{FF2B5EF4-FFF2-40B4-BE49-F238E27FC236}">
                  <a16:creationId xmlns:a16="http://schemas.microsoft.com/office/drawing/2014/main" id="{237CCA6F-E943-936D-2E90-9C04CD63DA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82" name="Group 581">
            <a:extLst>
              <a:ext uri="{FF2B5EF4-FFF2-40B4-BE49-F238E27FC236}">
                <a16:creationId xmlns:a16="http://schemas.microsoft.com/office/drawing/2014/main" id="{16A13717-97AA-A5A3-32E9-504E2B526597}"/>
              </a:ext>
            </a:extLst>
          </p:cNvPr>
          <p:cNvGrpSpPr/>
          <p:nvPr/>
        </p:nvGrpSpPr>
        <p:grpSpPr>
          <a:xfrm>
            <a:off x="2027437" y="3198018"/>
            <a:ext cx="141158" cy="141158"/>
            <a:chOff x="3354375" y="4234433"/>
            <a:chExt cx="131191" cy="131191"/>
          </a:xfrm>
        </p:grpSpPr>
        <p:sp>
          <p:nvSpPr>
            <p:cNvPr id="583" name="Oval 582">
              <a:extLst>
                <a:ext uri="{FF2B5EF4-FFF2-40B4-BE49-F238E27FC236}">
                  <a16:creationId xmlns:a16="http://schemas.microsoft.com/office/drawing/2014/main" id="{09269B7D-5D16-053B-5D5E-0071FE1EC2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84" name="Oval 583">
              <a:extLst>
                <a:ext uri="{FF2B5EF4-FFF2-40B4-BE49-F238E27FC236}">
                  <a16:creationId xmlns:a16="http://schemas.microsoft.com/office/drawing/2014/main" id="{F5518188-F916-F2F0-88CC-25EBF8C526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46926163-A3EE-7359-93ED-C30B9EA93B8B}"/>
              </a:ext>
            </a:extLst>
          </p:cNvPr>
          <p:cNvGrpSpPr/>
          <p:nvPr/>
        </p:nvGrpSpPr>
        <p:grpSpPr>
          <a:xfrm rot="639845">
            <a:off x="2172351" y="3108036"/>
            <a:ext cx="494283" cy="373376"/>
            <a:chOff x="2668037" y="3745142"/>
            <a:chExt cx="494283" cy="373376"/>
          </a:xfrm>
        </p:grpSpPr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30CD92CE-D638-000D-3697-3EA6BE9DC824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600" name="Oval 599">
                <a:extLst>
                  <a:ext uri="{FF2B5EF4-FFF2-40B4-BE49-F238E27FC236}">
                    <a16:creationId xmlns:a16="http://schemas.microsoft.com/office/drawing/2014/main" id="{FD1A0191-5934-1404-0951-3A9DC5CDE741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601" name="Oval 600">
                <a:extLst>
                  <a:ext uri="{FF2B5EF4-FFF2-40B4-BE49-F238E27FC236}">
                    <a16:creationId xmlns:a16="http://schemas.microsoft.com/office/drawing/2014/main" id="{00F0632D-2659-1AF2-AE8D-FDD574F528A1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87" name="Group 586">
              <a:extLst>
                <a:ext uri="{FF2B5EF4-FFF2-40B4-BE49-F238E27FC236}">
                  <a16:creationId xmlns:a16="http://schemas.microsoft.com/office/drawing/2014/main" id="{B534DA7A-593E-FE03-57C6-E7DE7FD84022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62363DA2-5127-6BB8-B3D8-E62FAB26B722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598" name="Oval 597">
                  <a:extLst>
                    <a:ext uri="{FF2B5EF4-FFF2-40B4-BE49-F238E27FC236}">
                      <a16:creationId xmlns:a16="http://schemas.microsoft.com/office/drawing/2014/main" id="{03A2C86E-9655-B9C2-4AA8-0FE4C69261B2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9" name="Oval 598">
                  <a:extLst>
                    <a:ext uri="{FF2B5EF4-FFF2-40B4-BE49-F238E27FC236}">
                      <a16:creationId xmlns:a16="http://schemas.microsoft.com/office/drawing/2014/main" id="{81312532-3086-FD18-BA34-5A75F7E023C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89" name="Group 588">
                <a:extLst>
                  <a:ext uri="{FF2B5EF4-FFF2-40B4-BE49-F238E27FC236}">
                    <a16:creationId xmlns:a16="http://schemas.microsoft.com/office/drawing/2014/main" id="{76819718-62D5-5F3D-DEB2-A22E0C57B3E9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596" name="Oval 595">
                  <a:extLst>
                    <a:ext uri="{FF2B5EF4-FFF2-40B4-BE49-F238E27FC236}">
                      <a16:creationId xmlns:a16="http://schemas.microsoft.com/office/drawing/2014/main" id="{11B725DC-752A-67AB-70FE-E75762BF6B6A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7" name="Oval 596">
                  <a:extLst>
                    <a:ext uri="{FF2B5EF4-FFF2-40B4-BE49-F238E27FC236}">
                      <a16:creationId xmlns:a16="http://schemas.microsoft.com/office/drawing/2014/main" id="{CC4AF6B2-74AE-6629-C842-06ACB002A3EC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90" name="Group 589">
                <a:extLst>
                  <a:ext uri="{FF2B5EF4-FFF2-40B4-BE49-F238E27FC236}">
                    <a16:creationId xmlns:a16="http://schemas.microsoft.com/office/drawing/2014/main" id="{C8515536-F4B8-8FEC-DBAF-31541D33CAE4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594" name="Oval 593">
                  <a:extLst>
                    <a:ext uri="{FF2B5EF4-FFF2-40B4-BE49-F238E27FC236}">
                      <a16:creationId xmlns:a16="http://schemas.microsoft.com/office/drawing/2014/main" id="{2E2CCC4D-89B0-5770-7EBA-C8EEDE9E52E7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5" name="Oval 594">
                  <a:extLst>
                    <a:ext uri="{FF2B5EF4-FFF2-40B4-BE49-F238E27FC236}">
                      <a16:creationId xmlns:a16="http://schemas.microsoft.com/office/drawing/2014/main" id="{14C4EDA9-F42D-84C4-4E63-250AC91ABE9C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591" name="Group 590">
                <a:extLst>
                  <a:ext uri="{FF2B5EF4-FFF2-40B4-BE49-F238E27FC236}">
                    <a16:creationId xmlns:a16="http://schemas.microsoft.com/office/drawing/2014/main" id="{7004A907-BF7E-6003-365E-E244AFA384F9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592" name="Oval 591">
                  <a:extLst>
                    <a:ext uri="{FF2B5EF4-FFF2-40B4-BE49-F238E27FC236}">
                      <a16:creationId xmlns:a16="http://schemas.microsoft.com/office/drawing/2014/main" id="{2C40CB42-F571-2F0C-7C7F-849572A29595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593" name="Oval 592">
                  <a:extLst>
                    <a:ext uri="{FF2B5EF4-FFF2-40B4-BE49-F238E27FC236}">
                      <a16:creationId xmlns:a16="http://schemas.microsoft.com/office/drawing/2014/main" id="{599FD442-C225-8155-3D49-C437DC977F9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556430E4-2613-750E-44C0-9FC680661939}"/>
              </a:ext>
            </a:extLst>
          </p:cNvPr>
          <p:cNvGrpSpPr/>
          <p:nvPr/>
        </p:nvGrpSpPr>
        <p:grpSpPr>
          <a:xfrm>
            <a:off x="2108879" y="3403726"/>
            <a:ext cx="76198" cy="76198"/>
            <a:chOff x="3354375" y="4234433"/>
            <a:chExt cx="131191" cy="131191"/>
          </a:xfrm>
        </p:grpSpPr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C541C95C-6F12-5FF2-427E-10EF7DDEFAD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4" name="Oval 603">
              <a:extLst>
                <a:ext uri="{FF2B5EF4-FFF2-40B4-BE49-F238E27FC236}">
                  <a16:creationId xmlns:a16="http://schemas.microsoft.com/office/drawing/2014/main" id="{331204A5-1C92-F135-F7F2-9B48B94503D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05" name="Group 604">
            <a:extLst>
              <a:ext uri="{FF2B5EF4-FFF2-40B4-BE49-F238E27FC236}">
                <a16:creationId xmlns:a16="http://schemas.microsoft.com/office/drawing/2014/main" id="{D99F352C-7F93-1984-5213-D9431CCB07F1}"/>
              </a:ext>
            </a:extLst>
          </p:cNvPr>
          <p:cNvGrpSpPr/>
          <p:nvPr/>
        </p:nvGrpSpPr>
        <p:grpSpPr>
          <a:xfrm>
            <a:off x="2980554" y="3155581"/>
            <a:ext cx="141158" cy="141158"/>
            <a:chOff x="3354375" y="4234433"/>
            <a:chExt cx="131191" cy="131191"/>
          </a:xfrm>
        </p:grpSpPr>
        <p:sp>
          <p:nvSpPr>
            <p:cNvPr id="606" name="Oval 605">
              <a:extLst>
                <a:ext uri="{FF2B5EF4-FFF2-40B4-BE49-F238E27FC236}">
                  <a16:creationId xmlns:a16="http://schemas.microsoft.com/office/drawing/2014/main" id="{81E9DBD5-74E3-8302-2BC4-6F2D9A0451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07" name="Oval 606">
              <a:extLst>
                <a:ext uri="{FF2B5EF4-FFF2-40B4-BE49-F238E27FC236}">
                  <a16:creationId xmlns:a16="http://schemas.microsoft.com/office/drawing/2014/main" id="{B83225E1-5784-EEC8-F168-0585A0B4D69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08" name="Group 607">
            <a:extLst>
              <a:ext uri="{FF2B5EF4-FFF2-40B4-BE49-F238E27FC236}">
                <a16:creationId xmlns:a16="http://schemas.microsoft.com/office/drawing/2014/main" id="{13B2072A-090B-4225-4536-9BB74152C69B}"/>
              </a:ext>
            </a:extLst>
          </p:cNvPr>
          <p:cNvGrpSpPr/>
          <p:nvPr/>
        </p:nvGrpSpPr>
        <p:grpSpPr>
          <a:xfrm rot="639845">
            <a:off x="2783913" y="3234407"/>
            <a:ext cx="209043" cy="209043"/>
            <a:chOff x="3354375" y="4234433"/>
            <a:chExt cx="131191" cy="131191"/>
          </a:xfrm>
        </p:grpSpPr>
        <p:sp>
          <p:nvSpPr>
            <p:cNvPr id="609" name="Oval 608">
              <a:extLst>
                <a:ext uri="{FF2B5EF4-FFF2-40B4-BE49-F238E27FC236}">
                  <a16:creationId xmlns:a16="http://schemas.microsoft.com/office/drawing/2014/main" id="{B9F205B8-E46D-EC62-1CC1-8A82DDC2675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0" name="Oval 609">
              <a:extLst>
                <a:ext uri="{FF2B5EF4-FFF2-40B4-BE49-F238E27FC236}">
                  <a16:creationId xmlns:a16="http://schemas.microsoft.com/office/drawing/2014/main" id="{FE16D363-63A9-6064-0EF3-C5753B8884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9F55A4C7-72F5-1335-4DDB-0D4DA86EDCB5}"/>
              </a:ext>
            </a:extLst>
          </p:cNvPr>
          <p:cNvGrpSpPr/>
          <p:nvPr/>
        </p:nvGrpSpPr>
        <p:grpSpPr>
          <a:xfrm rot="21588307">
            <a:off x="2608589" y="3162683"/>
            <a:ext cx="150955" cy="150955"/>
            <a:chOff x="3354375" y="4234433"/>
            <a:chExt cx="131191" cy="13119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FA08BA31-0AB4-25C0-9BAE-BEE50428491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3" name="Oval 612">
              <a:extLst>
                <a:ext uri="{FF2B5EF4-FFF2-40B4-BE49-F238E27FC236}">
                  <a16:creationId xmlns:a16="http://schemas.microsoft.com/office/drawing/2014/main" id="{764E576B-5F8C-F28F-3CBA-0D60A2561F2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14" name="Group 613">
            <a:extLst>
              <a:ext uri="{FF2B5EF4-FFF2-40B4-BE49-F238E27FC236}">
                <a16:creationId xmlns:a16="http://schemas.microsoft.com/office/drawing/2014/main" id="{C1F6B56A-A91D-5F75-8A1A-6646FAA14859}"/>
              </a:ext>
            </a:extLst>
          </p:cNvPr>
          <p:cNvGrpSpPr/>
          <p:nvPr/>
        </p:nvGrpSpPr>
        <p:grpSpPr>
          <a:xfrm rot="21588307">
            <a:off x="2885921" y="3111164"/>
            <a:ext cx="76198" cy="76198"/>
            <a:chOff x="3354375" y="4234433"/>
            <a:chExt cx="131191" cy="131191"/>
          </a:xfrm>
        </p:grpSpPr>
        <p:sp>
          <p:nvSpPr>
            <p:cNvPr id="615" name="Oval 614">
              <a:extLst>
                <a:ext uri="{FF2B5EF4-FFF2-40B4-BE49-F238E27FC236}">
                  <a16:creationId xmlns:a16="http://schemas.microsoft.com/office/drawing/2014/main" id="{FA3CAF2C-B097-88BF-1912-BADCCE4BFB2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6" name="Oval 615">
              <a:extLst>
                <a:ext uri="{FF2B5EF4-FFF2-40B4-BE49-F238E27FC236}">
                  <a16:creationId xmlns:a16="http://schemas.microsoft.com/office/drawing/2014/main" id="{CB97563F-87C5-013A-4506-1E411327BD9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C8808EC6-D673-EE14-1D46-0C6998449BE7}"/>
              </a:ext>
            </a:extLst>
          </p:cNvPr>
          <p:cNvGrpSpPr/>
          <p:nvPr/>
        </p:nvGrpSpPr>
        <p:grpSpPr>
          <a:xfrm rot="21588307">
            <a:off x="2653365" y="3362345"/>
            <a:ext cx="141158" cy="141158"/>
            <a:chOff x="3354375" y="4234433"/>
            <a:chExt cx="131191" cy="131191"/>
          </a:xfrm>
        </p:grpSpPr>
        <p:sp>
          <p:nvSpPr>
            <p:cNvPr id="618" name="Oval 617">
              <a:extLst>
                <a:ext uri="{FF2B5EF4-FFF2-40B4-BE49-F238E27FC236}">
                  <a16:creationId xmlns:a16="http://schemas.microsoft.com/office/drawing/2014/main" id="{3CC0C70C-5377-37EA-0297-7F60F72F47C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9" name="Oval 618">
              <a:extLst>
                <a:ext uri="{FF2B5EF4-FFF2-40B4-BE49-F238E27FC236}">
                  <a16:creationId xmlns:a16="http://schemas.microsoft.com/office/drawing/2014/main" id="{8352E4E7-4619-5596-9C3D-2806C27D8C4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0" name="Group 619">
            <a:extLst>
              <a:ext uri="{FF2B5EF4-FFF2-40B4-BE49-F238E27FC236}">
                <a16:creationId xmlns:a16="http://schemas.microsoft.com/office/drawing/2014/main" id="{DE51FB31-B1D2-2411-D15E-7E388AC93989}"/>
              </a:ext>
            </a:extLst>
          </p:cNvPr>
          <p:cNvGrpSpPr/>
          <p:nvPr/>
        </p:nvGrpSpPr>
        <p:grpSpPr>
          <a:xfrm rot="21588307">
            <a:off x="2520048" y="3224372"/>
            <a:ext cx="76198" cy="76198"/>
            <a:chOff x="3354375" y="4234433"/>
            <a:chExt cx="131191" cy="131191"/>
          </a:xfrm>
        </p:grpSpPr>
        <p:sp>
          <p:nvSpPr>
            <p:cNvPr id="621" name="Oval 620">
              <a:extLst>
                <a:ext uri="{FF2B5EF4-FFF2-40B4-BE49-F238E27FC236}">
                  <a16:creationId xmlns:a16="http://schemas.microsoft.com/office/drawing/2014/main" id="{2EFE2961-E68C-F17A-A358-5771BF95091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2" name="Oval 621">
              <a:extLst>
                <a:ext uri="{FF2B5EF4-FFF2-40B4-BE49-F238E27FC236}">
                  <a16:creationId xmlns:a16="http://schemas.microsoft.com/office/drawing/2014/main" id="{19B47FED-7B77-DCAF-12BE-16B297FA500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3A4E025-E8D9-8731-1D0B-5AF49D62904C}"/>
              </a:ext>
            </a:extLst>
          </p:cNvPr>
          <p:cNvGrpSpPr/>
          <p:nvPr/>
        </p:nvGrpSpPr>
        <p:grpSpPr>
          <a:xfrm>
            <a:off x="2809729" y="3471261"/>
            <a:ext cx="209043" cy="209043"/>
            <a:chOff x="3354375" y="4234433"/>
            <a:chExt cx="131191" cy="131191"/>
          </a:xfrm>
        </p:grpSpPr>
        <p:sp>
          <p:nvSpPr>
            <p:cNvPr id="624" name="Oval 623">
              <a:extLst>
                <a:ext uri="{FF2B5EF4-FFF2-40B4-BE49-F238E27FC236}">
                  <a16:creationId xmlns:a16="http://schemas.microsoft.com/office/drawing/2014/main" id="{59E92B12-B3D6-44D7-D34A-D0F6709F788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CA9F51C5-C7C5-715C-CB7B-7E12D6E825E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6" name="Group 625">
            <a:extLst>
              <a:ext uri="{FF2B5EF4-FFF2-40B4-BE49-F238E27FC236}">
                <a16:creationId xmlns:a16="http://schemas.microsoft.com/office/drawing/2014/main" id="{A89928AB-79CC-3CC0-9D39-DFCC4FB10EF4}"/>
              </a:ext>
            </a:extLst>
          </p:cNvPr>
          <p:cNvGrpSpPr/>
          <p:nvPr/>
        </p:nvGrpSpPr>
        <p:grpSpPr>
          <a:xfrm>
            <a:off x="2608554" y="3659349"/>
            <a:ext cx="141158" cy="141158"/>
            <a:chOff x="3354375" y="4234433"/>
            <a:chExt cx="131191" cy="131191"/>
          </a:xfrm>
        </p:grpSpPr>
        <p:sp>
          <p:nvSpPr>
            <p:cNvPr id="627" name="Oval 626">
              <a:extLst>
                <a:ext uri="{FF2B5EF4-FFF2-40B4-BE49-F238E27FC236}">
                  <a16:creationId xmlns:a16="http://schemas.microsoft.com/office/drawing/2014/main" id="{A473D880-2E2D-5002-442E-F151D6100B6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8" name="Oval 627">
              <a:extLst>
                <a:ext uri="{FF2B5EF4-FFF2-40B4-BE49-F238E27FC236}">
                  <a16:creationId xmlns:a16="http://schemas.microsoft.com/office/drawing/2014/main" id="{39B0948F-643A-AFDB-F422-F1E29B0395D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29" name="Group 628">
            <a:extLst>
              <a:ext uri="{FF2B5EF4-FFF2-40B4-BE49-F238E27FC236}">
                <a16:creationId xmlns:a16="http://schemas.microsoft.com/office/drawing/2014/main" id="{D687DBD9-90EA-9E68-62B5-3E473A6854FA}"/>
              </a:ext>
            </a:extLst>
          </p:cNvPr>
          <p:cNvGrpSpPr/>
          <p:nvPr/>
        </p:nvGrpSpPr>
        <p:grpSpPr>
          <a:xfrm>
            <a:off x="2427072" y="3753250"/>
            <a:ext cx="117664" cy="117664"/>
            <a:chOff x="3354375" y="4234433"/>
            <a:chExt cx="131191" cy="131191"/>
          </a:xfrm>
        </p:grpSpPr>
        <p:sp>
          <p:nvSpPr>
            <p:cNvPr id="630" name="Oval 629">
              <a:extLst>
                <a:ext uri="{FF2B5EF4-FFF2-40B4-BE49-F238E27FC236}">
                  <a16:creationId xmlns:a16="http://schemas.microsoft.com/office/drawing/2014/main" id="{E70DDA64-91AE-43CC-08BE-5C1BA021532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31" name="Oval 630">
              <a:extLst>
                <a:ext uri="{FF2B5EF4-FFF2-40B4-BE49-F238E27FC236}">
                  <a16:creationId xmlns:a16="http://schemas.microsoft.com/office/drawing/2014/main" id="{FD5FB610-60BF-2E1D-16BD-8CE7F9C792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35" name="Arc 634">
            <a:extLst>
              <a:ext uri="{FF2B5EF4-FFF2-40B4-BE49-F238E27FC236}">
                <a16:creationId xmlns:a16="http://schemas.microsoft.com/office/drawing/2014/main" id="{C17C53E9-5D98-3F38-9FB5-DB24FBEB9F89}"/>
              </a:ext>
            </a:extLst>
          </p:cNvPr>
          <p:cNvSpPr/>
          <p:nvPr/>
        </p:nvSpPr>
        <p:spPr>
          <a:xfrm>
            <a:off x="5029460" y="2590304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6" name="Arc 635">
            <a:extLst>
              <a:ext uri="{FF2B5EF4-FFF2-40B4-BE49-F238E27FC236}">
                <a16:creationId xmlns:a16="http://schemas.microsoft.com/office/drawing/2014/main" id="{6D6E08CF-5D78-F9F5-B913-ED797DC4EB13}"/>
              </a:ext>
            </a:extLst>
          </p:cNvPr>
          <p:cNvSpPr/>
          <p:nvPr/>
        </p:nvSpPr>
        <p:spPr>
          <a:xfrm>
            <a:off x="5691166" y="2583864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7" name="Arc 636">
            <a:extLst>
              <a:ext uri="{FF2B5EF4-FFF2-40B4-BE49-F238E27FC236}">
                <a16:creationId xmlns:a16="http://schemas.microsoft.com/office/drawing/2014/main" id="{898E3A8D-E6FA-D8D2-6378-3DC894F1B716}"/>
              </a:ext>
            </a:extLst>
          </p:cNvPr>
          <p:cNvSpPr/>
          <p:nvPr/>
        </p:nvSpPr>
        <p:spPr>
          <a:xfrm>
            <a:off x="6378364" y="2578733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8" name="Arc 637">
            <a:extLst>
              <a:ext uri="{FF2B5EF4-FFF2-40B4-BE49-F238E27FC236}">
                <a16:creationId xmlns:a16="http://schemas.microsoft.com/office/drawing/2014/main" id="{FC630FC6-1CFE-7B51-CF3C-D4E0E7D7B93F}"/>
              </a:ext>
            </a:extLst>
          </p:cNvPr>
          <p:cNvSpPr/>
          <p:nvPr/>
        </p:nvSpPr>
        <p:spPr>
          <a:xfrm>
            <a:off x="7024464" y="2573602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9" name="Arc 638">
            <a:extLst>
              <a:ext uri="{FF2B5EF4-FFF2-40B4-BE49-F238E27FC236}">
                <a16:creationId xmlns:a16="http://schemas.microsoft.com/office/drawing/2014/main" id="{DFA9741A-A5FC-B600-925E-C3F96D34C830}"/>
              </a:ext>
            </a:extLst>
          </p:cNvPr>
          <p:cNvSpPr/>
          <p:nvPr/>
        </p:nvSpPr>
        <p:spPr>
          <a:xfrm>
            <a:off x="7703706" y="2581563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1" name="Arc 640">
            <a:extLst>
              <a:ext uri="{FF2B5EF4-FFF2-40B4-BE49-F238E27FC236}">
                <a16:creationId xmlns:a16="http://schemas.microsoft.com/office/drawing/2014/main" id="{8FB67028-B72B-28C8-CF5E-1A542AC42A70}"/>
              </a:ext>
            </a:extLst>
          </p:cNvPr>
          <p:cNvSpPr/>
          <p:nvPr/>
        </p:nvSpPr>
        <p:spPr>
          <a:xfrm>
            <a:off x="8383192" y="2583863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2" name="Arc 641">
            <a:extLst>
              <a:ext uri="{FF2B5EF4-FFF2-40B4-BE49-F238E27FC236}">
                <a16:creationId xmlns:a16="http://schemas.microsoft.com/office/drawing/2014/main" id="{E034B39A-ACED-3E9C-823F-9E24651D33AF}"/>
              </a:ext>
            </a:extLst>
          </p:cNvPr>
          <p:cNvSpPr/>
          <p:nvPr/>
        </p:nvSpPr>
        <p:spPr>
          <a:xfrm>
            <a:off x="9032968" y="2601883"/>
            <a:ext cx="1313589" cy="2043427"/>
          </a:xfrm>
          <a:prstGeom prst="arc">
            <a:avLst>
              <a:gd name="adj1" fmla="val 14943048"/>
              <a:gd name="adj2" fmla="val 17454225"/>
            </a:avLst>
          </a:prstGeom>
          <a:noFill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44" name="Group 643">
            <a:extLst>
              <a:ext uri="{FF2B5EF4-FFF2-40B4-BE49-F238E27FC236}">
                <a16:creationId xmlns:a16="http://schemas.microsoft.com/office/drawing/2014/main" id="{D18A9F0A-744C-1BEB-5270-6A0800236A53}"/>
              </a:ext>
            </a:extLst>
          </p:cNvPr>
          <p:cNvGrpSpPr/>
          <p:nvPr/>
        </p:nvGrpSpPr>
        <p:grpSpPr>
          <a:xfrm rot="639845">
            <a:off x="818206" y="3672682"/>
            <a:ext cx="209043" cy="209043"/>
            <a:chOff x="3354375" y="4234433"/>
            <a:chExt cx="131191" cy="131191"/>
          </a:xfrm>
        </p:grpSpPr>
        <p:sp>
          <p:nvSpPr>
            <p:cNvPr id="658" name="Oval 657">
              <a:extLst>
                <a:ext uri="{FF2B5EF4-FFF2-40B4-BE49-F238E27FC236}">
                  <a16:creationId xmlns:a16="http://schemas.microsoft.com/office/drawing/2014/main" id="{67076E54-DF6C-3660-3DC1-D6C6170441C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9" name="Oval 658">
              <a:extLst>
                <a:ext uri="{FF2B5EF4-FFF2-40B4-BE49-F238E27FC236}">
                  <a16:creationId xmlns:a16="http://schemas.microsoft.com/office/drawing/2014/main" id="{F3B745FF-68B5-4615-9A40-41024B2C65A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26967B15-A8B2-6290-FA51-D2740A180C74}"/>
              </a:ext>
            </a:extLst>
          </p:cNvPr>
          <p:cNvGrpSpPr/>
          <p:nvPr/>
        </p:nvGrpSpPr>
        <p:grpSpPr>
          <a:xfrm rot="21588307">
            <a:off x="957100" y="3878227"/>
            <a:ext cx="150955" cy="150955"/>
            <a:chOff x="3354375" y="4234433"/>
            <a:chExt cx="131191" cy="131191"/>
          </a:xfrm>
        </p:grpSpPr>
        <p:sp>
          <p:nvSpPr>
            <p:cNvPr id="656" name="Oval 655">
              <a:extLst>
                <a:ext uri="{FF2B5EF4-FFF2-40B4-BE49-F238E27FC236}">
                  <a16:creationId xmlns:a16="http://schemas.microsoft.com/office/drawing/2014/main" id="{5157AF9F-7DA0-228D-0297-508BB5A7610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7" name="Oval 656">
              <a:extLst>
                <a:ext uri="{FF2B5EF4-FFF2-40B4-BE49-F238E27FC236}">
                  <a16:creationId xmlns:a16="http://schemas.microsoft.com/office/drawing/2014/main" id="{24AE39BF-CCC1-477D-403E-B8A00990BE0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7" name="Group 646">
            <a:extLst>
              <a:ext uri="{FF2B5EF4-FFF2-40B4-BE49-F238E27FC236}">
                <a16:creationId xmlns:a16="http://schemas.microsoft.com/office/drawing/2014/main" id="{F7942EDD-D2FF-7B86-FBDA-9B14976DBB27}"/>
              </a:ext>
            </a:extLst>
          </p:cNvPr>
          <p:cNvGrpSpPr/>
          <p:nvPr/>
        </p:nvGrpSpPr>
        <p:grpSpPr>
          <a:xfrm rot="21588307">
            <a:off x="956251" y="3573917"/>
            <a:ext cx="76198" cy="76198"/>
            <a:chOff x="3354375" y="4234433"/>
            <a:chExt cx="131191" cy="131191"/>
          </a:xfrm>
        </p:grpSpPr>
        <p:sp>
          <p:nvSpPr>
            <p:cNvPr id="654" name="Oval 653">
              <a:extLst>
                <a:ext uri="{FF2B5EF4-FFF2-40B4-BE49-F238E27FC236}">
                  <a16:creationId xmlns:a16="http://schemas.microsoft.com/office/drawing/2014/main" id="{96C1C372-4CFE-D4E3-AD8C-0BC297CFD89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5" name="Oval 654">
              <a:extLst>
                <a:ext uri="{FF2B5EF4-FFF2-40B4-BE49-F238E27FC236}">
                  <a16:creationId xmlns:a16="http://schemas.microsoft.com/office/drawing/2014/main" id="{A0F941FB-43E6-6420-3B3A-C87FFA83AB4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8" name="Group 647">
            <a:extLst>
              <a:ext uri="{FF2B5EF4-FFF2-40B4-BE49-F238E27FC236}">
                <a16:creationId xmlns:a16="http://schemas.microsoft.com/office/drawing/2014/main" id="{47A42BA3-4500-96E0-4A89-1F604124941F}"/>
              </a:ext>
            </a:extLst>
          </p:cNvPr>
          <p:cNvGrpSpPr/>
          <p:nvPr/>
        </p:nvGrpSpPr>
        <p:grpSpPr>
          <a:xfrm rot="21588307">
            <a:off x="785917" y="3916066"/>
            <a:ext cx="141158" cy="141158"/>
            <a:chOff x="3354375" y="4234433"/>
            <a:chExt cx="131191" cy="131191"/>
          </a:xfrm>
        </p:grpSpPr>
        <p:sp>
          <p:nvSpPr>
            <p:cNvPr id="652" name="Oval 651">
              <a:extLst>
                <a:ext uri="{FF2B5EF4-FFF2-40B4-BE49-F238E27FC236}">
                  <a16:creationId xmlns:a16="http://schemas.microsoft.com/office/drawing/2014/main" id="{FD2AEC82-640B-983B-09AF-BBDE4186929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3" name="Oval 652">
              <a:extLst>
                <a:ext uri="{FF2B5EF4-FFF2-40B4-BE49-F238E27FC236}">
                  <a16:creationId xmlns:a16="http://schemas.microsoft.com/office/drawing/2014/main" id="{C80625E7-0EF2-DE36-FBA5-779F54662A6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49" name="Group 648">
            <a:extLst>
              <a:ext uri="{FF2B5EF4-FFF2-40B4-BE49-F238E27FC236}">
                <a16:creationId xmlns:a16="http://schemas.microsoft.com/office/drawing/2014/main" id="{008DB8A8-5B09-2906-EB28-3A3D14C8192A}"/>
              </a:ext>
            </a:extLst>
          </p:cNvPr>
          <p:cNvGrpSpPr/>
          <p:nvPr/>
        </p:nvGrpSpPr>
        <p:grpSpPr>
          <a:xfrm rot="21588307">
            <a:off x="1785025" y="3833152"/>
            <a:ext cx="76198" cy="76198"/>
            <a:chOff x="3354375" y="4234433"/>
            <a:chExt cx="131191" cy="131191"/>
          </a:xfrm>
        </p:grpSpPr>
        <p:sp>
          <p:nvSpPr>
            <p:cNvPr id="650" name="Oval 649">
              <a:extLst>
                <a:ext uri="{FF2B5EF4-FFF2-40B4-BE49-F238E27FC236}">
                  <a16:creationId xmlns:a16="http://schemas.microsoft.com/office/drawing/2014/main" id="{FD06CF1E-CCC3-7971-4516-0875404A72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51" name="Oval 650">
              <a:extLst>
                <a:ext uri="{FF2B5EF4-FFF2-40B4-BE49-F238E27FC236}">
                  <a16:creationId xmlns:a16="http://schemas.microsoft.com/office/drawing/2014/main" id="{14BB4B66-84D6-67F2-72E4-B2EF40FEB56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0" name="Group 659">
            <a:extLst>
              <a:ext uri="{FF2B5EF4-FFF2-40B4-BE49-F238E27FC236}">
                <a16:creationId xmlns:a16="http://schemas.microsoft.com/office/drawing/2014/main" id="{DF80C147-E179-C2F4-7753-DBDDD23842F4}"/>
              </a:ext>
            </a:extLst>
          </p:cNvPr>
          <p:cNvGrpSpPr/>
          <p:nvPr/>
        </p:nvGrpSpPr>
        <p:grpSpPr>
          <a:xfrm rot="21588307">
            <a:off x="913615" y="3389610"/>
            <a:ext cx="150955" cy="150955"/>
            <a:chOff x="3354375" y="4234433"/>
            <a:chExt cx="131191" cy="131191"/>
          </a:xfrm>
        </p:grpSpPr>
        <p:sp>
          <p:nvSpPr>
            <p:cNvPr id="661" name="Oval 660">
              <a:extLst>
                <a:ext uri="{FF2B5EF4-FFF2-40B4-BE49-F238E27FC236}">
                  <a16:creationId xmlns:a16="http://schemas.microsoft.com/office/drawing/2014/main" id="{158D75A1-12D1-6B64-8BDC-E112F002D9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2" name="Oval 661">
              <a:extLst>
                <a:ext uri="{FF2B5EF4-FFF2-40B4-BE49-F238E27FC236}">
                  <a16:creationId xmlns:a16="http://schemas.microsoft.com/office/drawing/2014/main" id="{F90EA1D9-DAB5-34B7-A724-3116147017C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3" name="Group 662">
            <a:extLst>
              <a:ext uri="{FF2B5EF4-FFF2-40B4-BE49-F238E27FC236}">
                <a16:creationId xmlns:a16="http://schemas.microsoft.com/office/drawing/2014/main" id="{582E0F83-443C-D5F9-4C6F-0EABADDBCF9C}"/>
              </a:ext>
            </a:extLst>
          </p:cNvPr>
          <p:cNvGrpSpPr/>
          <p:nvPr/>
        </p:nvGrpSpPr>
        <p:grpSpPr>
          <a:xfrm rot="21588307">
            <a:off x="1683606" y="3404754"/>
            <a:ext cx="150955" cy="150955"/>
            <a:chOff x="3354375" y="4234433"/>
            <a:chExt cx="131191" cy="131191"/>
          </a:xfrm>
        </p:grpSpPr>
        <p:sp>
          <p:nvSpPr>
            <p:cNvPr id="664" name="Oval 663">
              <a:extLst>
                <a:ext uri="{FF2B5EF4-FFF2-40B4-BE49-F238E27FC236}">
                  <a16:creationId xmlns:a16="http://schemas.microsoft.com/office/drawing/2014/main" id="{61AEA026-3027-6B40-976B-DC9FB29257D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665" name="Oval 664">
              <a:extLst>
                <a:ext uri="{FF2B5EF4-FFF2-40B4-BE49-F238E27FC236}">
                  <a16:creationId xmlns:a16="http://schemas.microsoft.com/office/drawing/2014/main" id="{8C6501CF-4132-3ACF-FE88-048EFCE7FEF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666" name="Group 665">
            <a:extLst>
              <a:ext uri="{FF2B5EF4-FFF2-40B4-BE49-F238E27FC236}">
                <a16:creationId xmlns:a16="http://schemas.microsoft.com/office/drawing/2014/main" id="{5DF0A8E7-702B-748C-9C6E-68DCCE7A1A05}"/>
              </a:ext>
            </a:extLst>
          </p:cNvPr>
          <p:cNvGrpSpPr/>
          <p:nvPr/>
        </p:nvGrpSpPr>
        <p:grpSpPr>
          <a:xfrm>
            <a:off x="1095306" y="3395915"/>
            <a:ext cx="209043" cy="209043"/>
            <a:chOff x="3354375" y="4234433"/>
            <a:chExt cx="131191" cy="131191"/>
          </a:xfrm>
        </p:grpSpPr>
        <p:sp>
          <p:nvSpPr>
            <p:cNvPr id="667" name="Oval 666">
              <a:extLst>
                <a:ext uri="{FF2B5EF4-FFF2-40B4-BE49-F238E27FC236}">
                  <a16:creationId xmlns:a16="http://schemas.microsoft.com/office/drawing/2014/main" id="{D09E9ED3-961D-CA98-0EF2-077EA6E0830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68" name="Oval 667">
              <a:extLst>
                <a:ext uri="{FF2B5EF4-FFF2-40B4-BE49-F238E27FC236}">
                  <a16:creationId xmlns:a16="http://schemas.microsoft.com/office/drawing/2014/main" id="{2E58485C-C323-5046-DEBC-B163FA13C33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69" name="Group 668">
            <a:extLst>
              <a:ext uri="{FF2B5EF4-FFF2-40B4-BE49-F238E27FC236}">
                <a16:creationId xmlns:a16="http://schemas.microsoft.com/office/drawing/2014/main" id="{2135925A-303B-BEB8-611D-B9BE70F0DD48}"/>
              </a:ext>
            </a:extLst>
          </p:cNvPr>
          <p:cNvGrpSpPr/>
          <p:nvPr/>
        </p:nvGrpSpPr>
        <p:grpSpPr>
          <a:xfrm>
            <a:off x="1008946" y="3179342"/>
            <a:ext cx="209043" cy="209043"/>
            <a:chOff x="3354375" y="4234433"/>
            <a:chExt cx="131191" cy="131191"/>
          </a:xfrm>
        </p:grpSpPr>
        <p:sp>
          <p:nvSpPr>
            <p:cNvPr id="670" name="Oval 669">
              <a:extLst>
                <a:ext uri="{FF2B5EF4-FFF2-40B4-BE49-F238E27FC236}">
                  <a16:creationId xmlns:a16="http://schemas.microsoft.com/office/drawing/2014/main" id="{DB636EA2-2C56-E2A8-0151-B02DCCAE803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1" name="Oval 670">
              <a:extLst>
                <a:ext uri="{FF2B5EF4-FFF2-40B4-BE49-F238E27FC236}">
                  <a16:creationId xmlns:a16="http://schemas.microsoft.com/office/drawing/2014/main" id="{F796EE0D-9341-0397-C6C5-483D817A293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72" name="Group 671">
            <a:extLst>
              <a:ext uri="{FF2B5EF4-FFF2-40B4-BE49-F238E27FC236}">
                <a16:creationId xmlns:a16="http://schemas.microsoft.com/office/drawing/2014/main" id="{46F8702B-844A-8145-D756-5DE95C912B50}"/>
              </a:ext>
            </a:extLst>
          </p:cNvPr>
          <p:cNvGrpSpPr/>
          <p:nvPr/>
        </p:nvGrpSpPr>
        <p:grpSpPr>
          <a:xfrm>
            <a:off x="6578167" y="2087625"/>
            <a:ext cx="209043" cy="209043"/>
            <a:chOff x="3354375" y="4234433"/>
            <a:chExt cx="131191" cy="131191"/>
          </a:xfrm>
        </p:grpSpPr>
        <p:sp>
          <p:nvSpPr>
            <p:cNvPr id="673" name="Oval 672">
              <a:extLst>
                <a:ext uri="{FF2B5EF4-FFF2-40B4-BE49-F238E27FC236}">
                  <a16:creationId xmlns:a16="http://schemas.microsoft.com/office/drawing/2014/main" id="{A8384881-89FE-7028-1F7B-47AA640C3D8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4" name="Oval 673">
              <a:extLst>
                <a:ext uri="{FF2B5EF4-FFF2-40B4-BE49-F238E27FC236}">
                  <a16:creationId xmlns:a16="http://schemas.microsoft.com/office/drawing/2014/main" id="{396169F9-7333-5E04-D98F-CBF993E0266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75" name="Group 674">
            <a:extLst>
              <a:ext uri="{FF2B5EF4-FFF2-40B4-BE49-F238E27FC236}">
                <a16:creationId xmlns:a16="http://schemas.microsoft.com/office/drawing/2014/main" id="{41A0EAB8-C32C-F632-8BF3-B4397D68D745}"/>
              </a:ext>
            </a:extLst>
          </p:cNvPr>
          <p:cNvGrpSpPr/>
          <p:nvPr/>
        </p:nvGrpSpPr>
        <p:grpSpPr>
          <a:xfrm>
            <a:off x="6121234" y="2363214"/>
            <a:ext cx="141158" cy="141158"/>
            <a:chOff x="3354375" y="4234433"/>
            <a:chExt cx="131191" cy="131191"/>
          </a:xfrm>
        </p:grpSpPr>
        <p:sp>
          <p:nvSpPr>
            <p:cNvPr id="676" name="Oval 675">
              <a:extLst>
                <a:ext uri="{FF2B5EF4-FFF2-40B4-BE49-F238E27FC236}">
                  <a16:creationId xmlns:a16="http://schemas.microsoft.com/office/drawing/2014/main" id="{AA9334F8-785E-C50E-DB04-09E12C8912C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77" name="Oval 676">
              <a:extLst>
                <a:ext uri="{FF2B5EF4-FFF2-40B4-BE49-F238E27FC236}">
                  <a16:creationId xmlns:a16="http://schemas.microsoft.com/office/drawing/2014/main" id="{5A8880B1-30D8-7735-DC18-85735D985ED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78" name="Group 677">
            <a:extLst>
              <a:ext uri="{FF2B5EF4-FFF2-40B4-BE49-F238E27FC236}">
                <a16:creationId xmlns:a16="http://schemas.microsoft.com/office/drawing/2014/main" id="{3C4980F7-EE93-7EED-3782-3281233F55A2}"/>
              </a:ext>
            </a:extLst>
          </p:cNvPr>
          <p:cNvGrpSpPr/>
          <p:nvPr/>
        </p:nvGrpSpPr>
        <p:grpSpPr>
          <a:xfrm>
            <a:off x="6122071" y="2528459"/>
            <a:ext cx="76198" cy="76198"/>
            <a:chOff x="3354375" y="4234433"/>
            <a:chExt cx="131191" cy="131191"/>
          </a:xfrm>
        </p:grpSpPr>
        <p:sp>
          <p:nvSpPr>
            <p:cNvPr id="679" name="Oval 678">
              <a:extLst>
                <a:ext uri="{FF2B5EF4-FFF2-40B4-BE49-F238E27FC236}">
                  <a16:creationId xmlns:a16="http://schemas.microsoft.com/office/drawing/2014/main" id="{1A10D53A-EC84-9D3A-E820-5FD79023093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0" name="Oval 679">
              <a:extLst>
                <a:ext uri="{FF2B5EF4-FFF2-40B4-BE49-F238E27FC236}">
                  <a16:creationId xmlns:a16="http://schemas.microsoft.com/office/drawing/2014/main" id="{72F32ABE-A363-B97C-1172-23E97AC2AD7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F4ABE081-B290-D30C-1FDE-63A2F62AD919}"/>
              </a:ext>
            </a:extLst>
          </p:cNvPr>
          <p:cNvGrpSpPr/>
          <p:nvPr/>
        </p:nvGrpSpPr>
        <p:grpSpPr>
          <a:xfrm>
            <a:off x="7245687" y="2169670"/>
            <a:ext cx="141158" cy="141158"/>
            <a:chOff x="3354375" y="4234433"/>
            <a:chExt cx="131191" cy="131191"/>
          </a:xfrm>
        </p:grpSpPr>
        <p:sp>
          <p:nvSpPr>
            <p:cNvPr id="682" name="Oval 681">
              <a:extLst>
                <a:ext uri="{FF2B5EF4-FFF2-40B4-BE49-F238E27FC236}">
                  <a16:creationId xmlns:a16="http://schemas.microsoft.com/office/drawing/2014/main" id="{6F4883F3-F675-C281-3FBE-4A62AA3E0AC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3" name="Oval 682">
              <a:extLst>
                <a:ext uri="{FF2B5EF4-FFF2-40B4-BE49-F238E27FC236}">
                  <a16:creationId xmlns:a16="http://schemas.microsoft.com/office/drawing/2014/main" id="{B9DDC9D6-2997-1700-F649-82CE58BF672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84" name="Group 683">
            <a:extLst>
              <a:ext uri="{FF2B5EF4-FFF2-40B4-BE49-F238E27FC236}">
                <a16:creationId xmlns:a16="http://schemas.microsoft.com/office/drawing/2014/main" id="{70EE8525-EA16-A492-3BA4-D59FBEBFEDB3}"/>
              </a:ext>
            </a:extLst>
          </p:cNvPr>
          <p:cNvGrpSpPr/>
          <p:nvPr/>
        </p:nvGrpSpPr>
        <p:grpSpPr>
          <a:xfrm rot="639845">
            <a:off x="6927745" y="2354719"/>
            <a:ext cx="209043" cy="209043"/>
            <a:chOff x="3354375" y="4234433"/>
            <a:chExt cx="131191" cy="131191"/>
          </a:xfrm>
        </p:grpSpPr>
        <p:sp>
          <p:nvSpPr>
            <p:cNvPr id="685" name="Oval 684">
              <a:extLst>
                <a:ext uri="{FF2B5EF4-FFF2-40B4-BE49-F238E27FC236}">
                  <a16:creationId xmlns:a16="http://schemas.microsoft.com/office/drawing/2014/main" id="{A3CC6E52-5599-B23D-41CB-37ABC5A2AD2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6" name="Oval 685">
              <a:extLst>
                <a:ext uri="{FF2B5EF4-FFF2-40B4-BE49-F238E27FC236}">
                  <a16:creationId xmlns:a16="http://schemas.microsoft.com/office/drawing/2014/main" id="{7F712829-216F-9654-7B30-2D1626EC7F4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87" name="Group 686">
            <a:extLst>
              <a:ext uri="{FF2B5EF4-FFF2-40B4-BE49-F238E27FC236}">
                <a16:creationId xmlns:a16="http://schemas.microsoft.com/office/drawing/2014/main" id="{D96788CC-5046-D62A-D602-058455D7360C}"/>
              </a:ext>
            </a:extLst>
          </p:cNvPr>
          <p:cNvGrpSpPr/>
          <p:nvPr/>
        </p:nvGrpSpPr>
        <p:grpSpPr>
          <a:xfrm rot="21588307">
            <a:off x="6025104" y="1674042"/>
            <a:ext cx="150955" cy="150955"/>
            <a:chOff x="3354375" y="4234433"/>
            <a:chExt cx="131191" cy="131191"/>
          </a:xfrm>
        </p:grpSpPr>
        <p:sp>
          <p:nvSpPr>
            <p:cNvPr id="688" name="Oval 687">
              <a:extLst>
                <a:ext uri="{FF2B5EF4-FFF2-40B4-BE49-F238E27FC236}">
                  <a16:creationId xmlns:a16="http://schemas.microsoft.com/office/drawing/2014/main" id="{A5E6CB78-01AD-3B12-72E0-29F0784CEC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89" name="Oval 688">
              <a:extLst>
                <a:ext uri="{FF2B5EF4-FFF2-40B4-BE49-F238E27FC236}">
                  <a16:creationId xmlns:a16="http://schemas.microsoft.com/office/drawing/2014/main" id="{A89D911D-1A3D-B033-655C-B2CC7D14E40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0" name="Group 689">
            <a:extLst>
              <a:ext uri="{FF2B5EF4-FFF2-40B4-BE49-F238E27FC236}">
                <a16:creationId xmlns:a16="http://schemas.microsoft.com/office/drawing/2014/main" id="{4DDEC25B-AA73-4AC5-170C-7EF3C2F26CE0}"/>
              </a:ext>
            </a:extLst>
          </p:cNvPr>
          <p:cNvGrpSpPr/>
          <p:nvPr/>
        </p:nvGrpSpPr>
        <p:grpSpPr>
          <a:xfrm rot="21588307">
            <a:off x="6112653" y="1830696"/>
            <a:ext cx="76198" cy="76198"/>
            <a:chOff x="3354375" y="4234433"/>
            <a:chExt cx="131191" cy="131191"/>
          </a:xfrm>
        </p:grpSpPr>
        <p:sp>
          <p:nvSpPr>
            <p:cNvPr id="691" name="Oval 690">
              <a:extLst>
                <a:ext uri="{FF2B5EF4-FFF2-40B4-BE49-F238E27FC236}">
                  <a16:creationId xmlns:a16="http://schemas.microsoft.com/office/drawing/2014/main" id="{0E929C8A-B023-2EFF-9277-53417387B6D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2" name="Oval 691">
              <a:extLst>
                <a:ext uri="{FF2B5EF4-FFF2-40B4-BE49-F238E27FC236}">
                  <a16:creationId xmlns:a16="http://schemas.microsoft.com/office/drawing/2014/main" id="{95C4790F-7E11-11F3-5422-875807AD356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3" name="Group 692">
            <a:extLst>
              <a:ext uri="{FF2B5EF4-FFF2-40B4-BE49-F238E27FC236}">
                <a16:creationId xmlns:a16="http://schemas.microsoft.com/office/drawing/2014/main" id="{D9DD10D1-8C7E-0B73-D162-C5200087CA5A}"/>
              </a:ext>
            </a:extLst>
          </p:cNvPr>
          <p:cNvGrpSpPr/>
          <p:nvPr/>
        </p:nvGrpSpPr>
        <p:grpSpPr>
          <a:xfrm rot="21588307">
            <a:off x="5897468" y="1746645"/>
            <a:ext cx="141158" cy="141158"/>
            <a:chOff x="3354375" y="4234433"/>
            <a:chExt cx="131191" cy="131191"/>
          </a:xfrm>
        </p:grpSpPr>
        <p:sp>
          <p:nvSpPr>
            <p:cNvPr id="694" name="Oval 693">
              <a:extLst>
                <a:ext uri="{FF2B5EF4-FFF2-40B4-BE49-F238E27FC236}">
                  <a16:creationId xmlns:a16="http://schemas.microsoft.com/office/drawing/2014/main" id="{B538E0BE-C731-E2B9-451D-3D43BB506BE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5" name="Oval 694">
              <a:extLst>
                <a:ext uri="{FF2B5EF4-FFF2-40B4-BE49-F238E27FC236}">
                  <a16:creationId xmlns:a16="http://schemas.microsoft.com/office/drawing/2014/main" id="{6EE70C19-57DE-7E6C-2C96-903C655C89F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6" name="Group 695">
            <a:extLst>
              <a:ext uri="{FF2B5EF4-FFF2-40B4-BE49-F238E27FC236}">
                <a16:creationId xmlns:a16="http://schemas.microsoft.com/office/drawing/2014/main" id="{076E0F06-0C20-3E41-162D-CF6B908F3838}"/>
              </a:ext>
            </a:extLst>
          </p:cNvPr>
          <p:cNvGrpSpPr/>
          <p:nvPr/>
        </p:nvGrpSpPr>
        <p:grpSpPr>
          <a:xfrm rot="21588307">
            <a:off x="6054200" y="1557155"/>
            <a:ext cx="76198" cy="76198"/>
            <a:chOff x="3354375" y="4234433"/>
            <a:chExt cx="131191" cy="131191"/>
          </a:xfrm>
        </p:grpSpPr>
        <p:sp>
          <p:nvSpPr>
            <p:cNvPr id="697" name="Oval 696">
              <a:extLst>
                <a:ext uri="{FF2B5EF4-FFF2-40B4-BE49-F238E27FC236}">
                  <a16:creationId xmlns:a16="http://schemas.microsoft.com/office/drawing/2014/main" id="{DCCB088C-6E27-B59D-FD97-B47703E2CC0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98" name="Oval 697">
              <a:extLst>
                <a:ext uri="{FF2B5EF4-FFF2-40B4-BE49-F238E27FC236}">
                  <a16:creationId xmlns:a16="http://schemas.microsoft.com/office/drawing/2014/main" id="{2C85DA42-1B20-C446-518B-5163B16CAEF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99" name="Group 698">
            <a:extLst>
              <a:ext uri="{FF2B5EF4-FFF2-40B4-BE49-F238E27FC236}">
                <a16:creationId xmlns:a16="http://schemas.microsoft.com/office/drawing/2014/main" id="{44212235-1B6D-2D76-FE34-FD9E4D2BAA78}"/>
              </a:ext>
            </a:extLst>
          </p:cNvPr>
          <p:cNvGrpSpPr/>
          <p:nvPr/>
        </p:nvGrpSpPr>
        <p:grpSpPr>
          <a:xfrm>
            <a:off x="6824702" y="2136355"/>
            <a:ext cx="76198" cy="76198"/>
            <a:chOff x="3354375" y="4234433"/>
            <a:chExt cx="131191" cy="131191"/>
          </a:xfrm>
        </p:grpSpPr>
        <p:sp>
          <p:nvSpPr>
            <p:cNvPr id="700" name="Oval 699">
              <a:extLst>
                <a:ext uri="{FF2B5EF4-FFF2-40B4-BE49-F238E27FC236}">
                  <a16:creationId xmlns:a16="http://schemas.microsoft.com/office/drawing/2014/main" id="{3020312D-6700-ED6D-648A-4BE0E641373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1" name="Oval 700">
              <a:extLst>
                <a:ext uri="{FF2B5EF4-FFF2-40B4-BE49-F238E27FC236}">
                  <a16:creationId xmlns:a16="http://schemas.microsoft.com/office/drawing/2014/main" id="{94B4BCFD-7410-CC8A-6BC1-BAF464218C4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2" name="Group 701">
            <a:extLst>
              <a:ext uri="{FF2B5EF4-FFF2-40B4-BE49-F238E27FC236}">
                <a16:creationId xmlns:a16="http://schemas.microsoft.com/office/drawing/2014/main" id="{6AC98C6B-175C-55AC-564B-D3FC082E1462}"/>
              </a:ext>
            </a:extLst>
          </p:cNvPr>
          <p:cNvGrpSpPr/>
          <p:nvPr/>
        </p:nvGrpSpPr>
        <p:grpSpPr>
          <a:xfrm rot="21588307">
            <a:off x="6766561" y="2233510"/>
            <a:ext cx="150955" cy="150955"/>
            <a:chOff x="3354375" y="4234433"/>
            <a:chExt cx="131191" cy="131191"/>
          </a:xfrm>
        </p:grpSpPr>
        <p:sp>
          <p:nvSpPr>
            <p:cNvPr id="703" name="Oval 702">
              <a:extLst>
                <a:ext uri="{FF2B5EF4-FFF2-40B4-BE49-F238E27FC236}">
                  <a16:creationId xmlns:a16="http://schemas.microsoft.com/office/drawing/2014/main" id="{C3EF4C9A-B827-767C-493A-69ED369D040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4" name="Oval 703">
              <a:extLst>
                <a:ext uri="{FF2B5EF4-FFF2-40B4-BE49-F238E27FC236}">
                  <a16:creationId xmlns:a16="http://schemas.microsoft.com/office/drawing/2014/main" id="{9E5222F9-5B89-3341-9AEC-481511FD58A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5" name="Group 704">
            <a:extLst>
              <a:ext uri="{FF2B5EF4-FFF2-40B4-BE49-F238E27FC236}">
                <a16:creationId xmlns:a16="http://schemas.microsoft.com/office/drawing/2014/main" id="{60457503-E224-57D5-5391-22CD96DA5397}"/>
              </a:ext>
            </a:extLst>
          </p:cNvPr>
          <p:cNvGrpSpPr/>
          <p:nvPr/>
        </p:nvGrpSpPr>
        <p:grpSpPr>
          <a:xfrm rot="21588307">
            <a:off x="7053910" y="2233384"/>
            <a:ext cx="76198" cy="76198"/>
            <a:chOff x="3354375" y="4234433"/>
            <a:chExt cx="131191" cy="131191"/>
          </a:xfrm>
        </p:grpSpPr>
        <p:sp>
          <p:nvSpPr>
            <p:cNvPr id="706" name="Oval 705">
              <a:extLst>
                <a:ext uri="{FF2B5EF4-FFF2-40B4-BE49-F238E27FC236}">
                  <a16:creationId xmlns:a16="http://schemas.microsoft.com/office/drawing/2014/main" id="{64A0A7FC-6A72-A6B6-BC59-4980CE3D837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07" name="Oval 706">
              <a:extLst>
                <a:ext uri="{FF2B5EF4-FFF2-40B4-BE49-F238E27FC236}">
                  <a16:creationId xmlns:a16="http://schemas.microsoft.com/office/drawing/2014/main" id="{5E7B5CC3-5A50-4DD6-C8F0-16E503A2032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08" name="Group 707">
            <a:extLst>
              <a:ext uri="{FF2B5EF4-FFF2-40B4-BE49-F238E27FC236}">
                <a16:creationId xmlns:a16="http://schemas.microsoft.com/office/drawing/2014/main" id="{5FC3FA93-9BF4-024F-9EB5-689D7E682EAF}"/>
              </a:ext>
            </a:extLst>
          </p:cNvPr>
          <p:cNvGrpSpPr/>
          <p:nvPr/>
        </p:nvGrpSpPr>
        <p:grpSpPr>
          <a:xfrm rot="21588307">
            <a:off x="6678020" y="2295199"/>
            <a:ext cx="76198" cy="76198"/>
            <a:chOff x="3354375" y="4234433"/>
            <a:chExt cx="131191" cy="131191"/>
          </a:xfrm>
        </p:grpSpPr>
        <p:sp>
          <p:nvSpPr>
            <p:cNvPr id="709" name="Oval 708">
              <a:extLst>
                <a:ext uri="{FF2B5EF4-FFF2-40B4-BE49-F238E27FC236}">
                  <a16:creationId xmlns:a16="http://schemas.microsoft.com/office/drawing/2014/main" id="{289AD4BE-3BF3-0005-101B-E6199E4A144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0" name="Oval 709">
              <a:extLst>
                <a:ext uri="{FF2B5EF4-FFF2-40B4-BE49-F238E27FC236}">
                  <a16:creationId xmlns:a16="http://schemas.microsoft.com/office/drawing/2014/main" id="{883B506D-A17B-1BC5-5BD6-1BCE2FA70CC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11" name="Group 710">
            <a:extLst>
              <a:ext uri="{FF2B5EF4-FFF2-40B4-BE49-F238E27FC236}">
                <a16:creationId xmlns:a16="http://schemas.microsoft.com/office/drawing/2014/main" id="{8BACBA60-560A-D8FA-B50C-4567DC07C36D}"/>
              </a:ext>
            </a:extLst>
          </p:cNvPr>
          <p:cNvGrpSpPr/>
          <p:nvPr/>
        </p:nvGrpSpPr>
        <p:grpSpPr>
          <a:xfrm rot="21588307">
            <a:off x="7426416" y="2513978"/>
            <a:ext cx="76198" cy="76198"/>
            <a:chOff x="3354375" y="4234433"/>
            <a:chExt cx="131191" cy="131191"/>
          </a:xfrm>
        </p:grpSpPr>
        <p:sp>
          <p:nvSpPr>
            <p:cNvPr id="712" name="Oval 711">
              <a:extLst>
                <a:ext uri="{FF2B5EF4-FFF2-40B4-BE49-F238E27FC236}">
                  <a16:creationId xmlns:a16="http://schemas.microsoft.com/office/drawing/2014/main" id="{66B96145-41A3-ABDD-F634-68EA3A2DB4A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3" name="Oval 712">
              <a:extLst>
                <a:ext uri="{FF2B5EF4-FFF2-40B4-BE49-F238E27FC236}">
                  <a16:creationId xmlns:a16="http://schemas.microsoft.com/office/drawing/2014/main" id="{98AD1576-51E1-24D3-BE5E-794D8F88815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14" name="Group 713">
            <a:extLst>
              <a:ext uri="{FF2B5EF4-FFF2-40B4-BE49-F238E27FC236}">
                <a16:creationId xmlns:a16="http://schemas.microsoft.com/office/drawing/2014/main" id="{0D342442-C25C-B182-4B73-E47A870D7775}"/>
              </a:ext>
            </a:extLst>
          </p:cNvPr>
          <p:cNvGrpSpPr/>
          <p:nvPr/>
        </p:nvGrpSpPr>
        <p:grpSpPr>
          <a:xfrm>
            <a:off x="5909435" y="1857151"/>
            <a:ext cx="209043" cy="209043"/>
            <a:chOff x="3354375" y="4234433"/>
            <a:chExt cx="131191" cy="131191"/>
          </a:xfrm>
        </p:grpSpPr>
        <p:sp>
          <p:nvSpPr>
            <p:cNvPr id="715" name="Oval 714">
              <a:extLst>
                <a:ext uri="{FF2B5EF4-FFF2-40B4-BE49-F238E27FC236}">
                  <a16:creationId xmlns:a16="http://schemas.microsoft.com/office/drawing/2014/main" id="{83CD7B4D-5D49-47D1-2D3B-314DC268C9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6" name="Oval 715">
              <a:extLst>
                <a:ext uri="{FF2B5EF4-FFF2-40B4-BE49-F238E27FC236}">
                  <a16:creationId xmlns:a16="http://schemas.microsoft.com/office/drawing/2014/main" id="{60BFD911-1F73-AB63-41EF-37803D7C695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17" name="Group 716">
            <a:extLst>
              <a:ext uri="{FF2B5EF4-FFF2-40B4-BE49-F238E27FC236}">
                <a16:creationId xmlns:a16="http://schemas.microsoft.com/office/drawing/2014/main" id="{297CA3AD-9897-7D14-B0B5-9D66F3A955EF}"/>
              </a:ext>
            </a:extLst>
          </p:cNvPr>
          <p:cNvGrpSpPr/>
          <p:nvPr/>
        </p:nvGrpSpPr>
        <p:grpSpPr>
          <a:xfrm>
            <a:off x="5521040" y="2044322"/>
            <a:ext cx="141158" cy="141158"/>
            <a:chOff x="3354375" y="4234433"/>
            <a:chExt cx="131191" cy="131191"/>
          </a:xfrm>
        </p:grpSpPr>
        <p:sp>
          <p:nvSpPr>
            <p:cNvPr id="718" name="Oval 717">
              <a:extLst>
                <a:ext uri="{FF2B5EF4-FFF2-40B4-BE49-F238E27FC236}">
                  <a16:creationId xmlns:a16="http://schemas.microsoft.com/office/drawing/2014/main" id="{14A3EF4E-5A4F-2C90-787F-1D54B5D250A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19" name="Oval 718">
              <a:extLst>
                <a:ext uri="{FF2B5EF4-FFF2-40B4-BE49-F238E27FC236}">
                  <a16:creationId xmlns:a16="http://schemas.microsoft.com/office/drawing/2014/main" id="{F1831C55-3737-10A9-C5E5-127143F945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20" name="Group 719">
            <a:extLst>
              <a:ext uri="{FF2B5EF4-FFF2-40B4-BE49-F238E27FC236}">
                <a16:creationId xmlns:a16="http://schemas.microsoft.com/office/drawing/2014/main" id="{AE9406DD-86DF-ADEE-BB00-A88D50BDC732}"/>
              </a:ext>
            </a:extLst>
          </p:cNvPr>
          <p:cNvGrpSpPr/>
          <p:nvPr/>
        </p:nvGrpSpPr>
        <p:grpSpPr>
          <a:xfrm rot="639845">
            <a:off x="5661591" y="1948389"/>
            <a:ext cx="494283" cy="373376"/>
            <a:chOff x="2668037" y="3745142"/>
            <a:chExt cx="494283" cy="373376"/>
          </a:xfrm>
        </p:grpSpPr>
        <p:grpSp>
          <p:nvGrpSpPr>
            <p:cNvPr id="721" name="Group 720">
              <a:extLst>
                <a:ext uri="{FF2B5EF4-FFF2-40B4-BE49-F238E27FC236}">
                  <a16:creationId xmlns:a16="http://schemas.microsoft.com/office/drawing/2014/main" id="{0156ED42-D983-322E-81D7-AA33A795A072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735" name="Oval 734">
                <a:extLst>
                  <a:ext uri="{FF2B5EF4-FFF2-40B4-BE49-F238E27FC236}">
                    <a16:creationId xmlns:a16="http://schemas.microsoft.com/office/drawing/2014/main" id="{BBAEEC94-8A93-F545-4AFC-FC8B0B7F5BD9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36" name="Oval 735">
                <a:extLst>
                  <a:ext uri="{FF2B5EF4-FFF2-40B4-BE49-F238E27FC236}">
                    <a16:creationId xmlns:a16="http://schemas.microsoft.com/office/drawing/2014/main" id="{48C14E1F-8758-89B8-ABF2-53B9049A9A26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22" name="Group 721">
              <a:extLst>
                <a:ext uri="{FF2B5EF4-FFF2-40B4-BE49-F238E27FC236}">
                  <a16:creationId xmlns:a16="http://schemas.microsoft.com/office/drawing/2014/main" id="{199E9641-DA86-5B82-95C4-D4BC2EC80440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723" name="Group 722">
                <a:extLst>
                  <a:ext uri="{FF2B5EF4-FFF2-40B4-BE49-F238E27FC236}">
                    <a16:creationId xmlns:a16="http://schemas.microsoft.com/office/drawing/2014/main" id="{13D040E2-5FF7-1DBA-AA5C-84E1DD730BA9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733" name="Oval 732">
                  <a:extLst>
                    <a:ext uri="{FF2B5EF4-FFF2-40B4-BE49-F238E27FC236}">
                      <a16:creationId xmlns:a16="http://schemas.microsoft.com/office/drawing/2014/main" id="{ACF282A2-F100-0A33-8C30-BED497860594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34" name="Oval 733">
                  <a:extLst>
                    <a:ext uri="{FF2B5EF4-FFF2-40B4-BE49-F238E27FC236}">
                      <a16:creationId xmlns:a16="http://schemas.microsoft.com/office/drawing/2014/main" id="{ECA43DF8-7170-8F0F-5F04-ABFBEDFEBC39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24" name="Group 723">
                <a:extLst>
                  <a:ext uri="{FF2B5EF4-FFF2-40B4-BE49-F238E27FC236}">
                    <a16:creationId xmlns:a16="http://schemas.microsoft.com/office/drawing/2014/main" id="{A88C4DBD-0324-9755-E53A-D3DD9B6C7250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731" name="Oval 730">
                  <a:extLst>
                    <a:ext uri="{FF2B5EF4-FFF2-40B4-BE49-F238E27FC236}">
                      <a16:creationId xmlns:a16="http://schemas.microsoft.com/office/drawing/2014/main" id="{2B454FFB-7D00-2452-9AC5-C25A540F6804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32" name="Oval 731">
                  <a:extLst>
                    <a:ext uri="{FF2B5EF4-FFF2-40B4-BE49-F238E27FC236}">
                      <a16:creationId xmlns:a16="http://schemas.microsoft.com/office/drawing/2014/main" id="{9ADF2D47-F42A-AE2B-C913-EA2103C7619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25" name="Group 724">
                <a:extLst>
                  <a:ext uri="{FF2B5EF4-FFF2-40B4-BE49-F238E27FC236}">
                    <a16:creationId xmlns:a16="http://schemas.microsoft.com/office/drawing/2014/main" id="{0B383741-9912-5550-6C30-C69F156B69F2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729" name="Oval 728">
                  <a:extLst>
                    <a:ext uri="{FF2B5EF4-FFF2-40B4-BE49-F238E27FC236}">
                      <a16:creationId xmlns:a16="http://schemas.microsoft.com/office/drawing/2014/main" id="{2A24453C-28D4-CCB2-D91E-A902E69F0C38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30" name="Oval 729">
                  <a:extLst>
                    <a:ext uri="{FF2B5EF4-FFF2-40B4-BE49-F238E27FC236}">
                      <a16:creationId xmlns:a16="http://schemas.microsoft.com/office/drawing/2014/main" id="{6283E059-53D0-4DFE-76C7-DF96754C8C17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26" name="Group 725">
                <a:extLst>
                  <a:ext uri="{FF2B5EF4-FFF2-40B4-BE49-F238E27FC236}">
                    <a16:creationId xmlns:a16="http://schemas.microsoft.com/office/drawing/2014/main" id="{2FC15912-AE4E-DCA7-E479-6EC833DFB638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727" name="Oval 726">
                  <a:extLst>
                    <a:ext uri="{FF2B5EF4-FFF2-40B4-BE49-F238E27FC236}">
                      <a16:creationId xmlns:a16="http://schemas.microsoft.com/office/drawing/2014/main" id="{66610221-CC71-0FA4-2969-C894C7A50B2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28" name="Oval 727">
                  <a:extLst>
                    <a:ext uri="{FF2B5EF4-FFF2-40B4-BE49-F238E27FC236}">
                      <a16:creationId xmlns:a16="http://schemas.microsoft.com/office/drawing/2014/main" id="{4249FB27-5E29-E57B-8C39-4DBC816C00D7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737" name="Group 736">
            <a:extLst>
              <a:ext uri="{FF2B5EF4-FFF2-40B4-BE49-F238E27FC236}">
                <a16:creationId xmlns:a16="http://schemas.microsoft.com/office/drawing/2014/main" id="{74D3F99C-3F14-48FE-6608-538698D39D28}"/>
              </a:ext>
            </a:extLst>
          </p:cNvPr>
          <p:cNvGrpSpPr/>
          <p:nvPr/>
        </p:nvGrpSpPr>
        <p:grpSpPr>
          <a:xfrm>
            <a:off x="5596721" y="2298165"/>
            <a:ext cx="76198" cy="76198"/>
            <a:chOff x="3354375" y="4234433"/>
            <a:chExt cx="131191" cy="131191"/>
          </a:xfrm>
        </p:grpSpPr>
        <p:sp>
          <p:nvSpPr>
            <p:cNvPr id="738" name="Oval 737">
              <a:extLst>
                <a:ext uri="{FF2B5EF4-FFF2-40B4-BE49-F238E27FC236}">
                  <a16:creationId xmlns:a16="http://schemas.microsoft.com/office/drawing/2014/main" id="{421544C4-4C69-DF40-D2E1-62B21D81CE7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39" name="Oval 738">
              <a:extLst>
                <a:ext uri="{FF2B5EF4-FFF2-40B4-BE49-F238E27FC236}">
                  <a16:creationId xmlns:a16="http://schemas.microsoft.com/office/drawing/2014/main" id="{BDAB7E9E-C4A1-AD4E-8619-4117C009727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F5BD8954-DB01-45C9-D65E-897AF0BFFA08}"/>
              </a:ext>
            </a:extLst>
          </p:cNvPr>
          <p:cNvGrpSpPr/>
          <p:nvPr/>
        </p:nvGrpSpPr>
        <p:grpSpPr>
          <a:xfrm>
            <a:off x="6477895" y="2002781"/>
            <a:ext cx="141158" cy="141158"/>
            <a:chOff x="3354375" y="4234433"/>
            <a:chExt cx="131191" cy="131191"/>
          </a:xfrm>
        </p:grpSpPr>
        <p:sp>
          <p:nvSpPr>
            <p:cNvPr id="741" name="Oval 740">
              <a:extLst>
                <a:ext uri="{FF2B5EF4-FFF2-40B4-BE49-F238E27FC236}">
                  <a16:creationId xmlns:a16="http://schemas.microsoft.com/office/drawing/2014/main" id="{19D1BDA0-E35C-470F-81E7-5F68D0648D6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2" name="Oval 741">
              <a:extLst>
                <a:ext uri="{FF2B5EF4-FFF2-40B4-BE49-F238E27FC236}">
                  <a16:creationId xmlns:a16="http://schemas.microsoft.com/office/drawing/2014/main" id="{E93958EA-A9A3-8D81-71CA-D0CD09E497C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743" name="Group 742">
            <a:extLst>
              <a:ext uri="{FF2B5EF4-FFF2-40B4-BE49-F238E27FC236}">
                <a16:creationId xmlns:a16="http://schemas.microsoft.com/office/drawing/2014/main" id="{568C92A5-630D-7B6D-897B-4A7C909077FB}"/>
              </a:ext>
            </a:extLst>
          </p:cNvPr>
          <p:cNvGrpSpPr/>
          <p:nvPr/>
        </p:nvGrpSpPr>
        <p:grpSpPr>
          <a:xfrm rot="639845">
            <a:off x="6273153" y="2074760"/>
            <a:ext cx="209043" cy="209043"/>
            <a:chOff x="3354375" y="4234433"/>
            <a:chExt cx="131191" cy="131191"/>
          </a:xfrm>
        </p:grpSpPr>
        <p:sp>
          <p:nvSpPr>
            <p:cNvPr id="744" name="Oval 743">
              <a:extLst>
                <a:ext uri="{FF2B5EF4-FFF2-40B4-BE49-F238E27FC236}">
                  <a16:creationId xmlns:a16="http://schemas.microsoft.com/office/drawing/2014/main" id="{FAAEE6C6-AC68-1CFE-81D2-6E211B5576C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5" name="Oval 744">
              <a:extLst>
                <a:ext uri="{FF2B5EF4-FFF2-40B4-BE49-F238E27FC236}">
                  <a16:creationId xmlns:a16="http://schemas.microsoft.com/office/drawing/2014/main" id="{5ADF57DE-B236-ACCA-5F8E-FC0A4A05320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6" name="Group 745">
            <a:extLst>
              <a:ext uri="{FF2B5EF4-FFF2-40B4-BE49-F238E27FC236}">
                <a16:creationId xmlns:a16="http://schemas.microsoft.com/office/drawing/2014/main" id="{555EBE01-F728-2319-B600-9CC072E7332E}"/>
              </a:ext>
            </a:extLst>
          </p:cNvPr>
          <p:cNvGrpSpPr/>
          <p:nvPr/>
        </p:nvGrpSpPr>
        <p:grpSpPr>
          <a:xfrm rot="21588307">
            <a:off x="6097829" y="2003036"/>
            <a:ext cx="150955" cy="150955"/>
            <a:chOff x="3354375" y="4234433"/>
            <a:chExt cx="131191" cy="131191"/>
          </a:xfrm>
        </p:grpSpPr>
        <p:sp>
          <p:nvSpPr>
            <p:cNvPr id="747" name="Oval 746">
              <a:extLst>
                <a:ext uri="{FF2B5EF4-FFF2-40B4-BE49-F238E27FC236}">
                  <a16:creationId xmlns:a16="http://schemas.microsoft.com/office/drawing/2014/main" id="{42061BD0-98FF-81F2-64B5-47D5C4204FA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48" name="Oval 747">
              <a:extLst>
                <a:ext uri="{FF2B5EF4-FFF2-40B4-BE49-F238E27FC236}">
                  <a16:creationId xmlns:a16="http://schemas.microsoft.com/office/drawing/2014/main" id="{ADCF653F-4427-5CC2-9BAE-96CB7AC0CC3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49" name="Group 748">
            <a:extLst>
              <a:ext uri="{FF2B5EF4-FFF2-40B4-BE49-F238E27FC236}">
                <a16:creationId xmlns:a16="http://schemas.microsoft.com/office/drawing/2014/main" id="{9A7D17D9-5444-9463-EDA9-010E3ADDDF61}"/>
              </a:ext>
            </a:extLst>
          </p:cNvPr>
          <p:cNvGrpSpPr/>
          <p:nvPr/>
        </p:nvGrpSpPr>
        <p:grpSpPr>
          <a:xfrm rot="21588307">
            <a:off x="6335982" y="1991429"/>
            <a:ext cx="76198" cy="76198"/>
            <a:chOff x="3354375" y="4234433"/>
            <a:chExt cx="131191" cy="131191"/>
          </a:xfrm>
        </p:grpSpPr>
        <p:sp>
          <p:nvSpPr>
            <p:cNvPr id="750" name="Oval 749">
              <a:extLst>
                <a:ext uri="{FF2B5EF4-FFF2-40B4-BE49-F238E27FC236}">
                  <a16:creationId xmlns:a16="http://schemas.microsoft.com/office/drawing/2014/main" id="{B8BD9D48-805F-EB05-5467-3686DAE1BD8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1" name="Oval 750">
              <a:extLst>
                <a:ext uri="{FF2B5EF4-FFF2-40B4-BE49-F238E27FC236}">
                  <a16:creationId xmlns:a16="http://schemas.microsoft.com/office/drawing/2014/main" id="{CE778D0D-B718-7670-AABF-A5DF70A400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52" name="Group 751">
            <a:extLst>
              <a:ext uri="{FF2B5EF4-FFF2-40B4-BE49-F238E27FC236}">
                <a16:creationId xmlns:a16="http://schemas.microsoft.com/office/drawing/2014/main" id="{C708DF6D-BD92-3170-F2DB-84BE7DBBD9EC}"/>
              </a:ext>
            </a:extLst>
          </p:cNvPr>
          <p:cNvGrpSpPr/>
          <p:nvPr/>
        </p:nvGrpSpPr>
        <p:grpSpPr>
          <a:xfrm rot="21588307">
            <a:off x="6142605" y="2202698"/>
            <a:ext cx="141158" cy="141158"/>
            <a:chOff x="3354375" y="4234433"/>
            <a:chExt cx="131191" cy="131191"/>
          </a:xfrm>
        </p:grpSpPr>
        <p:sp>
          <p:nvSpPr>
            <p:cNvPr id="753" name="Oval 752">
              <a:extLst>
                <a:ext uri="{FF2B5EF4-FFF2-40B4-BE49-F238E27FC236}">
                  <a16:creationId xmlns:a16="http://schemas.microsoft.com/office/drawing/2014/main" id="{D3078E76-2040-AFC1-9F54-38110DC72FA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4" name="Oval 753">
              <a:extLst>
                <a:ext uri="{FF2B5EF4-FFF2-40B4-BE49-F238E27FC236}">
                  <a16:creationId xmlns:a16="http://schemas.microsoft.com/office/drawing/2014/main" id="{D0CE67D4-E25F-1762-2D20-8E7295A60DA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55" name="Group 754">
            <a:extLst>
              <a:ext uri="{FF2B5EF4-FFF2-40B4-BE49-F238E27FC236}">
                <a16:creationId xmlns:a16="http://schemas.microsoft.com/office/drawing/2014/main" id="{DDAB88BD-ECA7-FFDF-B663-1D5A4ADFA685}"/>
              </a:ext>
            </a:extLst>
          </p:cNvPr>
          <p:cNvGrpSpPr/>
          <p:nvPr/>
        </p:nvGrpSpPr>
        <p:grpSpPr>
          <a:xfrm rot="21588307">
            <a:off x="6009288" y="2064725"/>
            <a:ext cx="76198" cy="76198"/>
            <a:chOff x="3354375" y="4234433"/>
            <a:chExt cx="131191" cy="131191"/>
          </a:xfrm>
        </p:grpSpPr>
        <p:sp>
          <p:nvSpPr>
            <p:cNvPr id="756" name="Oval 755">
              <a:extLst>
                <a:ext uri="{FF2B5EF4-FFF2-40B4-BE49-F238E27FC236}">
                  <a16:creationId xmlns:a16="http://schemas.microsoft.com/office/drawing/2014/main" id="{480840DA-FBCD-C08F-1593-AFC9A6444A9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57" name="Oval 756">
              <a:extLst>
                <a:ext uri="{FF2B5EF4-FFF2-40B4-BE49-F238E27FC236}">
                  <a16:creationId xmlns:a16="http://schemas.microsoft.com/office/drawing/2014/main" id="{973B1A20-F27F-D236-C08F-AC04B3CD02A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58" name="Group 757">
            <a:extLst>
              <a:ext uri="{FF2B5EF4-FFF2-40B4-BE49-F238E27FC236}">
                <a16:creationId xmlns:a16="http://schemas.microsoft.com/office/drawing/2014/main" id="{EE83EA0E-76BD-F9C7-2229-E85B63BFC2CD}"/>
              </a:ext>
            </a:extLst>
          </p:cNvPr>
          <p:cNvGrpSpPr/>
          <p:nvPr/>
        </p:nvGrpSpPr>
        <p:grpSpPr>
          <a:xfrm rot="21588307">
            <a:off x="6784911" y="2064725"/>
            <a:ext cx="76198" cy="76198"/>
            <a:chOff x="3354375" y="4234433"/>
            <a:chExt cx="131191" cy="131191"/>
          </a:xfrm>
        </p:grpSpPr>
        <p:sp>
          <p:nvSpPr>
            <p:cNvPr id="759" name="Oval 758">
              <a:extLst>
                <a:ext uri="{FF2B5EF4-FFF2-40B4-BE49-F238E27FC236}">
                  <a16:creationId xmlns:a16="http://schemas.microsoft.com/office/drawing/2014/main" id="{A94B0702-9BE3-AEC4-EADB-0EA191F26BA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0" name="Oval 759">
              <a:extLst>
                <a:ext uri="{FF2B5EF4-FFF2-40B4-BE49-F238E27FC236}">
                  <a16:creationId xmlns:a16="http://schemas.microsoft.com/office/drawing/2014/main" id="{5451B2E7-85C0-87C3-6DFB-09C97D17F30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1" name="Group 760">
            <a:extLst>
              <a:ext uri="{FF2B5EF4-FFF2-40B4-BE49-F238E27FC236}">
                <a16:creationId xmlns:a16="http://schemas.microsoft.com/office/drawing/2014/main" id="{A527D0FD-7268-5536-FE14-5364530B5C5B}"/>
              </a:ext>
            </a:extLst>
          </p:cNvPr>
          <p:cNvGrpSpPr/>
          <p:nvPr/>
        </p:nvGrpSpPr>
        <p:grpSpPr>
          <a:xfrm>
            <a:off x="7091041" y="1973743"/>
            <a:ext cx="141158" cy="141158"/>
            <a:chOff x="3354375" y="4234433"/>
            <a:chExt cx="131191" cy="131191"/>
          </a:xfrm>
        </p:grpSpPr>
        <p:sp>
          <p:nvSpPr>
            <p:cNvPr id="762" name="Oval 761">
              <a:extLst>
                <a:ext uri="{FF2B5EF4-FFF2-40B4-BE49-F238E27FC236}">
                  <a16:creationId xmlns:a16="http://schemas.microsoft.com/office/drawing/2014/main" id="{4C7C733D-D327-ADBA-E078-66E557DEA8E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63" name="Oval 762">
              <a:extLst>
                <a:ext uri="{FF2B5EF4-FFF2-40B4-BE49-F238E27FC236}">
                  <a16:creationId xmlns:a16="http://schemas.microsoft.com/office/drawing/2014/main" id="{3925F75A-457E-0491-2087-4D91609AC54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64" name="Group 763">
            <a:extLst>
              <a:ext uri="{FF2B5EF4-FFF2-40B4-BE49-F238E27FC236}">
                <a16:creationId xmlns:a16="http://schemas.microsoft.com/office/drawing/2014/main" id="{A3102983-FCDB-C6E4-31CD-EFE26B1C1E2A}"/>
              </a:ext>
            </a:extLst>
          </p:cNvPr>
          <p:cNvGrpSpPr/>
          <p:nvPr/>
        </p:nvGrpSpPr>
        <p:grpSpPr>
          <a:xfrm rot="639845">
            <a:off x="6628001" y="1794562"/>
            <a:ext cx="494283" cy="373376"/>
            <a:chOff x="2668037" y="3745142"/>
            <a:chExt cx="494283" cy="373376"/>
          </a:xfrm>
        </p:grpSpPr>
        <p:grpSp>
          <p:nvGrpSpPr>
            <p:cNvPr id="765" name="Group 764">
              <a:extLst>
                <a:ext uri="{FF2B5EF4-FFF2-40B4-BE49-F238E27FC236}">
                  <a16:creationId xmlns:a16="http://schemas.microsoft.com/office/drawing/2014/main" id="{6AF3C1ED-21C5-EE0F-F6B5-E93CD99B30E1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779" name="Oval 778">
                <a:extLst>
                  <a:ext uri="{FF2B5EF4-FFF2-40B4-BE49-F238E27FC236}">
                    <a16:creationId xmlns:a16="http://schemas.microsoft.com/office/drawing/2014/main" id="{3DFE9B84-E591-4622-02D9-C2CAB600915E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780" name="Oval 779">
                <a:extLst>
                  <a:ext uri="{FF2B5EF4-FFF2-40B4-BE49-F238E27FC236}">
                    <a16:creationId xmlns:a16="http://schemas.microsoft.com/office/drawing/2014/main" id="{485A6564-8085-FD97-F664-965D9A5185A0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66" name="Group 765">
              <a:extLst>
                <a:ext uri="{FF2B5EF4-FFF2-40B4-BE49-F238E27FC236}">
                  <a16:creationId xmlns:a16="http://schemas.microsoft.com/office/drawing/2014/main" id="{94A47AF3-C998-9CF1-A32E-EF3BDC397A79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767" name="Group 766">
                <a:extLst>
                  <a:ext uri="{FF2B5EF4-FFF2-40B4-BE49-F238E27FC236}">
                    <a16:creationId xmlns:a16="http://schemas.microsoft.com/office/drawing/2014/main" id="{6C162C2B-9B2D-F69C-55A6-D455326BFA36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777" name="Oval 776">
                  <a:extLst>
                    <a:ext uri="{FF2B5EF4-FFF2-40B4-BE49-F238E27FC236}">
                      <a16:creationId xmlns:a16="http://schemas.microsoft.com/office/drawing/2014/main" id="{2ECD4C00-BB64-7379-2C33-8182A254A3B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78" name="Oval 777">
                  <a:extLst>
                    <a:ext uri="{FF2B5EF4-FFF2-40B4-BE49-F238E27FC236}">
                      <a16:creationId xmlns:a16="http://schemas.microsoft.com/office/drawing/2014/main" id="{4EAC7651-5AD6-5F76-F747-4C68E77D491B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68" name="Group 767">
                <a:extLst>
                  <a:ext uri="{FF2B5EF4-FFF2-40B4-BE49-F238E27FC236}">
                    <a16:creationId xmlns:a16="http://schemas.microsoft.com/office/drawing/2014/main" id="{49E1B12A-4BE2-20AA-FB19-47FC803EA073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775" name="Oval 774">
                  <a:extLst>
                    <a:ext uri="{FF2B5EF4-FFF2-40B4-BE49-F238E27FC236}">
                      <a16:creationId xmlns:a16="http://schemas.microsoft.com/office/drawing/2014/main" id="{3687785E-5FBD-91BB-FE9F-942DE99E5117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76" name="Oval 775">
                  <a:extLst>
                    <a:ext uri="{FF2B5EF4-FFF2-40B4-BE49-F238E27FC236}">
                      <a16:creationId xmlns:a16="http://schemas.microsoft.com/office/drawing/2014/main" id="{FCC7456E-34FF-FC1E-06F0-777F6C343178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69" name="Group 768">
                <a:extLst>
                  <a:ext uri="{FF2B5EF4-FFF2-40B4-BE49-F238E27FC236}">
                    <a16:creationId xmlns:a16="http://schemas.microsoft.com/office/drawing/2014/main" id="{34F627F4-3D64-6B58-86A4-B6BF88361C5C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773" name="Oval 772">
                  <a:extLst>
                    <a:ext uri="{FF2B5EF4-FFF2-40B4-BE49-F238E27FC236}">
                      <a16:creationId xmlns:a16="http://schemas.microsoft.com/office/drawing/2014/main" id="{9470E4BB-E3A6-AC7F-FEE8-0A9FAF5A7A0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74" name="Oval 773">
                  <a:extLst>
                    <a:ext uri="{FF2B5EF4-FFF2-40B4-BE49-F238E27FC236}">
                      <a16:creationId xmlns:a16="http://schemas.microsoft.com/office/drawing/2014/main" id="{E2BC6644-17C1-4141-5655-3985978C7A3E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70" name="Group 769">
                <a:extLst>
                  <a:ext uri="{FF2B5EF4-FFF2-40B4-BE49-F238E27FC236}">
                    <a16:creationId xmlns:a16="http://schemas.microsoft.com/office/drawing/2014/main" id="{B8CC4A7C-366E-B7E6-FED9-0D0F66859351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771" name="Oval 770">
                  <a:extLst>
                    <a:ext uri="{FF2B5EF4-FFF2-40B4-BE49-F238E27FC236}">
                      <a16:creationId xmlns:a16="http://schemas.microsoft.com/office/drawing/2014/main" id="{B53BBE07-6441-7CF1-A1B1-748F5082B0B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772" name="Oval 771">
                  <a:extLst>
                    <a:ext uri="{FF2B5EF4-FFF2-40B4-BE49-F238E27FC236}">
                      <a16:creationId xmlns:a16="http://schemas.microsoft.com/office/drawing/2014/main" id="{8BA2E857-821D-D46D-263B-6DCD7B10E59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781" name="Group 780">
            <a:extLst>
              <a:ext uri="{FF2B5EF4-FFF2-40B4-BE49-F238E27FC236}">
                <a16:creationId xmlns:a16="http://schemas.microsoft.com/office/drawing/2014/main" id="{1C26FB58-C3F4-9A96-F5CB-6782A706AD84}"/>
              </a:ext>
            </a:extLst>
          </p:cNvPr>
          <p:cNvGrpSpPr/>
          <p:nvPr/>
        </p:nvGrpSpPr>
        <p:grpSpPr>
          <a:xfrm>
            <a:off x="7273924" y="2090251"/>
            <a:ext cx="76198" cy="76198"/>
            <a:chOff x="3354375" y="4234433"/>
            <a:chExt cx="131191" cy="131191"/>
          </a:xfrm>
        </p:grpSpPr>
        <p:sp>
          <p:nvSpPr>
            <p:cNvPr id="782" name="Oval 781">
              <a:extLst>
                <a:ext uri="{FF2B5EF4-FFF2-40B4-BE49-F238E27FC236}">
                  <a16:creationId xmlns:a16="http://schemas.microsoft.com/office/drawing/2014/main" id="{2ACFD8D3-4A0E-0667-B479-634EDD53353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3" name="Oval 782">
              <a:extLst>
                <a:ext uri="{FF2B5EF4-FFF2-40B4-BE49-F238E27FC236}">
                  <a16:creationId xmlns:a16="http://schemas.microsoft.com/office/drawing/2014/main" id="{FEF87304-933A-B286-EC29-6390E8817B6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84" name="Group 783">
            <a:extLst>
              <a:ext uri="{FF2B5EF4-FFF2-40B4-BE49-F238E27FC236}">
                <a16:creationId xmlns:a16="http://schemas.microsoft.com/office/drawing/2014/main" id="{D468A8F9-48D8-373C-7501-CE8AF47BCDC5}"/>
              </a:ext>
            </a:extLst>
          </p:cNvPr>
          <p:cNvGrpSpPr/>
          <p:nvPr/>
        </p:nvGrpSpPr>
        <p:grpSpPr>
          <a:xfrm rot="21588307">
            <a:off x="6939128" y="1504308"/>
            <a:ext cx="150955" cy="150955"/>
            <a:chOff x="3354375" y="4234433"/>
            <a:chExt cx="131191" cy="131191"/>
          </a:xfrm>
        </p:grpSpPr>
        <p:sp>
          <p:nvSpPr>
            <p:cNvPr id="785" name="Oval 784">
              <a:extLst>
                <a:ext uri="{FF2B5EF4-FFF2-40B4-BE49-F238E27FC236}">
                  <a16:creationId xmlns:a16="http://schemas.microsoft.com/office/drawing/2014/main" id="{A0F3E365-86A7-AC67-01D1-0C91540A706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6" name="Oval 785">
              <a:extLst>
                <a:ext uri="{FF2B5EF4-FFF2-40B4-BE49-F238E27FC236}">
                  <a16:creationId xmlns:a16="http://schemas.microsoft.com/office/drawing/2014/main" id="{3EF7B6A0-6725-9BD6-7A53-3ACA0424731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936BC6EA-7040-818C-1F42-C48DCA7D67EC}"/>
              </a:ext>
            </a:extLst>
          </p:cNvPr>
          <p:cNvGrpSpPr/>
          <p:nvPr/>
        </p:nvGrpSpPr>
        <p:grpSpPr>
          <a:xfrm rot="21588307">
            <a:off x="7665606" y="837580"/>
            <a:ext cx="76198" cy="76198"/>
            <a:chOff x="3354375" y="4234433"/>
            <a:chExt cx="131191" cy="131191"/>
          </a:xfrm>
        </p:grpSpPr>
        <p:sp>
          <p:nvSpPr>
            <p:cNvPr id="788" name="Oval 787">
              <a:extLst>
                <a:ext uri="{FF2B5EF4-FFF2-40B4-BE49-F238E27FC236}">
                  <a16:creationId xmlns:a16="http://schemas.microsoft.com/office/drawing/2014/main" id="{93A1EB82-1331-C915-7E26-26B498E4E44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89" name="Oval 788">
              <a:extLst>
                <a:ext uri="{FF2B5EF4-FFF2-40B4-BE49-F238E27FC236}">
                  <a16:creationId xmlns:a16="http://schemas.microsoft.com/office/drawing/2014/main" id="{1F8C9EFE-9E61-0A02-6097-E3F71D8E370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90" name="Group 789">
            <a:extLst>
              <a:ext uri="{FF2B5EF4-FFF2-40B4-BE49-F238E27FC236}">
                <a16:creationId xmlns:a16="http://schemas.microsoft.com/office/drawing/2014/main" id="{57FCF25B-76C6-AC99-F1D9-BFC74619B7D7}"/>
              </a:ext>
            </a:extLst>
          </p:cNvPr>
          <p:cNvGrpSpPr/>
          <p:nvPr/>
        </p:nvGrpSpPr>
        <p:grpSpPr>
          <a:xfrm rot="21588307">
            <a:off x="6241635" y="1703039"/>
            <a:ext cx="141158" cy="141158"/>
            <a:chOff x="3354375" y="4234433"/>
            <a:chExt cx="131191" cy="131191"/>
          </a:xfrm>
        </p:grpSpPr>
        <p:sp>
          <p:nvSpPr>
            <p:cNvPr id="791" name="Oval 790">
              <a:extLst>
                <a:ext uri="{FF2B5EF4-FFF2-40B4-BE49-F238E27FC236}">
                  <a16:creationId xmlns:a16="http://schemas.microsoft.com/office/drawing/2014/main" id="{15FF4B36-8BB3-E51D-CA3D-4D7286E87BA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2" name="Oval 791">
              <a:extLst>
                <a:ext uri="{FF2B5EF4-FFF2-40B4-BE49-F238E27FC236}">
                  <a16:creationId xmlns:a16="http://schemas.microsoft.com/office/drawing/2014/main" id="{443E51A3-96C2-01C9-B33D-3CCB87470A5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0E0C13A3-DAB2-DE6B-1003-D915E615CD05}"/>
              </a:ext>
            </a:extLst>
          </p:cNvPr>
          <p:cNvGrpSpPr/>
          <p:nvPr/>
        </p:nvGrpSpPr>
        <p:grpSpPr>
          <a:xfrm>
            <a:off x="7615755" y="942524"/>
            <a:ext cx="76198" cy="76198"/>
            <a:chOff x="3354375" y="4234433"/>
            <a:chExt cx="131191" cy="131191"/>
          </a:xfrm>
        </p:grpSpPr>
        <p:sp>
          <p:nvSpPr>
            <p:cNvPr id="794" name="Oval 793">
              <a:extLst>
                <a:ext uri="{FF2B5EF4-FFF2-40B4-BE49-F238E27FC236}">
                  <a16:creationId xmlns:a16="http://schemas.microsoft.com/office/drawing/2014/main" id="{57D682B2-1567-FC09-AD96-1C5527418F1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5" name="Oval 794">
              <a:extLst>
                <a:ext uri="{FF2B5EF4-FFF2-40B4-BE49-F238E27FC236}">
                  <a16:creationId xmlns:a16="http://schemas.microsoft.com/office/drawing/2014/main" id="{715FE8C5-E526-1111-CE63-DC4B8DF5DA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96" name="Group 795">
            <a:extLst>
              <a:ext uri="{FF2B5EF4-FFF2-40B4-BE49-F238E27FC236}">
                <a16:creationId xmlns:a16="http://schemas.microsoft.com/office/drawing/2014/main" id="{0EBFF1FD-4824-0A21-5770-A5874E62A413}"/>
              </a:ext>
            </a:extLst>
          </p:cNvPr>
          <p:cNvGrpSpPr/>
          <p:nvPr/>
        </p:nvGrpSpPr>
        <p:grpSpPr>
          <a:xfrm>
            <a:off x="6360252" y="1787829"/>
            <a:ext cx="209043" cy="209043"/>
            <a:chOff x="3354375" y="4234433"/>
            <a:chExt cx="131191" cy="131191"/>
          </a:xfrm>
        </p:grpSpPr>
        <p:sp>
          <p:nvSpPr>
            <p:cNvPr id="797" name="Oval 796">
              <a:extLst>
                <a:ext uri="{FF2B5EF4-FFF2-40B4-BE49-F238E27FC236}">
                  <a16:creationId xmlns:a16="http://schemas.microsoft.com/office/drawing/2014/main" id="{C001F517-408C-15DD-9B06-ADD803C6216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98" name="Oval 797">
              <a:extLst>
                <a:ext uri="{FF2B5EF4-FFF2-40B4-BE49-F238E27FC236}">
                  <a16:creationId xmlns:a16="http://schemas.microsoft.com/office/drawing/2014/main" id="{F32BC78C-C6B8-19AA-19A9-E1346015866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99" name="Group 798">
            <a:extLst>
              <a:ext uri="{FF2B5EF4-FFF2-40B4-BE49-F238E27FC236}">
                <a16:creationId xmlns:a16="http://schemas.microsoft.com/office/drawing/2014/main" id="{C2059A42-960E-A151-3B7F-1A1E4236CEBD}"/>
              </a:ext>
            </a:extLst>
          </p:cNvPr>
          <p:cNvGrpSpPr/>
          <p:nvPr/>
        </p:nvGrpSpPr>
        <p:grpSpPr>
          <a:xfrm>
            <a:off x="6537538" y="1652740"/>
            <a:ext cx="141158" cy="141158"/>
            <a:chOff x="3354375" y="4234433"/>
            <a:chExt cx="131191" cy="131191"/>
          </a:xfrm>
        </p:grpSpPr>
        <p:sp>
          <p:nvSpPr>
            <p:cNvPr id="800" name="Oval 799">
              <a:extLst>
                <a:ext uri="{FF2B5EF4-FFF2-40B4-BE49-F238E27FC236}">
                  <a16:creationId xmlns:a16="http://schemas.microsoft.com/office/drawing/2014/main" id="{C3A75730-DC43-8F36-FACB-2B6F3FEAA3A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01" name="Oval 800">
              <a:extLst>
                <a:ext uri="{FF2B5EF4-FFF2-40B4-BE49-F238E27FC236}">
                  <a16:creationId xmlns:a16="http://schemas.microsoft.com/office/drawing/2014/main" id="{2140A057-FB8E-5E2C-AA3E-609C6553EA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02" name="Group 801">
            <a:extLst>
              <a:ext uri="{FF2B5EF4-FFF2-40B4-BE49-F238E27FC236}">
                <a16:creationId xmlns:a16="http://schemas.microsoft.com/office/drawing/2014/main" id="{A2708D99-AD92-516B-9DD0-15D30ED0A70D}"/>
              </a:ext>
            </a:extLst>
          </p:cNvPr>
          <p:cNvGrpSpPr/>
          <p:nvPr/>
        </p:nvGrpSpPr>
        <p:grpSpPr>
          <a:xfrm rot="639845">
            <a:off x="6668664" y="1564087"/>
            <a:ext cx="494283" cy="373376"/>
            <a:chOff x="2668037" y="3745142"/>
            <a:chExt cx="494283" cy="373376"/>
          </a:xfrm>
        </p:grpSpPr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F645841A-3296-02D3-A1E6-B7399627242C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817" name="Oval 816">
                <a:extLst>
                  <a:ext uri="{FF2B5EF4-FFF2-40B4-BE49-F238E27FC236}">
                    <a16:creationId xmlns:a16="http://schemas.microsoft.com/office/drawing/2014/main" id="{344C77A6-0919-E5C7-CA0F-BBBEAD9CD049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18" name="Oval 817">
                <a:extLst>
                  <a:ext uri="{FF2B5EF4-FFF2-40B4-BE49-F238E27FC236}">
                    <a16:creationId xmlns:a16="http://schemas.microsoft.com/office/drawing/2014/main" id="{2CE9F469-6A62-0863-D4B3-E44BE08EA965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4" name="Group 803">
              <a:extLst>
                <a:ext uri="{FF2B5EF4-FFF2-40B4-BE49-F238E27FC236}">
                  <a16:creationId xmlns:a16="http://schemas.microsoft.com/office/drawing/2014/main" id="{DAEEE4B4-6D77-2A96-F054-8E54893CC82B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805" name="Group 804">
                <a:extLst>
                  <a:ext uri="{FF2B5EF4-FFF2-40B4-BE49-F238E27FC236}">
                    <a16:creationId xmlns:a16="http://schemas.microsoft.com/office/drawing/2014/main" id="{922B7865-C158-2D0F-D77C-81CDFFDB3A57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815" name="Oval 814">
                  <a:extLst>
                    <a:ext uri="{FF2B5EF4-FFF2-40B4-BE49-F238E27FC236}">
                      <a16:creationId xmlns:a16="http://schemas.microsoft.com/office/drawing/2014/main" id="{4C3487EA-1E89-88E4-4E74-543CAB68087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6" name="Oval 815">
                  <a:extLst>
                    <a:ext uri="{FF2B5EF4-FFF2-40B4-BE49-F238E27FC236}">
                      <a16:creationId xmlns:a16="http://schemas.microsoft.com/office/drawing/2014/main" id="{47104418-7E51-3874-C12E-EC101E8049C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806" name="Group 805">
                <a:extLst>
                  <a:ext uri="{FF2B5EF4-FFF2-40B4-BE49-F238E27FC236}">
                    <a16:creationId xmlns:a16="http://schemas.microsoft.com/office/drawing/2014/main" id="{8410DB64-8D42-DB4C-655A-235004AAD7FC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813" name="Oval 812">
                  <a:extLst>
                    <a:ext uri="{FF2B5EF4-FFF2-40B4-BE49-F238E27FC236}">
                      <a16:creationId xmlns:a16="http://schemas.microsoft.com/office/drawing/2014/main" id="{5D9B89D0-C891-6642-EF51-28FC32B5DD9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4" name="Oval 813">
                  <a:extLst>
                    <a:ext uri="{FF2B5EF4-FFF2-40B4-BE49-F238E27FC236}">
                      <a16:creationId xmlns:a16="http://schemas.microsoft.com/office/drawing/2014/main" id="{C0BC8758-236D-8DC7-4DB1-667332CFDE7B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807" name="Group 806">
                <a:extLst>
                  <a:ext uri="{FF2B5EF4-FFF2-40B4-BE49-F238E27FC236}">
                    <a16:creationId xmlns:a16="http://schemas.microsoft.com/office/drawing/2014/main" id="{94DD5E82-23BC-C1E2-4B7C-E0B400420D69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811" name="Oval 810">
                  <a:extLst>
                    <a:ext uri="{FF2B5EF4-FFF2-40B4-BE49-F238E27FC236}">
                      <a16:creationId xmlns:a16="http://schemas.microsoft.com/office/drawing/2014/main" id="{DE542F12-DFF0-E457-6FC6-E76CF37DC56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2" name="Oval 811">
                  <a:extLst>
                    <a:ext uri="{FF2B5EF4-FFF2-40B4-BE49-F238E27FC236}">
                      <a16:creationId xmlns:a16="http://schemas.microsoft.com/office/drawing/2014/main" id="{CACA1044-0F2D-CE28-3FD2-069677A876A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808" name="Group 807">
                <a:extLst>
                  <a:ext uri="{FF2B5EF4-FFF2-40B4-BE49-F238E27FC236}">
                    <a16:creationId xmlns:a16="http://schemas.microsoft.com/office/drawing/2014/main" id="{634242C0-DAD0-FB96-9764-D5C51917323F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809" name="Oval 808">
                  <a:extLst>
                    <a:ext uri="{FF2B5EF4-FFF2-40B4-BE49-F238E27FC236}">
                      <a16:creationId xmlns:a16="http://schemas.microsoft.com/office/drawing/2014/main" id="{1AB6B6CC-9272-9A01-BB7B-03772DC29DB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810" name="Oval 809">
                  <a:extLst>
                    <a:ext uri="{FF2B5EF4-FFF2-40B4-BE49-F238E27FC236}">
                      <a16:creationId xmlns:a16="http://schemas.microsoft.com/office/drawing/2014/main" id="{33FB9EF8-C8AE-5C47-C488-615BECEAC60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819" name="Group 818">
            <a:extLst>
              <a:ext uri="{FF2B5EF4-FFF2-40B4-BE49-F238E27FC236}">
                <a16:creationId xmlns:a16="http://schemas.microsoft.com/office/drawing/2014/main" id="{6764841C-6AD1-B013-9552-6F451BEC9633}"/>
              </a:ext>
            </a:extLst>
          </p:cNvPr>
          <p:cNvGrpSpPr/>
          <p:nvPr/>
        </p:nvGrpSpPr>
        <p:grpSpPr>
          <a:xfrm>
            <a:off x="6635517" y="1875761"/>
            <a:ext cx="76198" cy="76198"/>
            <a:chOff x="3354375" y="4234433"/>
            <a:chExt cx="131191" cy="131191"/>
          </a:xfrm>
        </p:grpSpPr>
        <p:sp>
          <p:nvSpPr>
            <p:cNvPr id="820" name="Oval 819">
              <a:extLst>
                <a:ext uri="{FF2B5EF4-FFF2-40B4-BE49-F238E27FC236}">
                  <a16:creationId xmlns:a16="http://schemas.microsoft.com/office/drawing/2014/main" id="{D3FD7BF3-C292-3E75-EAB1-06F8351BCBB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1" name="Oval 820">
              <a:extLst>
                <a:ext uri="{FF2B5EF4-FFF2-40B4-BE49-F238E27FC236}">
                  <a16:creationId xmlns:a16="http://schemas.microsoft.com/office/drawing/2014/main" id="{68207934-E236-2200-12B0-E3B66DE5772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22" name="Group 821">
            <a:extLst>
              <a:ext uri="{FF2B5EF4-FFF2-40B4-BE49-F238E27FC236}">
                <a16:creationId xmlns:a16="http://schemas.microsoft.com/office/drawing/2014/main" id="{50CBA592-3C48-251B-7729-49E2E99CAAB1}"/>
              </a:ext>
            </a:extLst>
          </p:cNvPr>
          <p:cNvGrpSpPr/>
          <p:nvPr/>
        </p:nvGrpSpPr>
        <p:grpSpPr>
          <a:xfrm>
            <a:off x="7441153" y="1591114"/>
            <a:ext cx="141158" cy="141158"/>
            <a:chOff x="3354375" y="4234433"/>
            <a:chExt cx="131191" cy="131191"/>
          </a:xfrm>
        </p:grpSpPr>
        <p:sp>
          <p:nvSpPr>
            <p:cNvPr id="823" name="Oval 822">
              <a:extLst>
                <a:ext uri="{FF2B5EF4-FFF2-40B4-BE49-F238E27FC236}">
                  <a16:creationId xmlns:a16="http://schemas.microsoft.com/office/drawing/2014/main" id="{CFB5EC53-B440-3CB4-866C-8D98F887913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4" name="Oval 823">
              <a:extLst>
                <a:ext uri="{FF2B5EF4-FFF2-40B4-BE49-F238E27FC236}">
                  <a16:creationId xmlns:a16="http://schemas.microsoft.com/office/drawing/2014/main" id="{9067621F-FCE6-4CA9-CD8B-FC475A04402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825" name="Group 824">
            <a:extLst>
              <a:ext uri="{FF2B5EF4-FFF2-40B4-BE49-F238E27FC236}">
                <a16:creationId xmlns:a16="http://schemas.microsoft.com/office/drawing/2014/main" id="{662BEE50-0ADC-AF4D-C825-1E6740E03C02}"/>
              </a:ext>
            </a:extLst>
          </p:cNvPr>
          <p:cNvGrpSpPr/>
          <p:nvPr/>
        </p:nvGrpSpPr>
        <p:grpSpPr>
          <a:xfrm rot="639845">
            <a:off x="7280226" y="1690458"/>
            <a:ext cx="209043" cy="209043"/>
            <a:chOff x="3354375" y="4234433"/>
            <a:chExt cx="131191" cy="131191"/>
          </a:xfrm>
        </p:grpSpPr>
        <p:sp>
          <p:nvSpPr>
            <p:cNvPr id="826" name="Oval 825">
              <a:extLst>
                <a:ext uri="{FF2B5EF4-FFF2-40B4-BE49-F238E27FC236}">
                  <a16:creationId xmlns:a16="http://schemas.microsoft.com/office/drawing/2014/main" id="{13E8702B-4F46-BD8A-0AA8-9F2A7DFB6AE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27" name="Oval 826">
              <a:extLst>
                <a:ext uri="{FF2B5EF4-FFF2-40B4-BE49-F238E27FC236}">
                  <a16:creationId xmlns:a16="http://schemas.microsoft.com/office/drawing/2014/main" id="{40422EBD-0809-804B-E083-E1ADD6C2074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28" name="Group 827">
            <a:extLst>
              <a:ext uri="{FF2B5EF4-FFF2-40B4-BE49-F238E27FC236}">
                <a16:creationId xmlns:a16="http://schemas.microsoft.com/office/drawing/2014/main" id="{AAE17288-0D86-E22A-E317-37DC2C9228A8}"/>
              </a:ext>
            </a:extLst>
          </p:cNvPr>
          <p:cNvGrpSpPr/>
          <p:nvPr/>
        </p:nvGrpSpPr>
        <p:grpSpPr>
          <a:xfrm rot="21588307">
            <a:off x="7125856" y="1655195"/>
            <a:ext cx="150955" cy="150955"/>
            <a:chOff x="3354375" y="4234433"/>
            <a:chExt cx="131191" cy="131191"/>
          </a:xfrm>
        </p:grpSpPr>
        <p:sp>
          <p:nvSpPr>
            <p:cNvPr id="829" name="Oval 828">
              <a:extLst>
                <a:ext uri="{FF2B5EF4-FFF2-40B4-BE49-F238E27FC236}">
                  <a16:creationId xmlns:a16="http://schemas.microsoft.com/office/drawing/2014/main" id="{C312C18F-29C4-5A9B-F613-72369C8473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0" name="Oval 829">
              <a:extLst>
                <a:ext uri="{FF2B5EF4-FFF2-40B4-BE49-F238E27FC236}">
                  <a16:creationId xmlns:a16="http://schemas.microsoft.com/office/drawing/2014/main" id="{13CB27C0-F8AF-08D6-7467-0A202857B39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31" name="Group 830">
            <a:extLst>
              <a:ext uri="{FF2B5EF4-FFF2-40B4-BE49-F238E27FC236}">
                <a16:creationId xmlns:a16="http://schemas.microsoft.com/office/drawing/2014/main" id="{9C6C5A96-E80E-01B8-0471-BB774BADDDA1}"/>
              </a:ext>
            </a:extLst>
          </p:cNvPr>
          <p:cNvGrpSpPr/>
          <p:nvPr/>
        </p:nvGrpSpPr>
        <p:grpSpPr>
          <a:xfrm rot="21588307">
            <a:off x="7351190" y="1628785"/>
            <a:ext cx="76198" cy="76198"/>
            <a:chOff x="3354375" y="4234433"/>
            <a:chExt cx="131191" cy="131191"/>
          </a:xfrm>
        </p:grpSpPr>
        <p:sp>
          <p:nvSpPr>
            <p:cNvPr id="832" name="Oval 831">
              <a:extLst>
                <a:ext uri="{FF2B5EF4-FFF2-40B4-BE49-F238E27FC236}">
                  <a16:creationId xmlns:a16="http://schemas.microsoft.com/office/drawing/2014/main" id="{3A4E45AE-0412-831F-5FED-7D668734F40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3" name="Oval 832">
              <a:extLst>
                <a:ext uri="{FF2B5EF4-FFF2-40B4-BE49-F238E27FC236}">
                  <a16:creationId xmlns:a16="http://schemas.microsoft.com/office/drawing/2014/main" id="{6F682326-DA88-C8E0-2742-B86478AC9A3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34" name="Group 833">
            <a:extLst>
              <a:ext uri="{FF2B5EF4-FFF2-40B4-BE49-F238E27FC236}">
                <a16:creationId xmlns:a16="http://schemas.microsoft.com/office/drawing/2014/main" id="{93F2D303-5E20-E198-D8A5-F0B62D3027BC}"/>
              </a:ext>
            </a:extLst>
          </p:cNvPr>
          <p:cNvGrpSpPr/>
          <p:nvPr/>
        </p:nvGrpSpPr>
        <p:grpSpPr>
          <a:xfrm rot="21588307">
            <a:off x="7149678" y="1818396"/>
            <a:ext cx="141158" cy="141158"/>
            <a:chOff x="3354375" y="4234433"/>
            <a:chExt cx="131191" cy="131191"/>
          </a:xfrm>
        </p:grpSpPr>
        <p:sp>
          <p:nvSpPr>
            <p:cNvPr id="835" name="Oval 834">
              <a:extLst>
                <a:ext uri="{FF2B5EF4-FFF2-40B4-BE49-F238E27FC236}">
                  <a16:creationId xmlns:a16="http://schemas.microsoft.com/office/drawing/2014/main" id="{72406E65-D4EF-8BB6-A8B7-310C3E2C1C2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36" name="Oval 835">
              <a:extLst>
                <a:ext uri="{FF2B5EF4-FFF2-40B4-BE49-F238E27FC236}">
                  <a16:creationId xmlns:a16="http://schemas.microsoft.com/office/drawing/2014/main" id="{4DA20BF3-79EF-DC96-FC17-3E8EECC2EC2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37" name="Group 836">
            <a:extLst>
              <a:ext uri="{FF2B5EF4-FFF2-40B4-BE49-F238E27FC236}">
                <a16:creationId xmlns:a16="http://schemas.microsoft.com/office/drawing/2014/main" id="{F0B5BA02-7E2F-EA44-416F-43B2D276DDDC}"/>
              </a:ext>
            </a:extLst>
          </p:cNvPr>
          <p:cNvGrpSpPr/>
          <p:nvPr/>
        </p:nvGrpSpPr>
        <p:grpSpPr>
          <a:xfrm rot="21588307">
            <a:off x="7032637" y="1669958"/>
            <a:ext cx="76198" cy="76198"/>
            <a:chOff x="3354375" y="4234433"/>
            <a:chExt cx="131191" cy="131191"/>
          </a:xfrm>
        </p:grpSpPr>
        <p:sp>
          <p:nvSpPr>
            <p:cNvPr id="838" name="Oval 837">
              <a:extLst>
                <a:ext uri="{FF2B5EF4-FFF2-40B4-BE49-F238E27FC236}">
                  <a16:creationId xmlns:a16="http://schemas.microsoft.com/office/drawing/2014/main" id="{6E19B123-F870-29AA-6116-14BC6004535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839" name="Oval 838">
              <a:extLst>
                <a:ext uri="{FF2B5EF4-FFF2-40B4-BE49-F238E27FC236}">
                  <a16:creationId xmlns:a16="http://schemas.microsoft.com/office/drawing/2014/main" id="{EC3E26CD-DA28-7AE9-0533-D94B60DAF7D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840" name="Group 839">
            <a:extLst>
              <a:ext uri="{FF2B5EF4-FFF2-40B4-BE49-F238E27FC236}">
                <a16:creationId xmlns:a16="http://schemas.microsoft.com/office/drawing/2014/main" id="{F5F51F14-A8CD-64FB-9016-6FFF670766F1}"/>
              </a:ext>
            </a:extLst>
          </p:cNvPr>
          <p:cNvGrpSpPr/>
          <p:nvPr/>
        </p:nvGrpSpPr>
        <p:grpSpPr>
          <a:xfrm>
            <a:off x="7263468" y="1885402"/>
            <a:ext cx="209043" cy="209043"/>
            <a:chOff x="3354375" y="4234433"/>
            <a:chExt cx="131191" cy="131191"/>
          </a:xfrm>
        </p:grpSpPr>
        <p:sp>
          <p:nvSpPr>
            <p:cNvPr id="841" name="Oval 840">
              <a:extLst>
                <a:ext uri="{FF2B5EF4-FFF2-40B4-BE49-F238E27FC236}">
                  <a16:creationId xmlns:a16="http://schemas.microsoft.com/office/drawing/2014/main" id="{FF4A521B-FCBD-3429-67C9-27F1D6BF3CB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2" name="Oval 841">
              <a:extLst>
                <a:ext uri="{FF2B5EF4-FFF2-40B4-BE49-F238E27FC236}">
                  <a16:creationId xmlns:a16="http://schemas.microsoft.com/office/drawing/2014/main" id="{7BF42DCB-92CE-0630-2A10-CA614EDA882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843" name="Group 842">
            <a:extLst>
              <a:ext uri="{FF2B5EF4-FFF2-40B4-BE49-F238E27FC236}">
                <a16:creationId xmlns:a16="http://schemas.microsoft.com/office/drawing/2014/main" id="{43A34006-1512-3384-D507-ACBC9E65D254}"/>
              </a:ext>
            </a:extLst>
          </p:cNvPr>
          <p:cNvGrpSpPr/>
          <p:nvPr/>
        </p:nvGrpSpPr>
        <p:grpSpPr>
          <a:xfrm>
            <a:off x="7104867" y="2115400"/>
            <a:ext cx="141158" cy="141158"/>
            <a:chOff x="3354375" y="4234433"/>
            <a:chExt cx="131191" cy="131191"/>
          </a:xfrm>
        </p:grpSpPr>
        <p:sp>
          <p:nvSpPr>
            <p:cNvPr id="844" name="Oval 843">
              <a:extLst>
                <a:ext uri="{FF2B5EF4-FFF2-40B4-BE49-F238E27FC236}">
                  <a16:creationId xmlns:a16="http://schemas.microsoft.com/office/drawing/2014/main" id="{6F905C79-F4AF-7CB9-8022-AB9CF9CEEFF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5" name="Oval 844">
              <a:extLst>
                <a:ext uri="{FF2B5EF4-FFF2-40B4-BE49-F238E27FC236}">
                  <a16:creationId xmlns:a16="http://schemas.microsoft.com/office/drawing/2014/main" id="{67E80B80-7688-84F1-8E00-D36901CAE00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46" name="Group 845">
            <a:extLst>
              <a:ext uri="{FF2B5EF4-FFF2-40B4-BE49-F238E27FC236}">
                <a16:creationId xmlns:a16="http://schemas.microsoft.com/office/drawing/2014/main" id="{0D3CE3FB-0DB1-4E07-2EA3-A33FE274548E}"/>
              </a:ext>
            </a:extLst>
          </p:cNvPr>
          <p:cNvGrpSpPr/>
          <p:nvPr/>
        </p:nvGrpSpPr>
        <p:grpSpPr>
          <a:xfrm>
            <a:off x="6923385" y="2209301"/>
            <a:ext cx="117664" cy="117664"/>
            <a:chOff x="3354375" y="4234433"/>
            <a:chExt cx="131191" cy="131191"/>
          </a:xfrm>
        </p:grpSpPr>
        <p:sp>
          <p:nvSpPr>
            <p:cNvPr id="847" name="Oval 846">
              <a:extLst>
                <a:ext uri="{FF2B5EF4-FFF2-40B4-BE49-F238E27FC236}">
                  <a16:creationId xmlns:a16="http://schemas.microsoft.com/office/drawing/2014/main" id="{96E64973-2986-58CC-AE00-3768E88FE3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48" name="Oval 847">
              <a:extLst>
                <a:ext uri="{FF2B5EF4-FFF2-40B4-BE49-F238E27FC236}">
                  <a16:creationId xmlns:a16="http://schemas.microsoft.com/office/drawing/2014/main" id="{AF0C1076-AB19-C841-365E-B1C37FAD068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849" name="Group 848">
            <a:extLst>
              <a:ext uri="{FF2B5EF4-FFF2-40B4-BE49-F238E27FC236}">
                <a16:creationId xmlns:a16="http://schemas.microsoft.com/office/drawing/2014/main" id="{B85279A8-DA45-6B0A-610D-A1FEA8B77005}"/>
              </a:ext>
            </a:extLst>
          </p:cNvPr>
          <p:cNvGrpSpPr/>
          <p:nvPr/>
        </p:nvGrpSpPr>
        <p:grpSpPr>
          <a:xfrm rot="639845">
            <a:off x="5304209" y="2130439"/>
            <a:ext cx="209043" cy="209043"/>
            <a:chOff x="3354375" y="4234433"/>
            <a:chExt cx="131191" cy="131191"/>
          </a:xfrm>
        </p:grpSpPr>
        <p:sp>
          <p:nvSpPr>
            <p:cNvPr id="850" name="Oval 849">
              <a:extLst>
                <a:ext uri="{FF2B5EF4-FFF2-40B4-BE49-F238E27FC236}">
                  <a16:creationId xmlns:a16="http://schemas.microsoft.com/office/drawing/2014/main" id="{B1388D5D-3D9B-68FB-2204-41F3035FA1B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1" name="Oval 850">
              <a:extLst>
                <a:ext uri="{FF2B5EF4-FFF2-40B4-BE49-F238E27FC236}">
                  <a16:creationId xmlns:a16="http://schemas.microsoft.com/office/drawing/2014/main" id="{5D06AF01-F04E-7690-739A-063EEA7BDF2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52" name="Group 851">
            <a:extLst>
              <a:ext uri="{FF2B5EF4-FFF2-40B4-BE49-F238E27FC236}">
                <a16:creationId xmlns:a16="http://schemas.microsoft.com/office/drawing/2014/main" id="{C244F4B5-A485-ED3F-56DA-92BC295A2C93}"/>
              </a:ext>
            </a:extLst>
          </p:cNvPr>
          <p:cNvGrpSpPr/>
          <p:nvPr/>
        </p:nvGrpSpPr>
        <p:grpSpPr>
          <a:xfrm rot="21588307">
            <a:off x="5453413" y="2334278"/>
            <a:ext cx="150955" cy="150955"/>
            <a:chOff x="3354375" y="4234433"/>
            <a:chExt cx="131191" cy="131191"/>
          </a:xfrm>
        </p:grpSpPr>
        <p:sp>
          <p:nvSpPr>
            <p:cNvPr id="853" name="Oval 852">
              <a:extLst>
                <a:ext uri="{FF2B5EF4-FFF2-40B4-BE49-F238E27FC236}">
                  <a16:creationId xmlns:a16="http://schemas.microsoft.com/office/drawing/2014/main" id="{57CE5504-7448-91E5-3DC6-372A225A29D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4" name="Oval 853">
              <a:extLst>
                <a:ext uri="{FF2B5EF4-FFF2-40B4-BE49-F238E27FC236}">
                  <a16:creationId xmlns:a16="http://schemas.microsoft.com/office/drawing/2014/main" id="{C057462B-1ADE-5817-B27E-BB64F7D5108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55" name="Group 854">
            <a:extLst>
              <a:ext uri="{FF2B5EF4-FFF2-40B4-BE49-F238E27FC236}">
                <a16:creationId xmlns:a16="http://schemas.microsoft.com/office/drawing/2014/main" id="{9F7B17A7-E39F-012B-2792-834B775BCDD8}"/>
              </a:ext>
            </a:extLst>
          </p:cNvPr>
          <p:cNvGrpSpPr/>
          <p:nvPr/>
        </p:nvGrpSpPr>
        <p:grpSpPr>
          <a:xfrm rot="21588307">
            <a:off x="5452564" y="2029968"/>
            <a:ext cx="76198" cy="76198"/>
            <a:chOff x="3354375" y="4234433"/>
            <a:chExt cx="131191" cy="131191"/>
          </a:xfrm>
        </p:grpSpPr>
        <p:sp>
          <p:nvSpPr>
            <p:cNvPr id="856" name="Oval 855">
              <a:extLst>
                <a:ext uri="{FF2B5EF4-FFF2-40B4-BE49-F238E27FC236}">
                  <a16:creationId xmlns:a16="http://schemas.microsoft.com/office/drawing/2014/main" id="{27E10E4A-D0B8-F0AE-A7D4-CD0E4416C4A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7" name="Oval 856">
              <a:extLst>
                <a:ext uri="{FF2B5EF4-FFF2-40B4-BE49-F238E27FC236}">
                  <a16:creationId xmlns:a16="http://schemas.microsoft.com/office/drawing/2014/main" id="{342BEC0F-7027-19FA-97D6-849DC6A143D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58" name="Group 857">
            <a:extLst>
              <a:ext uri="{FF2B5EF4-FFF2-40B4-BE49-F238E27FC236}">
                <a16:creationId xmlns:a16="http://schemas.microsoft.com/office/drawing/2014/main" id="{9C2A22C5-65AB-64A3-D7B3-8910EF0F2EDD}"/>
              </a:ext>
            </a:extLst>
          </p:cNvPr>
          <p:cNvGrpSpPr/>
          <p:nvPr/>
        </p:nvGrpSpPr>
        <p:grpSpPr>
          <a:xfrm rot="21588307">
            <a:off x="5282230" y="2372117"/>
            <a:ext cx="141158" cy="141158"/>
            <a:chOff x="3354375" y="4234433"/>
            <a:chExt cx="131191" cy="131191"/>
          </a:xfrm>
        </p:grpSpPr>
        <p:sp>
          <p:nvSpPr>
            <p:cNvPr id="859" name="Oval 858">
              <a:extLst>
                <a:ext uri="{FF2B5EF4-FFF2-40B4-BE49-F238E27FC236}">
                  <a16:creationId xmlns:a16="http://schemas.microsoft.com/office/drawing/2014/main" id="{B97773CD-6523-AD26-3BB3-07904E3667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0" name="Oval 859">
              <a:extLst>
                <a:ext uri="{FF2B5EF4-FFF2-40B4-BE49-F238E27FC236}">
                  <a16:creationId xmlns:a16="http://schemas.microsoft.com/office/drawing/2014/main" id="{0BDD1E98-1C7A-B1B7-EE82-B66DD36E09E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61" name="Group 860">
            <a:extLst>
              <a:ext uri="{FF2B5EF4-FFF2-40B4-BE49-F238E27FC236}">
                <a16:creationId xmlns:a16="http://schemas.microsoft.com/office/drawing/2014/main" id="{570F005D-90BD-2E1D-E196-9911AC164922}"/>
              </a:ext>
            </a:extLst>
          </p:cNvPr>
          <p:cNvGrpSpPr/>
          <p:nvPr/>
        </p:nvGrpSpPr>
        <p:grpSpPr>
          <a:xfrm rot="21588307">
            <a:off x="6281338" y="2289203"/>
            <a:ext cx="76198" cy="76198"/>
            <a:chOff x="3354375" y="4234433"/>
            <a:chExt cx="131191" cy="131191"/>
          </a:xfrm>
        </p:grpSpPr>
        <p:sp>
          <p:nvSpPr>
            <p:cNvPr id="862" name="Oval 861">
              <a:extLst>
                <a:ext uri="{FF2B5EF4-FFF2-40B4-BE49-F238E27FC236}">
                  <a16:creationId xmlns:a16="http://schemas.microsoft.com/office/drawing/2014/main" id="{8A868776-5893-922D-6C57-4A7610AA722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3" name="Oval 862">
              <a:extLst>
                <a:ext uri="{FF2B5EF4-FFF2-40B4-BE49-F238E27FC236}">
                  <a16:creationId xmlns:a16="http://schemas.microsoft.com/office/drawing/2014/main" id="{6BAAE5C6-F8E7-2C14-CD96-3078365FF8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64" name="Group 863">
            <a:extLst>
              <a:ext uri="{FF2B5EF4-FFF2-40B4-BE49-F238E27FC236}">
                <a16:creationId xmlns:a16="http://schemas.microsoft.com/office/drawing/2014/main" id="{A904CAF5-4834-5D8A-0C15-5238792AE1DF}"/>
              </a:ext>
            </a:extLst>
          </p:cNvPr>
          <p:cNvGrpSpPr/>
          <p:nvPr/>
        </p:nvGrpSpPr>
        <p:grpSpPr>
          <a:xfrm rot="21588307">
            <a:off x="5593119" y="2427522"/>
            <a:ext cx="150955" cy="150955"/>
            <a:chOff x="3354375" y="4234433"/>
            <a:chExt cx="131191" cy="131191"/>
          </a:xfrm>
        </p:grpSpPr>
        <p:sp>
          <p:nvSpPr>
            <p:cNvPr id="865" name="Oval 864">
              <a:extLst>
                <a:ext uri="{FF2B5EF4-FFF2-40B4-BE49-F238E27FC236}">
                  <a16:creationId xmlns:a16="http://schemas.microsoft.com/office/drawing/2014/main" id="{87F39F79-8C74-88AB-3D08-6D28ADD4A5D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6" name="Oval 865">
              <a:extLst>
                <a:ext uri="{FF2B5EF4-FFF2-40B4-BE49-F238E27FC236}">
                  <a16:creationId xmlns:a16="http://schemas.microsoft.com/office/drawing/2014/main" id="{20E57426-6995-98DF-739F-3896815E32F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67" name="Group 866">
            <a:extLst>
              <a:ext uri="{FF2B5EF4-FFF2-40B4-BE49-F238E27FC236}">
                <a16:creationId xmlns:a16="http://schemas.microsoft.com/office/drawing/2014/main" id="{23CF2BE9-37FD-6499-4905-C6EF676F6D2D}"/>
              </a:ext>
            </a:extLst>
          </p:cNvPr>
          <p:cNvGrpSpPr/>
          <p:nvPr/>
        </p:nvGrpSpPr>
        <p:grpSpPr>
          <a:xfrm rot="21588307">
            <a:off x="6179919" y="1860805"/>
            <a:ext cx="150955" cy="150955"/>
            <a:chOff x="3354375" y="4234433"/>
            <a:chExt cx="131191" cy="131191"/>
          </a:xfrm>
        </p:grpSpPr>
        <p:sp>
          <p:nvSpPr>
            <p:cNvPr id="868" name="Oval 867">
              <a:extLst>
                <a:ext uri="{FF2B5EF4-FFF2-40B4-BE49-F238E27FC236}">
                  <a16:creationId xmlns:a16="http://schemas.microsoft.com/office/drawing/2014/main" id="{B25D4B08-D80A-EFDF-EDD1-AD2014B781B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869" name="Oval 868">
              <a:extLst>
                <a:ext uri="{FF2B5EF4-FFF2-40B4-BE49-F238E27FC236}">
                  <a16:creationId xmlns:a16="http://schemas.microsoft.com/office/drawing/2014/main" id="{5A28383F-FF44-4005-3871-051A63C5C61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870" name="Group 869">
            <a:extLst>
              <a:ext uri="{FF2B5EF4-FFF2-40B4-BE49-F238E27FC236}">
                <a16:creationId xmlns:a16="http://schemas.microsoft.com/office/drawing/2014/main" id="{E0C687B2-CB32-FE4B-81CE-72AA162515CA}"/>
              </a:ext>
            </a:extLst>
          </p:cNvPr>
          <p:cNvGrpSpPr/>
          <p:nvPr/>
        </p:nvGrpSpPr>
        <p:grpSpPr>
          <a:xfrm>
            <a:off x="5591619" y="1851966"/>
            <a:ext cx="209043" cy="209043"/>
            <a:chOff x="3354375" y="4234433"/>
            <a:chExt cx="131191" cy="131191"/>
          </a:xfrm>
        </p:grpSpPr>
        <p:sp>
          <p:nvSpPr>
            <p:cNvPr id="871" name="Oval 870">
              <a:extLst>
                <a:ext uri="{FF2B5EF4-FFF2-40B4-BE49-F238E27FC236}">
                  <a16:creationId xmlns:a16="http://schemas.microsoft.com/office/drawing/2014/main" id="{BD430DF4-47C7-CA32-E9A2-ABAE40D804B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2" name="Oval 871">
              <a:extLst>
                <a:ext uri="{FF2B5EF4-FFF2-40B4-BE49-F238E27FC236}">
                  <a16:creationId xmlns:a16="http://schemas.microsoft.com/office/drawing/2014/main" id="{D16EC46F-C5CC-1C03-E709-BBD8ABE1393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73" name="Group 872">
            <a:extLst>
              <a:ext uri="{FF2B5EF4-FFF2-40B4-BE49-F238E27FC236}">
                <a16:creationId xmlns:a16="http://schemas.microsoft.com/office/drawing/2014/main" id="{56575D43-731F-C280-A309-2EA0C46A23CD}"/>
              </a:ext>
            </a:extLst>
          </p:cNvPr>
          <p:cNvGrpSpPr/>
          <p:nvPr/>
        </p:nvGrpSpPr>
        <p:grpSpPr>
          <a:xfrm>
            <a:off x="5599990" y="1620707"/>
            <a:ext cx="209043" cy="209043"/>
            <a:chOff x="3354375" y="4234433"/>
            <a:chExt cx="131191" cy="131191"/>
          </a:xfrm>
        </p:grpSpPr>
        <p:sp>
          <p:nvSpPr>
            <p:cNvPr id="874" name="Oval 873">
              <a:extLst>
                <a:ext uri="{FF2B5EF4-FFF2-40B4-BE49-F238E27FC236}">
                  <a16:creationId xmlns:a16="http://schemas.microsoft.com/office/drawing/2014/main" id="{D77EBD85-9445-732C-687E-82AB438F961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5" name="Oval 874">
              <a:extLst>
                <a:ext uri="{FF2B5EF4-FFF2-40B4-BE49-F238E27FC236}">
                  <a16:creationId xmlns:a16="http://schemas.microsoft.com/office/drawing/2014/main" id="{5EF189B6-7BE2-C77F-CA04-B9778F6881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76" name="Group 875">
            <a:extLst>
              <a:ext uri="{FF2B5EF4-FFF2-40B4-BE49-F238E27FC236}">
                <a16:creationId xmlns:a16="http://schemas.microsoft.com/office/drawing/2014/main" id="{C23788EB-1F4F-C5F6-A94A-A2A046C47FCF}"/>
              </a:ext>
            </a:extLst>
          </p:cNvPr>
          <p:cNvGrpSpPr/>
          <p:nvPr/>
        </p:nvGrpSpPr>
        <p:grpSpPr>
          <a:xfrm>
            <a:off x="8947033" y="2211921"/>
            <a:ext cx="209043" cy="209043"/>
            <a:chOff x="3354375" y="4234433"/>
            <a:chExt cx="131191" cy="131191"/>
          </a:xfrm>
        </p:grpSpPr>
        <p:sp>
          <p:nvSpPr>
            <p:cNvPr id="877" name="Oval 876">
              <a:extLst>
                <a:ext uri="{FF2B5EF4-FFF2-40B4-BE49-F238E27FC236}">
                  <a16:creationId xmlns:a16="http://schemas.microsoft.com/office/drawing/2014/main" id="{2DFF3487-4E9B-FE56-1757-951EA66451B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8" name="Oval 877">
              <a:extLst>
                <a:ext uri="{FF2B5EF4-FFF2-40B4-BE49-F238E27FC236}">
                  <a16:creationId xmlns:a16="http://schemas.microsoft.com/office/drawing/2014/main" id="{13EA3912-8FEF-F64A-3CBE-92809468FAA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79" name="Group 878">
            <a:extLst>
              <a:ext uri="{FF2B5EF4-FFF2-40B4-BE49-F238E27FC236}">
                <a16:creationId xmlns:a16="http://schemas.microsoft.com/office/drawing/2014/main" id="{580E709A-E4C3-0DC6-2379-059B60F81746}"/>
              </a:ext>
            </a:extLst>
          </p:cNvPr>
          <p:cNvGrpSpPr/>
          <p:nvPr/>
        </p:nvGrpSpPr>
        <p:grpSpPr>
          <a:xfrm>
            <a:off x="8496343" y="2480967"/>
            <a:ext cx="141158" cy="141158"/>
            <a:chOff x="3354375" y="4234433"/>
            <a:chExt cx="131191" cy="131191"/>
          </a:xfrm>
        </p:grpSpPr>
        <p:sp>
          <p:nvSpPr>
            <p:cNvPr id="880" name="Oval 879">
              <a:extLst>
                <a:ext uri="{FF2B5EF4-FFF2-40B4-BE49-F238E27FC236}">
                  <a16:creationId xmlns:a16="http://schemas.microsoft.com/office/drawing/2014/main" id="{CCF88075-7FE7-D92C-7E9F-663DB084ACE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1" name="Oval 880">
              <a:extLst>
                <a:ext uri="{FF2B5EF4-FFF2-40B4-BE49-F238E27FC236}">
                  <a16:creationId xmlns:a16="http://schemas.microsoft.com/office/drawing/2014/main" id="{2DB4D273-103F-696C-C730-77397EF65F4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82" name="Group 881">
            <a:extLst>
              <a:ext uri="{FF2B5EF4-FFF2-40B4-BE49-F238E27FC236}">
                <a16:creationId xmlns:a16="http://schemas.microsoft.com/office/drawing/2014/main" id="{598B008C-B6E5-F04D-DD71-A930AA86BDC0}"/>
              </a:ext>
            </a:extLst>
          </p:cNvPr>
          <p:cNvGrpSpPr/>
          <p:nvPr/>
        </p:nvGrpSpPr>
        <p:grpSpPr>
          <a:xfrm>
            <a:off x="8700461" y="2497404"/>
            <a:ext cx="76198" cy="76198"/>
            <a:chOff x="3354375" y="4234433"/>
            <a:chExt cx="131191" cy="131191"/>
          </a:xfrm>
        </p:grpSpPr>
        <p:sp>
          <p:nvSpPr>
            <p:cNvPr id="883" name="Oval 882">
              <a:extLst>
                <a:ext uri="{FF2B5EF4-FFF2-40B4-BE49-F238E27FC236}">
                  <a16:creationId xmlns:a16="http://schemas.microsoft.com/office/drawing/2014/main" id="{2AC655B5-FCC7-D8A1-8008-E7B599B913B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4" name="Oval 883">
              <a:extLst>
                <a:ext uri="{FF2B5EF4-FFF2-40B4-BE49-F238E27FC236}">
                  <a16:creationId xmlns:a16="http://schemas.microsoft.com/office/drawing/2014/main" id="{6B027A41-9420-BA9E-BDEB-A45319EAEE9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85" name="Group 884">
            <a:extLst>
              <a:ext uri="{FF2B5EF4-FFF2-40B4-BE49-F238E27FC236}">
                <a16:creationId xmlns:a16="http://schemas.microsoft.com/office/drawing/2014/main" id="{6B630066-F5CF-82D6-234B-8512CB5985B6}"/>
              </a:ext>
            </a:extLst>
          </p:cNvPr>
          <p:cNvGrpSpPr/>
          <p:nvPr/>
        </p:nvGrpSpPr>
        <p:grpSpPr>
          <a:xfrm>
            <a:off x="9515493" y="2357551"/>
            <a:ext cx="141158" cy="141158"/>
            <a:chOff x="3354375" y="4234433"/>
            <a:chExt cx="131191" cy="131191"/>
          </a:xfrm>
        </p:grpSpPr>
        <p:sp>
          <p:nvSpPr>
            <p:cNvPr id="886" name="Oval 885">
              <a:extLst>
                <a:ext uri="{FF2B5EF4-FFF2-40B4-BE49-F238E27FC236}">
                  <a16:creationId xmlns:a16="http://schemas.microsoft.com/office/drawing/2014/main" id="{76BFA634-453A-5EC6-1369-D086ED70DED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7" name="Oval 886">
              <a:extLst>
                <a:ext uri="{FF2B5EF4-FFF2-40B4-BE49-F238E27FC236}">
                  <a16:creationId xmlns:a16="http://schemas.microsoft.com/office/drawing/2014/main" id="{006DA660-1845-DA79-70F6-615E4881AC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888" name="Group 887">
            <a:extLst>
              <a:ext uri="{FF2B5EF4-FFF2-40B4-BE49-F238E27FC236}">
                <a16:creationId xmlns:a16="http://schemas.microsoft.com/office/drawing/2014/main" id="{E75DDE3C-A234-87E3-3F4F-A2453B8DD2F4}"/>
              </a:ext>
            </a:extLst>
          </p:cNvPr>
          <p:cNvGrpSpPr/>
          <p:nvPr/>
        </p:nvGrpSpPr>
        <p:grpSpPr>
          <a:xfrm rot="639845">
            <a:off x="9323571" y="2448579"/>
            <a:ext cx="209043" cy="209043"/>
            <a:chOff x="3354375" y="4234433"/>
            <a:chExt cx="131191" cy="131191"/>
          </a:xfrm>
        </p:grpSpPr>
        <p:sp>
          <p:nvSpPr>
            <p:cNvPr id="889" name="Oval 888">
              <a:extLst>
                <a:ext uri="{FF2B5EF4-FFF2-40B4-BE49-F238E27FC236}">
                  <a16:creationId xmlns:a16="http://schemas.microsoft.com/office/drawing/2014/main" id="{BECA079A-CD4C-42B2-B198-E541B07334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0" name="Oval 889">
              <a:extLst>
                <a:ext uri="{FF2B5EF4-FFF2-40B4-BE49-F238E27FC236}">
                  <a16:creationId xmlns:a16="http://schemas.microsoft.com/office/drawing/2014/main" id="{6C9BBAFF-AB15-A98E-4BDD-7CCD5E35A9D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1" name="Group 890">
            <a:extLst>
              <a:ext uri="{FF2B5EF4-FFF2-40B4-BE49-F238E27FC236}">
                <a16:creationId xmlns:a16="http://schemas.microsoft.com/office/drawing/2014/main" id="{EAE8C839-0E22-460E-5147-A3FFFE288ADC}"/>
              </a:ext>
            </a:extLst>
          </p:cNvPr>
          <p:cNvGrpSpPr/>
          <p:nvPr/>
        </p:nvGrpSpPr>
        <p:grpSpPr>
          <a:xfrm rot="21588307">
            <a:off x="8393970" y="1798338"/>
            <a:ext cx="150955" cy="150955"/>
            <a:chOff x="3354375" y="4234433"/>
            <a:chExt cx="131191" cy="131191"/>
          </a:xfrm>
        </p:grpSpPr>
        <p:sp>
          <p:nvSpPr>
            <p:cNvPr id="892" name="Oval 891">
              <a:extLst>
                <a:ext uri="{FF2B5EF4-FFF2-40B4-BE49-F238E27FC236}">
                  <a16:creationId xmlns:a16="http://schemas.microsoft.com/office/drawing/2014/main" id="{8A053038-3013-6BCC-7A08-87FD7874559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3" name="Oval 892">
              <a:extLst>
                <a:ext uri="{FF2B5EF4-FFF2-40B4-BE49-F238E27FC236}">
                  <a16:creationId xmlns:a16="http://schemas.microsoft.com/office/drawing/2014/main" id="{F8FA98DC-2EFE-A2A9-2038-BE135717DF3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4" name="Group 893">
            <a:extLst>
              <a:ext uri="{FF2B5EF4-FFF2-40B4-BE49-F238E27FC236}">
                <a16:creationId xmlns:a16="http://schemas.microsoft.com/office/drawing/2014/main" id="{BB36B8F5-FFD2-89FA-067A-BB85D67651B6}"/>
              </a:ext>
            </a:extLst>
          </p:cNvPr>
          <p:cNvGrpSpPr/>
          <p:nvPr/>
        </p:nvGrpSpPr>
        <p:grpSpPr>
          <a:xfrm rot="21588307">
            <a:off x="8481519" y="1954992"/>
            <a:ext cx="76198" cy="76198"/>
            <a:chOff x="3354375" y="4234433"/>
            <a:chExt cx="131191" cy="131191"/>
          </a:xfrm>
        </p:grpSpPr>
        <p:sp>
          <p:nvSpPr>
            <p:cNvPr id="895" name="Oval 894">
              <a:extLst>
                <a:ext uri="{FF2B5EF4-FFF2-40B4-BE49-F238E27FC236}">
                  <a16:creationId xmlns:a16="http://schemas.microsoft.com/office/drawing/2014/main" id="{278E3468-86A1-9EB4-32F9-FCE8F5DE3A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6" name="Oval 895">
              <a:extLst>
                <a:ext uri="{FF2B5EF4-FFF2-40B4-BE49-F238E27FC236}">
                  <a16:creationId xmlns:a16="http://schemas.microsoft.com/office/drawing/2014/main" id="{188B7158-37E2-0606-C63B-F626B4AA19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897" name="Group 896">
            <a:extLst>
              <a:ext uri="{FF2B5EF4-FFF2-40B4-BE49-F238E27FC236}">
                <a16:creationId xmlns:a16="http://schemas.microsoft.com/office/drawing/2014/main" id="{DC365336-D3ED-34DF-9CAF-E90846F6BD30}"/>
              </a:ext>
            </a:extLst>
          </p:cNvPr>
          <p:cNvGrpSpPr/>
          <p:nvPr/>
        </p:nvGrpSpPr>
        <p:grpSpPr>
          <a:xfrm rot="21588307">
            <a:off x="8241794" y="1820141"/>
            <a:ext cx="141158" cy="141158"/>
            <a:chOff x="3354375" y="4234433"/>
            <a:chExt cx="131191" cy="131191"/>
          </a:xfrm>
        </p:grpSpPr>
        <p:sp>
          <p:nvSpPr>
            <p:cNvPr id="898" name="Oval 897">
              <a:extLst>
                <a:ext uri="{FF2B5EF4-FFF2-40B4-BE49-F238E27FC236}">
                  <a16:creationId xmlns:a16="http://schemas.microsoft.com/office/drawing/2014/main" id="{16D2EE28-23CF-6F05-8A01-6B2D98E45C3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9" name="Oval 898">
              <a:extLst>
                <a:ext uri="{FF2B5EF4-FFF2-40B4-BE49-F238E27FC236}">
                  <a16:creationId xmlns:a16="http://schemas.microsoft.com/office/drawing/2014/main" id="{20653F87-9FFD-0619-EFBC-45DC5772673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00" name="Group 899">
            <a:extLst>
              <a:ext uri="{FF2B5EF4-FFF2-40B4-BE49-F238E27FC236}">
                <a16:creationId xmlns:a16="http://schemas.microsoft.com/office/drawing/2014/main" id="{92979427-F9B5-41DE-F6D3-1C2D3A0D8089}"/>
              </a:ext>
            </a:extLst>
          </p:cNvPr>
          <p:cNvGrpSpPr/>
          <p:nvPr/>
        </p:nvGrpSpPr>
        <p:grpSpPr>
          <a:xfrm rot="21588307">
            <a:off x="8423066" y="1681451"/>
            <a:ext cx="76198" cy="76198"/>
            <a:chOff x="3354375" y="4234433"/>
            <a:chExt cx="131191" cy="131191"/>
          </a:xfrm>
        </p:grpSpPr>
        <p:sp>
          <p:nvSpPr>
            <p:cNvPr id="901" name="Oval 900">
              <a:extLst>
                <a:ext uri="{FF2B5EF4-FFF2-40B4-BE49-F238E27FC236}">
                  <a16:creationId xmlns:a16="http://schemas.microsoft.com/office/drawing/2014/main" id="{2888CDE9-3233-DAEF-DC40-CF34BBD407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2" name="Oval 901">
              <a:extLst>
                <a:ext uri="{FF2B5EF4-FFF2-40B4-BE49-F238E27FC236}">
                  <a16:creationId xmlns:a16="http://schemas.microsoft.com/office/drawing/2014/main" id="{C6CEBC01-7372-5F75-CB81-826299FD58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03" name="Group 902">
            <a:extLst>
              <a:ext uri="{FF2B5EF4-FFF2-40B4-BE49-F238E27FC236}">
                <a16:creationId xmlns:a16="http://schemas.microsoft.com/office/drawing/2014/main" id="{92CB68FF-866B-38CD-F5AB-5282BE06D3E9}"/>
              </a:ext>
            </a:extLst>
          </p:cNvPr>
          <p:cNvGrpSpPr/>
          <p:nvPr/>
        </p:nvGrpSpPr>
        <p:grpSpPr>
          <a:xfrm>
            <a:off x="9193568" y="2260651"/>
            <a:ext cx="76198" cy="76198"/>
            <a:chOff x="3354375" y="4234433"/>
            <a:chExt cx="131191" cy="131191"/>
          </a:xfrm>
        </p:grpSpPr>
        <p:sp>
          <p:nvSpPr>
            <p:cNvPr id="904" name="Oval 903">
              <a:extLst>
                <a:ext uri="{FF2B5EF4-FFF2-40B4-BE49-F238E27FC236}">
                  <a16:creationId xmlns:a16="http://schemas.microsoft.com/office/drawing/2014/main" id="{74C12A1E-C01D-91D9-B655-DC1711701E0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5" name="Oval 904">
              <a:extLst>
                <a:ext uri="{FF2B5EF4-FFF2-40B4-BE49-F238E27FC236}">
                  <a16:creationId xmlns:a16="http://schemas.microsoft.com/office/drawing/2014/main" id="{8C093EF4-170F-725B-D73A-F8515784B0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06" name="Group 905">
            <a:extLst>
              <a:ext uri="{FF2B5EF4-FFF2-40B4-BE49-F238E27FC236}">
                <a16:creationId xmlns:a16="http://schemas.microsoft.com/office/drawing/2014/main" id="{8D90AC3F-E23C-C6A5-5486-D03E7859EF01}"/>
              </a:ext>
            </a:extLst>
          </p:cNvPr>
          <p:cNvGrpSpPr/>
          <p:nvPr/>
        </p:nvGrpSpPr>
        <p:grpSpPr>
          <a:xfrm rot="21588307">
            <a:off x="9135427" y="2357806"/>
            <a:ext cx="150955" cy="150955"/>
            <a:chOff x="3354375" y="4234433"/>
            <a:chExt cx="131191" cy="131191"/>
          </a:xfrm>
        </p:grpSpPr>
        <p:sp>
          <p:nvSpPr>
            <p:cNvPr id="907" name="Oval 906">
              <a:extLst>
                <a:ext uri="{FF2B5EF4-FFF2-40B4-BE49-F238E27FC236}">
                  <a16:creationId xmlns:a16="http://schemas.microsoft.com/office/drawing/2014/main" id="{A501E819-7154-B034-9CBA-06B0D4C2E2D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8" name="Oval 907">
              <a:extLst>
                <a:ext uri="{FF2B5EF4-FFF2-40B4-BE49-F238E27FC236}">
                  <a16:creationId xmlns:a16="http://schemas.microsoft.com/office/drawing/2014/main" id="{070AEB59-6DAD-A46C-8997-38C2FECBEF9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09" name="Group 908">
            <a:extLst>
              <a:ext uri="{FF2B5EF4-FFF2-40B4-BE49-F238E27FC236}">
                <a16:creationId xmlns:a16="http://schemas.microsoft.com/office/drawing/2014/main" id="{CB050490-5E4C-C609-3CE0-71855478529C}"/>
              </a:ext>
            </a:extLst>
          </p:cNvPr>
          <p:cNvGrpSpPr/>
          <p:nvPr/>
        </p:nvGrpSpPr>
        <p:grpSpPr>
          <a:xfrm rot="21588307">
            <a:off x="9422776" y="2357680"/>
            <a:ext cx="76198" cy="76198"/>
            <a:chOff x="3354375" y="4234433"/>
            <a:chExt cx="131191" cy="131191"/>
          </a:xfrm>
        </p:grpSpPr>
        <p:sp>
          <p:nvSpPr>
            <p:cNvPr id="910" name="Oval 909">
              <a:extLst>
                <a:ext uri="{FF2B5EF4-FFF2-40B4-BE49-F238E27FC236}">
                  <a16:creationId xmlns:a16="http://schemas.microsoft.com/office/drawing/2014/main" id="{8681832C-6497-8495-7139-233C1A48B5E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1" name="Oval 910">
              <a:extLst>
                <a:ext uri="{FF2B5EF4-FFF2-40B4-BE49-F238E27FC236}">
                  <a16:creationId xmlns:a16="http://schemas.microsoft.com/office/drawing/2014/main" id="{B41513C3-CCBC-5B4D-F9D2-FACB4CEE7B8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12" name="Group 911">
            <a:extLst>
              <a:ext uri="{FF2B5EF4-FFF2-40B4-BE49-F238E27FC236}">
                <a16:creationId xmlns:a16="http://schemas.microsoft.com/office/drawing/2014/main" id="{0D7D3786-F17E-D8FA-CE81-1CCCDEB6C507}"/>
              </a:ext>
            </a:extLst>
          </p:cNvPr>
          <p:cNvGrpSpPr/>
          <p:nvPr/>
        </p:nvGrpSpPr>
        <p:grpSpPr>
          <a:xfrm rot="21588307">
            <a:off x="9046886" y="2419495"/>
            <a:ext cx="76198" cy="76198"/>
            <a:chOff x="3354375" y="4234433"/>
            <a:chExt cx="131191" cy="131191"/>
          </a:xfrm>
        </p:grpSpPr>
        <p:sp>
          <p:nvSpPr>
            <p:cNvPr id="913" name="Oval 912">
              <a:extLst>
                <a:ext uri="{FF2B5EF4-FFF2-40B4-BE49-F238E27FC236}">
                  <a16:creationId xmlns:a16="http://schemas.microsoft.com/office/drawing/2014/main" id="{E9BC45F5-A8E7-2FC4-E545-B89DCE9B7AE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4" name="Oval 913">
              <a:extLst>
                <a:ext uri="{FF2B5EF4-FFF2-40B4-BE49-F238E27FC236}">
                  <a16:creationId xmlns:a16="http://schemas.microsoft.com/office/drawing/2014/main" id="{4FD6CFDE-04DE-587B-E3C8-8862B928B8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15" name="Group 914">
            <a:extLst>
              <a:ext uri="{FF2B5EF4-FFF2-40B4-BE49-F238E27FC236}">
                <a16:creationId xmlns:a16="http://schemas.microsoft.com/office/drawing/2014/main" id="{4D93BCB0-705F-C3EF-B8A8-51E37AB75B9B}"/>
              </a:ext>
            </a:extLst>
          </p:cNvPr>
          <p:cNvGrpSpPr/>
          <p:nvPr/>
        </p:nvGrpSpPr>
        <p:grpSpPr>
          <a:xfrm rot="21588307">
            <a:off x="9822509" y="2419495"/>
            <a:ext cx="76198" cy="76198"/>
            <a:chOff x="3354375" y="4234433"/>
            <a:chExt cx="131191" cy="131191"/>
          </a:xfrm>
        </p:grpSpPr>
        <p:sp>
          <p:nvSpPr>
            <p:cNvPr id="916" name="Oval 915">
              <a:extLst>
                <a:ext uri="{FF2B5EF4-FFF2-40B4-BE49-F238E27FC236}">
                  <a16:creationId xmlns:a16="http://schemas.microsoft.com/office/drawing/2014/main" id="{78D86BBA-2BDC-0855-776D-A28FB38A50B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7" name="Oval 916">
              <a:extLst>
                <a:ext uri="{FF2B5EF4-FFF2-40B4-BE49-F238E27FC236}">
                  <a16:creationId xmlns:a16="http://schemas.microsoft.com/office/drawing/2014/main" id="{729DD47B-0687-35E7-B26B-CFC8871DDC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18" name="Group 917">
            <a:extLst>
              <a:ext uri="{FF2B5EF4-FFF2-40B4-BE49-F238E27FC236}">
                <a16:creationId xmlns:a16="http://schemas.microsoft.com/office/drawing/2014/main" id="{E1FD845D-0782-FBC3-C176-60357248CDBE}"/>
              </a:ext>
            </a:extLst>
          </p:cNvPr>
          <p:cNvGrpSpPr/>
          <p:nvPr/>
        </p:nvGrpSpPr>
        <p:grpSpPr>
          <a:xfrm>
            <a:off x="8278301" y="1981447"/>
            <a:ext cx="209043" cy="209043"/>
            <a:chOff x="3354375" y="4234433"/>
            <a:chExt cx="131191" cy="131191"/>
          </a:xfrm>
        </p:grpSpPr>
        <p:sp>
          <p:nvSpPr>
            <p:cNvPr id="919" name="Oval 918">
              <a:extLst>
                <a:ext uri="{FF2B5EF4-FFF2-40B4-BE49-F238E27FC236}">
                  <a16:creationId xmlns:a16="http://schemas.microsoft.com/office/drawing/2014/main" id="{0CF05C3F-A8FD-FE8C-CF87-A88932AD634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0" name="Oval 919">
              <a:extLst>
                <a:ext uri="{FF2B5EF4-FFF2-40B4-BE49-F238E27FC236}">
                  <a16:creationId xmlns:a16="http://schemas.microsoft.com/office/drawing/2014/main" id="{BDCBC895-7090-9C69-D51F-0413546862C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21" name="Group 920">
            <a:extLst>
              <a:ext uri="{FF2B5EF4-FFF2-40B4-BE49-F238E27FC236}">
                <a16:creationId xmlns:a16="http://schemas.microsoft.com/office/drawing/2014/main" id="{DF4B25BC-2B67-8088-2390-C31786E07D03}"/>
              </a:ext>
            </a:extLst>
          </p:cNvPr>
          <p:cNvGrpSpPr/>
          <p:nvPr/>
        </p:nvGrpSpPr>
        <p:grpSpPr>
          <a:xfrm>
            <a:off x="8042306" y="2399447"/>
            <a:ext cx="141158" cy="141158"/>
            <a:chOff x="3354375" y="4234433"/>
            <a:chExt cx="131191" cy="131191"/>
          </a:xfrm>
        </p:grpSpPr>
        <p:sp>
          <p:nvSpPr>
            <p:cNvPr id="922" name="Oval 921">
              <a:extLst>
                <a:ext uri="{FF2B5EF4-FFF2-40B4-BE49-F238E27FC236}">
                  <a16:creationId xmlns:a16="http://schemas.microsoft.com/office/drawing/2014/main" id="{FFF05BA9-82AD-243A-57D8-C8D76A4F440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3" name="Oval 922">
              <a:extLst>
                <a:ext uri="{FF2B5EF4-FFF2-40B4-BE49-F238E27FC236}">
                  <a16:creationId xmlns:a16="http://schemas.microsoft.com/office/drawing/2014/main" id="{5D6AEA16-CE75-11C9-5F48-7FD458D97AC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24" name="Group 923">
            <a:extLst>
              <a:ext uri="{FF2B5EF4-FFF2-40B4-BE49-F238E27FC236}">
                <a16:creationId xmlns:a16="http://schemas.microsoft.com/office/drawing/2014/main" id="{3D54F58C-E466-9CF4-318C-7831433ED042}"/>
              </a:ext>
            </a:extLst>
          </p:cNvPr>
          <p:cNvGrpSpPr/>
          <p:nvPr/>
        </p:nvGrpSpPr>
        <p:grpSpPr>
          <a:xfrm rot="639845">
            <a:off x="8030457" y="2072685"/>
            <a:ext cx="494283" cy="373376"/>
            <a:chOff x="2668037" y="3745142"/>
            <a:chExt cx="494283" cy="373376"/>
          </a:xfrm>
        </p:grpSpPr>
        <p:grpSp>
          <p:nvGrpSpPr>
            <p:cNvPr id="925" name="Group 924">
              <a:extLst>
                <a:ext uri="{FF2B5EF4-FFF2-40B4-BE49-F238E27FC236}">
                  <a16:creationId xmlns:a16="http://schemas.microsoft.com/office/drawing/2014/main" id="{95202074-117C-E7B8-E55D-62415FD45711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939" name="Oval 938">
                <a:extLst>
                  <a:ext uri="{FF2B5EF4-FFF2-40B4-BE49-F238E27FC236}">
                    <a16:creationId xmlns:a16="http://schemas.microsoft.com/office/drawing/2014/main" id="{7BD60C0A-76CF-4963-7FE1-D8B1EC507AFA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40" name="Oval 939">
                <a:extLst>
                  <a:ext uri="{FF2B5EF4-FFF2-40B4-BE49-F238E27FC236}">
                    <a16:creationId xmlns:a16="http://schemas.microsoft.com/office/drawing/2014/main" id="{F27E17F9-CC56-68F6-C91C-9258879AB3D7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26" name="Group 925">
              <a:extLst>
                <a:ext uri="{FF2B5EF4-FFF2-40B4-BE49-F238E27FC236}">
                  <a16:creationId xmlns:a16="http://schemas.microsoft.com/office/drawing/2014/main" id="{527D27D9-758C-39F2-87E4-A8771A841878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927" name="Group 926">
                <a:extLst>
                  <a:ext uri="{FF2B5EF4-FFF2-40B4-BE49-F238E27FC236}">
                    <a16:creationId xmlns:a16="http://schemas.microsoft.com/office/drawing/2014/main" id="{D71A10B0-8B91-062F-0E26-A82EE766B841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937" name="Oval 936">
                  <a:extLst>
                    <a:ext uri="{FF2B5EF4-FFF2-40B4-BE49-F238E27FC236}">
                      <a16:creationId xmlns:a16="http://schemas.microsoft.com/office/drawing/2014/main" id="{A958CB12-062D-348E-8607-269E59ADB74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8" name="Oval 937">
                  <a:extLst>
                    <a:ext uri="{FF2B5EF4-FFF2-40B4-BE49-F238E27FC236}">
                      <a16:creationId xmlns:a16="http://schemas.microsoft.com/office/drawing/2014/main" id="{4D2735BF-3DE8-4ED5-2444-4629274E2189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28" name="Group 927">
                <a:extLst>
                  <a:ext uri="{FF2B5EF4-FFF2-40B4-BE49-F238E27FC236}">
                    <a16:creationId xmlns:a16="http://schemas.microsoft.com/office/drawing/2014/main" id="{1A1C3555-5DB3-3620-EC3F-0453CFBE9C17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935" name="Oval 934">
                  <a:extLst>
                    <a:ext uri="{FF2B5EF4-FFF2-40B4-BE49-F238E27FC236}">
                      <a16:creationId xmlns:a16="http://schemas.microsoft.com/office/drawing/2014/main" id="{B1DCAED2-34E0-E07D-A63E-22EA40688B4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6" name="Oval 935">
                  <a:extLst>
                    <a:ext uri="{FF2B5EF4-FFF2-40B4-BE49-F238E27FC236}">
                      <a16:creationId xmlns:a16="http://schemas.microsoft.com/office/drawing/2014/main" id="{F83B4EB3-1112-FBBF-9002-E3F86B9969D7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29" name="Group 928">
                <a:extLst>
                  <a:ext uri="{FF2B5EF4-FFF2-40B4-BE49-F238E27FC236}">
                    <a16:creationId xmlns:a16="http://schemas.microsoft.com/office/drawing/2014/main" id="{81B6878E-A606-4793-DBCC-10D9B7E379E0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933" name="Oval 932">
                  <a:extLst>
                    <a:ext uri="{FF2B5EF4-FFF2-40B4-BE49-F238E27FC236}">
                      <a16:creationId xmlns:a16="http://schemas.microsoft.com/office/drawing/2014/main" id="{2F703F99-EB5E-07A5-761E-E87C1DD0565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4" name="Oval 933">
                  <a:extLst>
                    <a:ext uri="{FF2B5EF4-FFF2-40B4-BE49-F238E27FC236}">
                      <a16:creationId xmlns:a16="http://schemas.microsoft.com/office/drawing/2014/main" id="{FA2D4F03-18EB-98AB-F264-A84524235B1B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30" name="Group 929">
                <a:extLst>
                  <a:ext uri="{FF2B5EF4-FFF2-40B4-BE49-F238E27FC236}">
                    <a16:creationId xmlns:a16="http://schemas.microsoft.com/office/drawing/2014/main" id="{215277C9-B076-6A2F-86BB-7294D91B0E0B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931" name="Oval 930">
                  <a:extLst>
                    <a:ext uri="{FF2B5EF4-FFF2-40B4-BE49-F238E27FC236}">
                      <a16:creationId xmlns:a16="http://schemas.microsoft.com/office/drawing/2014/main" id="{AD789F35-3329-4C91-88E7-78C9199E357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32" name="Oval 931">
                  <a:extLst>
                    <a:ext uri="{FF2B5EF4-FFF2-40B4-BE49-F238E27FC236}">
                      <a16:creationId xmlns:a16="http://schemas.microsoft.com/office/drawing/2014/main" id="{69730B79-FAF8-8EE2-C618-AB9A6BBD257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941" name="Group 940">
            <a:extLst>
              <a:ext uri="{FF2B5EF4-FFF2-40B4-BE49-F238E27FC236}">
                <a16:creationId xmlns:a16="http://schemas.microsoft.com/office/drawing/2014/main" id="{0DB506F8-F5D0-735C-783F-58D06A3CCC63}"/>
              </a:ext>
            </a:extLst>
          </p:cNvPr>
          <p:cNvGrpSpPr/>
          <p:nvPr/>
        </p:nvGrpSpPr>
        <p:grpSpPr>
          <a:xfrm>
            <a:off x="7966985" y="2368375"/>
            <a:ext cx="76198" cy="76198"/>
            <a:chOff x="3354375" y="4234433"/>
            <a:chExt cx="131191" cy="131191"/>
          </a:xfrm>
        </p:grpSpPr>
        <p:sp>
          <p:nvSpPr>
            <p:cNvPr id="942" name="Oval 941">
              <a:extLst>
                <a:ext uri="{FF2B5EF4-FFF2-40B4-BE49-F238E27FC236}">
                  <a16:creationId xmlns:a16="http://schemas.microsoft.com/office/drawing/2014/main" id="{53C7225C-047D-21CA-25C2-6933A1962A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3" name="Oval 942">
              <a:extLst>
                <a:ext uri="{FF2B5EF4-FFF2-40B4-BE49-F238E27FC236}">
                  <a16:creationId xmlns:a16="http://schemas.microsoft.com/office/drawing/2014/main" id="{D80223F2-C015-4924-0013-F12637F6184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44" name="Group 943">
            <a:extLst>
              <a:ext uri="{FF2B5EF4-FFF2-40B4-BE49-F238E27FC236}">
                <a16:creationId xmlns:a16="http://schemas.microsoft.com/office/drawing/2014/main" id="{39B3AF1F-9974-223D-5F79-4C9FB85C125C}"/>
              </a:ext>
            </a:extLst>
          </p:cNvPr>
          <p:cNvGrpSpPr/>
          <p:nvPr/>
        </p:nvGrpSpPr>
        <p:grpSpPr>
          <a:xfrm>
            <a:off x="8846761" y="2127077"/>
            <a:ext cx="141158" cy="141158"/>
            <a:chOff x="3354375" y="4234433"/>
            <a:chExt cx="131191" cy="131191"/>
          </a:xfrm>
        </p:grpSpPr>
        <p:sp>
          <p:nvSpPr>
            <p:cNvPr id="945" name="Oval 944">
              <a:extLst>
                <a:ext uri="{FF2B5EF4-FFF2-40B4-BE49-F238E27FC236}">
                  <a16:creationId xmlns:a16="http://schemas.microsoft.com/office/drawing/2014/main" id="{D32AA3AE-0D1F-C03F-6C56-E2417F1BC55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6" name="Oval 945">
              <a:extLst>
                <a:ext uri="{FF2B5EF4-FFF2-40B4-BE49-F238E27FC236}">
                  <a16:creationId xmlns:a16="http://schemas.microsoft.com/office/drawing/2014/main" id="{FC711C06-4B81-AB85-681C-9A81ADC548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947" name="Group 946">
            <a:extLst>
              <a:ext uri="{FF2B5EF4-FFF2-40B4-BE49-F238E27FC236}">
                <a16:creationId xmlns:a16="http://schemas.microsoft.com/office/drawing/2014/main" id="{AA50290B-E086-3358-B752-0908A5A61454}"/>
              </a:ext>
            </a:extLst>
          </p:cNvPr>
          <p:cNvGrpSpPr/>
          <p:nvPr/>
        </p:nvGrpSpPr>
        <p:grpSpPr>
          <a:xfrm rot="639845">
            <a:off x="8642019" y="2199056"/>
            <a:ext cx="209043" cy="209043"/>
            <a:chOff x="3354375" y="4234433"/>
            <a:chExt cx="131191" cy="131191"/>
          </a:xfrm>
        </p:grpSpPr>
        <p:sp>
          <p:nvSpPr>
            <p:cNvPr id="948" name="Oval 947">
              <a:extLst>
                <a:ext uri="{FF2B5EF4-FFF2-40B4-BE49-F238E27FC236}">
                  <a16:creationId xmlns:a16="http://schemas.microsoft.com/office/drawing/2014/main" id="{BE7EC08C-11E9-3BDA-042C-62E311B0CF8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9" name="Oval 948">
              <a:extLst>
                <a:ext uri="{FF2B5EF4-FFF2-40B4-BE49-F238E27FC236}">
                  <a16:creationId xmlns:a16="http://schemas.microsoft.com/office/drawing/2014/main" id="{9E93970B-1A57-DA92-4358-0A4861236A6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0" name="Group 949">
            <a:extLst>
              <a:ext uri="{FF2B5EF4-FFF2-40B4-BE49-F238E27FC236}">
                <a16:creationId xmlns:a16="http://schemas.microsoft.com/office/drawing/2014/main" id="{4F595AE8-0D24-F63B-F37C-CE3272E63F71}"/>
              </a:ext>
            </a:extLst>
          </p:cNvPr>
          <p:cNvGrpSpPr/>
          <p:nvPr/>
        </p:nvGrpSpPr>
        <p:grpSpPr>
          <a:xfrm rot="21588307">
            <a:off x="8466695" y="2127332"/>
            <a:ext cx="150955" cy="150955"/>
            <a:chOff x="3354375" y="4234433"/>
            <a:chExt cx="131191" cy="131191"/>
          </a:xfrm>
        </p:grpSpPr>
        <p:sp>
          <p:nvSpPr>
            <p:cNvPr id="951" name="Oval 950">
              <a:extLst>
                <a:ext uri="{FF2B5EF4-FFF2-40B4-BE49-F238E27FC236}">
                  <a16:creationId xmlns:a16="http://schemas.microsoft.com/office/drawing/2014/main" id="{47E354BB-ACFE-F08D-AC71-9F8F761AAC6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2" name="Oval 951">
              <a:extLst>
                <a:ext uri="{FF2B5EF4-FFF2-40B4-BE49-F238E27FC236}">
                  <a16:creationId xmlns:a16="http://schemas.microsoft.com/office/drawing/2014/main" id="{E79FDE1D-1BC2-AC65-C3B0-AA40D0ADE1A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3" name="Group 952">
            <a:extLst>
              <a:ext uri="{FF2B5EF4-FFF2-40B4-BE49-F238E27FC236}">
                <a16:creationId xmlns:a16="http://schemas.microsoft.com/office/drawing/2014/main" id="{849F18DA-0D1D-98B3-BC98-0D27A0FDDC5A}"/>
              </a:ext>
            </a:extLst>
          </p:cNvPr>
          <p:cNvGrpSpPr/>
          <p:nvPr/>
        </p:nvGrpSpPr>
        <p:grpSpPr>
          <a:xfrm rot="21588307">
            <a:off x="8712983" y="2137383"/>
            <a:ext cx="76198" cy="76198"/>
            <a:chOff x="3354375" y="4234433"/>
            <a:chExt cx="131191" cy="131191"/>
          </a:xfrm>
        </p:grpSpPr>
        <p:sp>
          <p:nvSpPr>
            <p:cNvPr id="954" name="Oval 953">
              <a:extLst>
                <a:ext uri="{FF2B5EF4-FFF2-40B4-BE49-F238E27FC236}">
                  <a16:creationId xmlns:a16="http://schemas.microsoft.com/office/drawing/2014/main" id="{F7323E82-8292-8BC0-D2CA-2379F6E4AA3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5" name="Oval 954">
              <a:extLst>
                <a:ext uri="{FF2B5EF4-FFF2-40B4-BE49-F238E27FC236}">
                  <a16:creationId xmlns:a16="http://schemas.microsoft.com/office/drawing/2014/main" id="{E3AF95CC-09E1-9E19-6DAC-4ABC9FDAFB4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6" name="Group 955">
            <a:extLst>
              <a:ext uri="{FF2B5EF4-FFF2-40B4-BE49-F238E27FC236}">
                <a16:creationId xmlns:a16="http://schemas.microsoft.com/office/drawing/2014/main" id="{F6356065-2436-5621-D7D4-8D0E993B74C2}"/>
              </a:ext>
            </a:extLst>
          </p:cNvPr>
          <p:cNvGrpSpPr/>
          <p:nvPr/>
        </p:nvGrpSpPr>
        <p:grpSpPr>
          <a:xfrm rot="21588307">
            <a:off x="8511471" y="2326994"/>
            <a:ext cx="141158" cy="141158"/>
            <a:chOff x="3354375" y="4234433"/>
            <a:chExt cx="131191" cy="131191"/>
          </a:xfrm>
        </p:grpSpPr>
        <p:sp>
          <p:nvSpPr>
            <p:cNvPr id="957" name="Oval 956">
              <a:extLst>
                <a:ext uri="{FF2B5EF4-FFF2-40B4-BE49-F238E27FC236}">
                  <a16:creationId xmlns:a16="http://schemas.microsoft.com/office/drawing/2014/main" id="{8E1530E0-675C-4667-727D-B3F72D35701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8" name="Oval 957">
              <a:extLst>
                <a:ext uri="{FF2B5EF4-FFF2-40B4-BE49-F238E27FC236}">
                  <a16:creationId xmlns:a16="http://schemas.microsoft.com/office/drawing/2014/main" id="{2B36135B-1060-F731-709D-B4D501BEA7E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59" name="Group 958">
            <a:extLst>
              <a:ext uri="{FF2B5EF4-FFF2-40B4-BE49-F238E27FC236}">
                <a16:creationId xmlns:a16="http://schemas.microsoft.com/office/drawing/2014/main" id="{5B11B8F7-F81B-6A56-870C-06C24FFF9951}"/>
              </a:ext>
            </a:extLst>
          </p:cNvPr>
          <p:cNvGrpSpPr/>
          <p:nvPr/>
        </p:nvGrpSpPr>
        <p:grpSpPr>
          <a:xfrm rot="21588307">
            <a:off x="8378154" y="2189021"/>
            <a:ext cx="76198" cy="76198"/>
            <a:chOff x="3354375" y="4234433"/>
            <a:chExt cx="131191" cy="131191"/>
          </a:xfrm>
        </p:grpSpPr>
        <p:sp>
          <p:nvSpPr>
            <p:cNvPr id="960" name="Oval 959">
              <a:extLst>
                <a:ext uri="{FF2B5EF4-FFF2-40B4-BE49-F238E27FC236}">
                  <a16:creationId xmlns:a16="http://schemas.microsoft.com/office/drawing/2014/main" id="{41DDE65B-80A6-F647-C568-89A6D05D3DE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1" name="Oval 960">
              <a:extLst>
                <a:ext uri="{FF2B5EF4-FFF2-40B4-BE49-F238E27FC236}">
                  <a16:creationId xmlns:a16="http://schemas.microsoft.com/office/drawing/2014/main" id="{DF0A9237-59B8-093A-3B26-29016237D2F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62" name="Group 961">
            <a:extLst>
              <a:ext uri="{FF2B5EF4-FFF2-40B4-BE49-F238E27FC236}">
                <a16:creationId xmlns:a16="http://schemas.microsoft.com/office/drawing/2014/main" id="{14DF9D34-7475-83A8-A501-85544B9D24E4}"/>
              </a:ext>
            </a:extLst>
          </p:cNvPr>
          <p:cNvGrpSpPr/>
          <p:nvPr/>
        </p:nvGrpSpPr>
        <p:grpSpPr>
          <a:xfrm rot="21588307">
            <a:off x="9153777" y="2189021"/>
            <a:ext cx="76198" cy="76198"/>
            <a:chOff x="3354375" y="4234433"/>
            <a:chExt cx="131191" cy="131191"/>
          </a:xfrm>
        </p:grpSpPr>
        <p:sp>
          <p:nvSpPr>
            <p:cNvPr id="963" name="Oval 962">
              <a:extLst>
                <a:ext uri="{FF2B5EF4-FFF2-40B4-BE49-F238E27FC236}">
                  <a16:creationId xmlns:a16="http://schemas.microsoft.com/office/drawing/2014/main" id="{4DD679C3-5640-B39D-25C5-FBFEEE5210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4" name="Oval 963">
              <a:extLst>
                <a:ext uri="{FF2B5EF4-FFF2-40B4-BE49-F238E27FC236}">
                  <a16:creationId xmlns:a16="http://schemas.microsoft.com/office/drawing/2014/main" id="{F9F0CEE3-C4D3-E3FA-19C0-49B986EC167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65" name="Group 964">
            <a:extLst>
              <a:ext uri="{FF2B5EF4-FFF2-40B4-BE49-F238E27FC236}">
                <a16:creationId xmlns:a16="http://schemas.microsoft.com/office/drawing/2014/main" id="{0C4C8A8C-EA9E-B5FC-B357-C18A3666EAE3}"/>
              </a:ext>
            </a:extLst>
          </p:cNvPr>
          <p:cNvGrpSpPr/>
          <p:nvPr/>
        </p:nvGrpSpPr>
        <p:grpSpPr>
          <a:xfrm>
            <a:off x="9459907" y="2098039"/>
            <a:ext cx="141158" cy="141158"/>
            <a:chOff x="3354375" y="4234433"/>
            <a:chExt cx="131191" cy="131191"/>
          </a:xfrm>
        </p:grpSpPr>
        <p:sp>
          <p:nvSpPr>
            <p:cNvPr id="966" name="Oval 965">
              <a:extLst>
                <a:ext uri="{FF2B5EF4-FFF2-40B4-BE49-F238E27FC236}">
                  <a16:creationId xmlns:a16="http://schemas.microsoft.com/office/drawing/2014/main" id="{680E2BC2-DA25-22D6-71C9-DE38302583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7" name="Oval 966">
              <a:extLst>
                <a:ext uri="{FF2B5EF4-FFF2-40B4-BE49-F238E27FC236}">
                  <a16:creationId xmlns:a16="http://schemas.microsoft.com/office/drawing/2014/main" id="{7DD6D58D-79C0-7409-3E67-51402C51021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68" name="Group 967">
            <a:extLst>
              <a:ext uri="{FF2B5EF4-FFF2-40B4-BE49-F238E27FC236}">
                <a16:creationId xmlns:a16="http://schemas.microsoft.com/office/drawing/2014/main" id="{2B4335D6-282C-120B-7FDF-72203B8B57A1}"/>
              </a:ext>
            </a:extLst>
          </p:cNvPr>
          <p:cNvGrpSpPr/>
          <p:nvPr/>
        </p:nvGrpSpPr>
        <p:grpSpPr>
          <a:xfrm rot="639845">
            <a:off x="8996867" y="1918858"/>
            <a:ext cx="494283" cy="373376"/>
            <a:chOff x="2668037" y="3745142"/>
            <a:chExt cx="494283" cy="373376"/>
          </a:xfrm>
        </p:grpSpPr>
        <p:grpSp>
          <p:nvGrpSpPr>
            <p:cNvPr id="969" name="Group 968">
              <a:extLst>
                <a:ext uri="{FF2B5EF4-FFF2-40B4-BE49-F238E27FC236}">
                  <a16:creationId xmlns:a16="http://schemas.microsoft.com/office/drawing/2014/main" id="{BBC54423-5119-04B2-CF73-7D8808DE6EC9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983" name="Oval 982">
                <a:extLst>
                  <a:ext uri="{FF2B5EF4-FFF2-40B4-BE49-F238E27FC236}">
                    <a16:creationId xmlns:a16="http://schemas.microsoft.com/office/drawing/2014/main" id="{41379CF2-95D7-E086-4F65-7389F0F0CC84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84" name="Oval 983">
                <a:extLst>
                  <a:ext uri="{FF2B5EF4-FFF2-40B4-BE49-F238E27FC236}">
                    <a16:creationId xmlns:a16="http://schemas.microsoft.com/office/drawing/2014/main" id="{056E53F5-1887-F7FB-DD57-2E03D7303817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970" name="Group 969">
              <a:extLst>
                <a:ext uri="{FF2B5EF4-FFF2-40B4-BE49-F238E27FC236}">
                  <a16:creationId xmlns:a16="http://schemas.microsoft.com/office/drawing/2014/main" id="{E606C893-6104-11AC-25EA-A8F8777C6AB0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971" name="Group 970">
                <a:extLst>
                  <a:ext uri="{FF2B5EF4-FFF2-40B4-BE49-F238E27FC236}">
                    <a16:creationId xmlns:a16="http://schemas.microsoft.com/office/drawing/2014/main" id="{9D0E97D1-7C51-6921-30F0-48E24D146368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981" name="Oval 980">
                  <a:extLst>
                    <a:ext uri="{FF2B5EF4-FFF2-40B4-BE49-F238E27FC236}">
                      <a16:creationId xmlns:a16="http://schemas.microsoft.com/office/drawing/2014/main" id="{C5140040-ED58-41D2-281D-DB8B086D5C84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2" name="Oval 981">
                  <a:extLst>
                    <a:ext uri="{FF2B5EF4-FFF2-40B4-BE49-F238E27FC236}">
                      <a16:creationId xmlns:a16="http://schemas.microsoft.com/office/drawing/2014/main" id="{3EF023A3-7840-B458-267D-86FD572C536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72" name="Group 971">
                <a:extLst>
                  <a:ext uri="{FF2B5EF4-FFF2-40B4-BE49-F238E27FC236}">
                    <a16:creationId xmlns:a16="http://schemas.microsoft.com/office/drawing/2014/main" id="{19D54185-8721-A7CC-6ABF-169189B3477F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979" name="Oval 978">
                  <a:extLst>
                    <a:ext uri="{FF2B5EF4-FFF2-40B4-BE49-F238E27FC236}">
                      <a16:creationId xmlns:a16="http://schemas.microsoft.com/office/drawing/2014/main" id="{814DC8E9-FDA6-058A-615A-349DBD0248D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80" name="Oval 979">
                  <a:extLst>
                    <a:ext uri="{FF2B5EF4-FFF2-40B4-BE49-F238E27FC236}">
                      <a16:creationId xmlns:a16="http://schemas.microsoft.com/office/drawing/2014/main" id="{111DB824-7FC1-0B47-6898-8A4C08C505A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73" name="Group 972">
                <a:extLst>
                  <a:ext uri="{FF2B5EF4-FFF2-40B4-BE49-F238E27FC236}">
                    <a16:creationId xmlns:a16="http://schemas.microsoft.com/office/drawing/2014/main" id="{B7B008EF-C73D-E7BB-999F-FFA506044CF5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977" name="Oval 976">
                  <a:extLst>
                    <a:ext uri="{FF2B5EF4-FFF2-40B4-BE49-F238E27FC236}">
                      <a16:creationId xmlns:a16="http://schemas.microsoft.com/office/drawing/2014/main" id="{5F5EC3C9-5D15-6DE6-D723-B04A70D9EF96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8" name="Oval 977">
                  <a:extLst>
                    <a:ext uri="{FF2B5EF4-FFF2-40B4-BE49-F238E27FC236}">
                      <a16:creationId xmlns:a16="http://schemas.microsoft.com/office/drawing/2014/main" id="{EFD5135F-B4EC-BBED-CEFC-68937A607C95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974" name="Group 973">
                <a:extLst>
                  <a:ext uri="{FF2B5EF4-FFF2-40B4-BE49-F238E27FC236}">
                    <a16:creationId xmlns:a16="http://schemas.microsoft.com/office/drawing/2014/main" id="{7A5B0758-16E9-4180-3CE4-9D130E26636E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975" name="Oval 974">
                  <a:extLst>
                    <a:ext uri="{FF2B5EF4-FFF2-40B4-BE49-F238E27FC236}">
                      <a16:creationId xmlns:a16="http://schemas.microsoft.com/office/drawing/2014/main" id="{F1F536B1-FB23-9EB2-BBFD-2183CC0B9D9C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976" name="Oval 975">
                  <a:extLst>
                    <a:ext uri="{FF2B5EF4-FFF2-40B4-BE49-F238E27FC236}">
                      <a16:creationId xmlns:a16="http://schemas.microsoft.com/office/drawing/2014/main" id="{9822F61E-E208-B2BD-0D0B-56871B80F3C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985" name="Group 984">
            <a:extLst>
              <a:ext uri="{FF2B5EF4-FFF2-40B4-BE49-F238E27FC236}">
                <a16:creationId xmlns:a16="http://schemas.microsoft.com/office/drawing/2014/main" id="{B9F5EB55-2B70-83D7-B6BD-A77E1AD2D813}"/>
              </a:ext>
            </a:extLst>
          </p:cNvPr>
          <p:cNvGrpSpPr/>
          <p:nvPr/>
        </p:nvGrpSpPr>
        <p:grpSpPr>
          <a:xfrm>
            <a:off x="9642790" y="2214547"/>
            <a:ext cx="76198" cy="76198"/>
            <a:chOff x="3354375" y="4234433"/>
            <a:chExt cx="131191" cy="131191"/>
          </a:xfrm>
        </p:grpSpPr>
        <p:sp>
          <p:nvSpPr>
            <p:cNvPr id="986" name="Oval 985">
              <a:extLst>
                <a:ext uri="{FF2B5EF4-FFF2-40B4-BE49-F238E27FC236}">
                  <a16:creationId xmlns:a16="http://schemas.microsoft.com/office/drawing/2014/main" id="{60EC664C-0D39-F5A4-D5F6-BED694F73EF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87" name="Oval 986">
              <a:extLst>
                <a:ext uri="{FF2B5EF4-FFF2-40B4-BE49-F238E27FC236}">
                  <a16:creationId xmlns:a16="http://schemas.microsoft.com/office/drawing/2014/main" id="{BE0D61A9-2AED-93C8-A65C-2379DAC1EB7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8" name="Group 987">
            <a:extLst>
              <a:ext uri="{FF2B5EF4-FFF2-40B4-BE49-F238E27FC236}">
                <a16:creationId xmlns:a16="http://schemas.microsoft.com/office/drawing/2014/main" id="{B3BFFA5A-F0B1-8544-3376-09FB0EA29AC6}"/>
              </a:ext>
            </a:extLst>
          </p:cNvPr>
          <p:cNvGrpSpPr/>
          <p:nvPr/>
        </p:nvGrpSpPr>
        <p:grpSpPr>
          <a:xfrm rot="21588307">
            <a:off x="9307994" y="1628604"/>
            <a:ext cx="150955" cy="150955"/>
            <a:chOff x="3354375" y="4234433"/>
            <a:chExt cx="131191" cy="131191"/>
          </a:xfrm>
        </p:grpSpPr>
        <p:sp>
          <p:nvSpPr>
            <p:cNvPr id="989" name="Oval 988">
              <a:extLst>
                <a:ext uri="{FF2B5EF4-FFF2-40B4-BE49-F238E27FC236}">
                  <a16:creationId xmlns:a16="http://schemas.microsoft.com/office/drawing/2014/main" id="{218874CC-82E3-A07D-F391-3C68A79D483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0" name="Oval 989">
              <a:extLst>
                <a:ext uri="{FF2B5EF4-FFF2-40B4-BE49-F238E27FC236}">
                  <a16:creationId xmlns:a16="http://schemas.microsoft.com/office/drawing/2014/main" id="{02AF1CB2-DDE2-751E-2EA9-10AF25A3DFF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91" name="Group 990">
            <a:extLst>
              <a:ext uri="{FF2B5EF4-FFF2-40B4-BE49-F238E27FC236}">
                <a16:creationId xmlns:a16="http://schemas.microsoft.com/office/drawing/2014/main" id="{5A9FF6E7-E4DF-971F-CF36-11E9D4D6CD37}"/>
              </a:ext>
            </a:extLst>
          </p:cNvPr>
          <p:cNvGrpSpPr/>
          <p:nvPr/>
        </p:nvGrpSpPr>
        <p:grpSpPr>
          <a:xfrm rot="21588307">
            <a:off x="9431132" y="1589272"/>
            <a:ext cx="76198" cy="76198"/>
            <a:chOff x="3354375" y="4234433"/>
            <a:chExt cx="131191" cy="131191"/>
          </a:xfrm>
        </p:grpSpPr>
        <p:sp>
          <p:nvSpPr>
            <p:cNvPr id="992" name="Oval 991">
              <a:extLst>
                <a:ext uri="{FF2B5EF4-FFF2-40B4-BE49-F238E27FC236}">
                  <a16:creationId xmlns:a16="http://schemas.microsoft.com/office/drawing/2014/main" id="{D2A132A7-61F8-CE20-2E28-0EF83692ABD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3" name="Oval 992">
              <a:extLst>
                <a:ext uri="{FF2B5EF4-FFF2-40B4-BE49-F238E27FC236}">
                  <a16:creationId xmlns:a16="http://schemas.microsoft.com/office/drawing/2014/main" id="{1C062F1F-3641-B007-C7CB-8A867EDD102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94" name="Group 993">
            <a:extLst>
              <a:ext uri="{FF2B5EF4-FFF2-40B4-BE49-F238E27FC236}">
                <a16:creationId xmlns:a16="http://schemas.microsoft.com/office/drawing/2014/main" id="{7B680A9E-CB28-B6C3-F2F2-D75434113BB8}"/>
              </a:ext>
            </a:extLst>
          </p:cNvPr>
          <p:cNvGrpSpPr/>
          <p:nvPr/>
        </p:nvGrpSpPr>
        <p:grpSpPr>
          <a:xfrm rot="21588307">
            <a:off x="8610501" y="1827335"/>
            <a:ext cx="141158" cy="141158"/>
            <a:chOff x="3354375" y="4234433"/>
            <a:chExt cx="131191" cy="131191"/>
          </a:xfrm>
        </p:grpSpPr>
        <p:sp>
          <p:nvSpPr>
            <p:cNvPr id="995" name="Oval 994">
              <a:extLst>
                <a:ext uri="{FF2B5EF4-FFF2-40B4-BE49-F238E27FC236}">
                  <a16:creationId xmlns:a16="http://schemas.microsoft.com/office/drawing/2014/main" id="{336EBCF2-DB42-A6A2-0F69-C9348B8B722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6" name="Oval 995">
              <a:extLst>
                <a:ext uri="{FF2B5EF4-FFF2-40B4-BE49-F238E27FC236}">
                  <a16:creationId xmlns:a16="http://schemas.microsoft.com/office/drawing/2014/main" id="{EB5A3F35-B640-C317-1147-B39D8C7D68A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97" name="Group 996">
            <a:extLst>
              <a:ext uri="{FF2B5EF4-FFF2-40B4-BE49-F238E27FC236}">
                <a16:creationId xmlns:a16="http://schemas.microsoft.com/office/drawing/2014/main" id="{91EB04A2-40DA-3443-EF9D-7F3569C56F2A}"/>
              </a:ext>
            </a:extLst>
          </p:cNvPr>
          <p:cNvGrpSpPr/>
          <p:nvPr/>
        </p:nvGrpSpPr>
        <p:grpSpPr>
          <a:xfrm>
            <a:off x="9916745" y="1612920"/>
            <a:ext cx="76198" cy="76198"/>
            <a:chOff x="3354375" y="4234433"/>
            <a:chExt cx="131191" cy="131191"/>
          </a:xfrm>
        </p:grpSpPr>
        <p:sp>
          <p:nvSpPr>
            <p:cNvPr id="998" name="Oval 997">
              <a:extLst>
                <a:ext uri="{FF2B5EF4-FFF2-40B4-BE49-F238E27FC236}">
                  <a16:creationId xmlns:a16="http://schemas.microsoft.com/office/drawing/2014/main" id="{83314B33-A1EC-B866-AE1B-120D567F783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99" name="Oval 998">
              <a:extLst>
                <a:ext uri="{FF2B5EF4-FFF2-40B4-BE49-F238E27FC236}">
                  <a16:creationId xmlns:a16="http://schemas.microsoft.com/office/drawing/2014/main" id="{759CED19-2332-4124-F41A-ABC983B65A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00" name="Group 999">
            <a:extLst>
              <a:ext uri="{FF2B5EF4-FFF2-40B4-BE49-F238E27FC236}">
                <a16:creationId xmlns:a16="http://schemas.microsoft.com/office/drawing/2014/main" id="{A9D4DE44-58C4-F32D-7ADD-DAB1AE674DF8}"/>
              </a:ext>
            </a:extLst>
          </p:cNvPr>
          <p:cNvGrpSpPr/>
          <p:nvPr/>
        </p:nvGrpSpPr>
        <p:grpSpPr>
          <a:xfrm>
            <a:off x="8729118" y="1912125"/>
            <a:ext cx="209043" cy="209043"/>
            <a:chOff x="3354375" y="4234433"/>
            <a:chExt cx="131191" cy="131191"/>
          </a:xfrm>
        </p:grpSpPr>
        <p:sp>
          <p:nvSpPr>
            <p:cNvPr id="1001" name="Oval 1000">
              <a:extLst>
                <a:ext uri="{FF2B5EF4-FFF2-40B4-BE49-F238E27FC236}">
                  <a16:creationId xmlns:a16="http://schemas.microsoft.com/office/drawing/2014/main" id="{1996BE77-6C40-67DA-A3F0-7F1E1BF36DD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2" name="Oval 1001">
              <a:extLst>
                <a:ext uri="{FF2B5EF4-FFF2-40B4-BE49-F238E27FC236}">
                  <a16:creationId xmlns:a16="http://schemas.microsoft.com/office/drawing/2014/main" id="{B1ABCBEF-B784-F576-6920-E5BE0E78CF6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03" name="Group 1002">
            <a:extLst>
              <a:ext uri="{FF2B5EF4-FFF2-40B4-BE49-F238E27FC236}">
                <a16:creationId xmlns:a16="http://schemas.microsoft.com/office/drawing/2014/main" id="{AD3BCA1C-4825-9D9E-A41A-33EC5A63F73D}"/>
              </a:ext>
            </a:extLst>
          </p:cNvPr>
          <p:cNvGrpSpPr/>
          <p:nvPr/>
        </p:nvGrpSpPr>
        <p:grpSpPr>
          <a:xfrm>
            <a:off x="8892616" y="1778365"/>
            <a:ext cx="141158" cy="141158"/>
            <a:chOff x="3354375" y="4234433"/>
            <a:chExt cx="131191" cy="131191"/>
          </a:xfrm>
        </p:grpSpPr>
        <p:sp>
          <p:nvSpPr>
            <p:cNvPr id="1004" name="Oval 1003">
              <a:extLst>
                <a:ext uri="{FF2B5EF4-FFF2-40B4-BE49-F238E27FC236}">
                  <a16:creationId xmlns:a16="http://schemas.microsoft.com/office/drawing/2014/main" id="{07BC1B25-91E2-8D76-5C27-4D1C87E512C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5" name="Oval 1004">
              <a:extLst>
                <a:ext uri="{FF2B5EF4-FFF2-40B4-BE49-F238E27FC236}">
                  <a16:creationId xmlns:a16="http://schemas.microsoft.com/office/drawing/2014/main" id="{4AF32846-88B4-FE47-672C-61E7B77A915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06" name="Group 1005">
            <a:extLst>
              <a:ext uri="{FF2B5EF4-FFF2-40B4-BE49-F238E27FC236}">
                <a16:creationId xmlns:a16="http://schemas.microsoft.com/office/drawing/2014/main" id="{14352506-4FB3-2AA7-AD00-F484B63D5EF6}"/>
              </a:ext>
            </a:extLst>
          </p:cNvPr>
          <p:cNvGrpSpPr/>
          <p:nvPr/>
        </p:nvGrpSpPr>
        <p:grpSpPr>
          <a:xfrm rot="639845">
            <a:off x="9037530" y="1688383"/>
            <a:ext cx="494283" cy="373376"/>
            <a:chOff x="2668037" y="3745142"/>
            <a:chExt cx="494283" cy="373376"/>
          </a:xfrm>
        </p:grpSpPr>
        <p:grpSp>
          <p:nvGrpSpPr>
            <p:cNvPr id="1007" name="Group 1006">
              <a:extLst>
                <a:ext uri="{FF2B5EF4-FFF2-40B4-BE49-F238E27FC236}">
                  <a16:creationId xmlns:a16="http://schemas.microsoft.com/office/drawing/2014/main" id="{80B888EB-DA76-3801-BA0D-79EC5EF13C82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1021" name="Oval 1020">
                <a:extLst>
                  <a:ext uri="{FF2B5EF4-FFF2-40B4-BE49-F238E27FC236}">
                    <a16:creationId xmlns:a16="http://schemas.microsoft.com/office/drawing/2014/main" id="{D3DED2D0-FC54-782E-D7BF-61E5FFFC39CB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022" name="Oval 1021">
                <a:extLst>
                  <a:ext uri="{FF2B5EF4-FFF2-40B4-BE49-F238E27FC236}">
                    <a16:creationId xmlns:a16="http://schemas.microsoft.com/office/drawing/2014/main" id="{0785A5F6-8B76-9ED0-5CFC-2A43A794EC4B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008" name="Group 1007">
              <a:extLst>
                <a:ext uri="{FF2B5EF4-FFF2-40B4-BE49-F238E27FC236}">
                  <a16:creationId xmlns:a16="http://schemas.microsoft.com/office/drawing/2014/main" id="{72BC8C21-B0C2-3A42-0243-034B3BE73550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1009" name="Group 1008">
                <a:extLst>
                  <a:ext uri="{FF2B5EF4-FFF2-40B4-BE49-F238E27FC236}">
                    <a16:creationId xmlns:a16="http://schemas.microsoft.com/office/drawing/2014/main" id="{4CADFC6E-0DD9-866D-856D-2F9DAE9DBFB4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1019" name="Oval 1018">
                  <a:extLst>
                    <a:ext uri="{FF2B5EF4-FFF2-40B4-BE49-F238E27FC236}">
                      <a16:creationId xmlns:a16="http://schemas.microsoft.com/office/drawing/2014/main" id="{642F1BA2-D13B-4A31-8B5B-6815A3243E4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20" name="Oval 1019">
                  <a:extLst>
                    <a:ext uri="{FF2B5EF4-FFF2-40B4-BE49-F238E27FC236}">
                      <a16:creationId xmlns:a16="http://schemas.microsoft.com/office/drawing/2014/main" id="{FEDD7576-973D-E8F2-6CB8-1A082D006F7A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10" name="Group 1009">
                <a:extLst>
                  <a:ext uri="{FF2B5EF4-FFF2-40B4-BE49-F238E27FC236}">
                    <a16:creationId xmlns:a16="http://schemas.microsoft.com/office/drawing/2014/main" id="{312D0321-662D-EF7D-4795-16DF53F3BB53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1017" name="Oval 1016">
                  <a:extLst>
                    <a:ext uri="{FF2B5EF4-FFF2-40B4-BE49-F238E27FC236}">
                      <a16:creationId xmlns:a16="http://schemas.microsoft.com/office/drawing/2014/main" id="{E0544870-F6FE-DAE1-EEFB-89D1C75D56C2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8" name="Oval 1017">
                  <a:extLst>
                    <a:ext uri="{FF2B5EF4-FFF2-40B4-BE49-F238E27FC236}">
                      <a16:creationId xmlns:a16="http://schemas.microsoft.com/office/drawing/2014/main" id="{5C2A0B4A-AECC-2BF1-326D-55E69BEFEAE9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11" name="Group 1010">
                <a:extLst>
                  <a:ext uri="{FF2B5EF4-FFF2-40B4-BE49-F238E27FC236}">
                    <a16:creationId xmlns:a16="http://schemas.microsoft.com/office/drawing/2014/main" id="{23C590BE-C3B4-D889-593C-8C61F58443BB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1015" name="Oval 1014">
                  <a:extLst>
                    <a:ext uri="{FF2B5EF4-FFF2-40B4-BE49-F238E27FC236}">
                      <a16:creationId xmlns:a16="http://schemas.microsoft.com/office/drawing/2014/main" id="{E8B85A36-9A9C-D0FC-9279-6D27D22E02E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6" name="Oval 1015">
                  <a:extLst>
                    <a:ext uri="{FF2B5EF4-FFF2-40B4-BE49-F238E27FC236}">
                      <a16:creationId xmlns:a16="http://schemas.microsoft.com/office/drawing/2014/main" id="{87D4304F-1D22-2E1A-9B28-E1DEF1BFF673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012" name="Group 1011">
                <a:extLst>
                  <a:ext uri="{FF2B5EF4-FFF2-40B4-BE49-F238E27FC236}">
                    <a16:creationId xmlns:a16="http://schemas.microsoft.com/office/drawing/2014/main" id="{BD65757A-8886-7AFE-5228-99A544434553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1013" name="Oval 1012">
                  <a:extLst>
                    <a:ext uri="{FF2B5EF4-FFF2-40B4-BE49-F238E27FC236}">
                      <a16:creationId xmlns:a16="http://schemas.microsoft.com/office/drawing/2014/main" id="{7FDC8183-1F06-8C19-27CE-8430A97AFB58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14" name="Oval 1013">
                  <a:extLst>
                    <a:ext uri="{FF2B5EF4-FFF2-40B4-BE49-F238E27FC236}">
                      <a16:creationId xmlns:a16="http://schemas.microsoft.com/office/drawing/2014/main" id="{95B4FB85-999E-092F-16CB-15FC689E4E1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1023" name="Group 1022">
            <a:extLst>
              <a:ext uri="{FF2B5EF4-FFF2-40B4-BE49-F238E27FC236}">
                <a16:creationId xmlns:a16="http://schemas.microsoft.com/office/drawing/2014/main" id="{0BC0C6F2-0F1D-A34C-52A5-46F913D44DEC}"/>
              </a:ext>
            </a:extLst>
          </p:cNvPr>
          <p:cNvGrpSpPr/>
          <p:nvPr/>
        </p:nvGrpSpPr>
        <p:grpSpPr>
          <a:xfrm>
            <a:off x="8974058" y="1984073"/>
            <a:ext cx="76198" cy="76198"/>
            <a:chOff x="3354375" y="4234433"/>
            <a:chExt cx="131191" cy="131191"/>
          </a:xfrm>
        </p:grpSpPr>
        <p:sp>
          <p:nvSpPr>
            <p:cNvPr id="1024" name="Oval 1023">
              <a:extLst>
                <a:ext uri="{FF2B5EF4-FFF2-40B4-BE49-F238E27FC236}">
                  <a16:creationId xmlns:a16="http://schemas.microsoft.com/office/drawing/2014/main" id="{0DBAA8DD-EF2E-D7EF-D141-2ADD025ADF0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5" name="Oval 1024">
              <a:extLst>
                <a:ext uri="{FF2B5EF4-FFF2-40B4-BE49-F238E27FC236}">
                  <a16:creationId xmlns:a16="http://schemas.microsoft.com/office/drawing/2014/main" id="{FF78A9AD-008D-D7F3-CB73-2F4B6B5F527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26" name="Group 1025">
            <a:extLst>
              <a:ext uri="{FF2B5EF4-FFF2-40B4-BE49-F238E27FC236}">
                <a16:creationId xmlns:a16="http://schemas.microsoft.com/office/drawing/2014/main" id="{3BC84ED0-82FA-1995-C31F-8E93631BB9A7}"/>
              </a:ext>
            </a:extLst>
          </p:cNvPr>
          <p:cNvGrpSpPr/>
          <p:nvPr/>
        </p:nvGrpSpPr>
        <p:grpSpPr>
          <a:xfrm>
            <a:off x="9853834" y="1742775"/>
            <a:ext cx="141158" cy="141158"/>
            <a:chOff x="3354375" y="4234433"/>
            <a:chExt cx="131191" cy="131191"/>
          </a:xfrm>
        </p:grpSpPr>
        <p:sp>
          <p:nvSpPr>
            <p:cNvPr id="1027" name="Oval 1026">
              <a:extLst>
                <a:ext uri="{FF2B5EF4-FFF2-40B4-BE49-F238E27FC236}">
                  <a16:creationId xmlns:a16="http://schemas.microsoft.com/office/drawing/2014/main" id="{288C1E8D-1F9B-1EFC-7D76-F3E7D52A57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8" name="Oval 1027">
              <a:extLst>
                <a:ext uri="{FF2B5EF4-FFF2-40B4-BE49-F238E27FC236}">
                  <a16:creationId xmlns:a16="http://schemas.microsoft.com/office/drawing/2014/main" id="{9B22BFAA-9E85-EB3B-1702-B6E350E6318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29" name="Group 1028">
            <a:extLst>
              <a:ext uri="{FF2B5EF4-FFF2-40B4-BE49-F238E27FC236}">
                <a16:creationId xmlns:a16="http://schemas.microsoft.com/office/drawing/2014/main" id="{348BF23A-C8EE-451B-60D9-90C489D7E468}"/>
              </a:ext>
            </a:extLst>
          </p:cNvPr>
          <p:cNvGrpSpPr/>
          <p:nvPr/>
        </p:nvGrpSpPr>
        <p:grpSpPr>
          <a:xfrm rot="639845">
            <a:off x="9649092" y="1814754"/>
            <a:ext cx="209043" cy="209043"/>
            <a:chOff x="3354375" y="4234433"/>
            <a:chExt cx="131191" cy="131191"/>
          </a:xfrm>
        </p:grpSpPr>
        <p:sp>
          <p:nvSpPr>
            <p:cNvPr id="1030" name="Oval 1029">
              <a:extLst>
                <a:ext uri="{FF2B5EF4-FFF2-40B4-BE49-F238E27FC236}">
                  <a16:creationId xmlns:a16="http://schemas.microsoft.com/office/drawing/2014/main" id="{18F9709A-94C8-6153-7A32-5D475958F30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1" name="Oval 1030">
              <a:extLst>
                <a:ext uri="{FF2B5EF4-FFF2-40B4-BE49-F238E27FC236}">
                  <a16:creationId xmlns:a16="http://schemas.microsoft.com/office/drawing/2014/main" id="{46AABD87-D0A1-858F-A982-5DE2FB571E9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957279B0-DC4D-3F74-04E1-FE3F45085D4F}"/>
              </a:ext>
            </a:extLst>
          </p:cNvPr>
          <p:cNvGrpSpPr/>
          <p:nvPr/>
        </p:nvGrpSpPr>
        <p:grpSpPr>
          <a:xfrm rot="21588307">
            <a:off x="9473768" y="1743030"/>
            <a:ext cx="150955" cy="150955"/>
            <a:chOff x="3354375" y="4234433"/>
            <a:chExt cx="131191" cy="131191"/>
          </a:xfrm>
        </p:grpSpPr>
        <p:sp>
          <p:nvSpPr>
            <p:cNvPr id="1033" name="Oval 1032">
              <a:extLst>
                <a:ext uri="{FF2B5EF4-FFF2-40B4-BE49-F238E27FC236}">
                  <a16:creationId xmlns:a16="http://schemas.microsoft.com/office/drawing/2014/main" id="{7AB7B30B-F8C4-6305-D3C9-4DAF692A30D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4" name="Oval 1033">
              <a:extLst>
                <a:ext uri="{FF2B5EF4-FFF2-40B4-BE49-F238E27FC236}">
                  <a16:creationId xmlns:a16="http://schemas.microsoft.com/office/drawing/2014/main" id="{35DD8DE5-82DC-E7DC-2DF9-881A6C9F090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F2587D01-28AA-B9E8-3C65-5D4C7925F4D1}"/>
              </a:ext>
            </a:extLst>
          </p:cNvPr>
          <p:cNvGrpSpPr/>
          <p:nvPr/>
        </p:nvGrpSpPr>
        <p:grpSpPr>
          <a:xfrm rot="21588307">
            <a:off x="9720056" y="1753081"/>
            <a:ext cx="76198" cy="76198"/>
            <a:chOff x="3354375" y="4234433"/>
            <a:chExt cx="131191" cy="131191"/>
          </a:xfrm>
        </p:grpSpPr>
        <p:sp>
          <p:nvSpPr>
            <p:cNvPr id="1036" name="Oval 1035">
              <a:extLst>
                <a:ext uri="{FF2B5EF4-FFF2-40B4-BE49-F238E27FC236}">
                  <a16:creationId xmlns:a16="http://schemas.microsoft.com/office/drawing/2014/main" id="{DC3E756C-10EE-0624-4B28-E362D348E7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7" name="Oval 1036">
              <a:extLst>
                <a:ext uri="{FF2B5EF4-FFF2-40B4-BE49-F238E27FC236}">
                  <a16:creationId xmlns:a16="http://schemas.microsoft.com/office/drawing/2014/main" id="{DCFF180F-D124-BD3A-F0F7-486CB8566C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F8D29C38-0B71-0CF9-1D96-4066E1831DEE}"/>
              </a:ext>
            </a:extLst>
          </p:cNvPr>
          <p:cNvGrpSpPr/>
          <p:nvPr/>
        </p:nvGrpSpPr>
        <p:grpSpPr>
          <a:xfrm rot="21588307">
            <a:off x="9518544" y="1942692"/>
            <a:ext cx="141158" cy="141158"/>
            <a:chOff x="3354375" y="4234433"/>
            <a:chExt cx="131191" cy="131191"/>
          </a:xfrm>
        </p:grpSpPr>
        <p:sp>
          <p:nvSpPr>
            <p:cNvPr id="1039" name="Oval 1038">
              <a:extLst>
                <a:ext uri="{FF2B5EF4-FFF2-40B4-BE49-F238E27FC236}">
                  <a16:creationId xmlns:a16="http://schemas.microsoft.com/office/drawing/2014/main" id="{C86A5F02-1445-F8BC-DC10-04AB64D5245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0" name="Oval 1039">
              <a:extLst>
                <a:ext uri="{FF2B5EF4-FFF2-40B4-BE49-F238E27FC236}">
                  <a16:creationId xmlns:a16="http://schemas.microsoft.com/office/drawing/2014/main" id="{4AB95AF6-02BA-EDD1-EAB8-264EC65D56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DE0DB0A1-493D-160E-F57A-7A1EE90D14D5}"/>
              </a:ext>
            </a:extLst>
          </p:cNvPr>
          <p:cNvGrpSpPr/>
          <p:nvPr/>
        </p:nvGrpSpPr>
        <p:grpSpPr>
          <a:xfrm rot="21588307">
            <a:off x="9385227" y="1804719"/>
            <a:ext cx="76198" cy="76198"/>
            <a:chOff x="3354375" y="4234433"/>
            <a:chExt cx="131191" cy="131191"/>
          </a:xfrm>
        </p:grpSpPr>
        <p:sp>
          <p:nvSpPr>
            <p:cNvPr id="1042" name="Oval 1041">
              <a:extLst>
                <a:ext uri="{FF2B5EF4-FFF2-40B4-BE49-F238E27FC236}">
                  <a16:creationId xmlns:a16="http://schemas.microsoft.com/office/drawing/2014/main" id="{15F7DF0B-1A1D-D6FD-256B-8680EC9E0C7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3" name="Oval 1042">
              <a:extLst>
                <a:ext uri="{FF2B5EF4-FFF2-40B4-BE49-F238E27FC236}">
                  <a16:creationId xmlns:a16="http://schemas.microsoft.com/office/drawing/2014/main" id="{57AC0BD5-483C-90EC-B787-E1ACF7B31C6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4" name="Group 1043">
            <a:extLst>
              <a:ext uri="{FF2B5EF4-FFF2-40B4-BE49-F238E27FC236}">
                <a16:creationId xmlns:a16="http://schemas.microsoft.com/office/drawing/2014/main" id="{BB4A4E64-5788-5BF3-5B12-786AE24DBCE4}"/>
              </a:ext>
            </a:extLst>
          </p:cNvPr>
          <p:cNvGrpSpPr/>
          <p:nvPr/>
        </p:nvGrpSpPr>
        <p:grpSpPr>
          <a:xfrm>
            <a:off x="9674908" y="2051608"/>
            <a:ext cx="209043" cy="209043"/>
            <a:chOff x="3354375" y="4234433"/>
            <a:chExt cx="131191" cy="131191"/>
          </a:xfrm>
        </p:grpSpPr>
        <p:sp>
          <p:nvSpPr>
            <p:cNvPr id="1045" name="Oval 1044">
              <a:extLst>
                <a:ext uri="{FF2B5EF4-FFF2-40B4-BE49-F238E27FC236}">
                  <a16:creationId xmlns:a16="http://schemas.microsoft.com/office/drawing/2014/main" id="{BCBB426C-17DC-269D-D5EA-8EAE0942C4F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6" name="Oval 1045">
              <a:extLst>
                <a:ext uri="{FF2B5EF4-FFF2-40B4-BE49-F238E27FC236}">
                  <a16:creationId xmlns:a16="http://schemas.microsoft.com/office/drawing/2014/main" id="{9424BB53-A779-1B18-BF45-F740F279A08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47" name="Group 1046">
            <a:extLst>
              <a:ext uri="{FF2B5EF4-FFF2-40B4-BE49-F238E27FC236}">
                <a16:creationId xmlns:a16="http://schemas.microsoft.com/office/drawing/2014/main" id="{766A3A0F-A8C3-0AA6-2D34-FEE44C291811}"/>
              </a:ext>
            </a:extLst>
          </p:cNvPr>
          <p:cNvGrpSpPr/>
          <p:nvPr/>
        </p:nvGrpSpPr>
        <p:grpSpPr>
          <a:xfrm>
            <a:off x="9473733" y="2239696"/>
            <a:ext cx="141158" cy="141158"/>
            <a:chOff x="3354375" y="4234433"/>
            <a:chExt cx="131191" cy="131191"/>
          </a:xfrm>
        </p:grpSpPr>
        <p:sp>
          <p:nvSpPr>
            <p:cNvPr id="1048" name="Oval 1047">
              <a:extLst>
                <a:ext uri="{FF2B5EF4-FFF2-40B4-BE49-F238E27FC236}">
                  <a16:creationId xmlns:a16="http://schemas.microsoft.com/office/drawing/2014/main" id="{2EB1358E-BF96-48BC-7FCF-FB46B679A69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9" name="Oval 1048">
              <a:extLst>
                <a:ext uri="{FF2B5EF4-FFF2-40B4-BE49-F238E27FC236}">
                  <a16:creationId xmlns:a16="http://schemas.microsoft.com/office/drawing/2014/main" id="{6C483D6E-EBEA-B88B-C51F-A8648A1EE3E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0" name="Group 1049">
            <a:extLst>
              <a:ext uri="{FF2B5EF4-FFF2-40B4-BE49-F238E27FC236}">
                <a16:creationId xmlns:a16="http://schemas.microsoft.com/office/drawing/2014/main" id="{43FEB001-CB59-B184-961F-24556284765F}"/>
              </a:ext>
            </a:extLst>
          </p:cNvPr>
          <p:cNvGrpSpPr/>
          <p:nvPr/>
        </p:nvGrpSpPr>
        <p:grpSpPr>
          <a:xfrm>
            <a:off x="9292251" y="2333597"/>
            <a:ext cx="117664" cy="117664"/>
            <a:chOff x="3354375" y="4234433"/>
            <a:chExt cx="131191" cy="131191"/>
          </a:xfrm>
        </p:grpSpPr>
        <p:sp>
          <p:nvSpPr>
            <p:cNvPr id="1051" name="Oval 1050">
              <a:extLst>
                <a:ext uri="{FF2B5EF4-FFF2-40B4-BE49-F238E27FC236}">
                  <a16:creationId xmlns:a16="http://schemas.microsoft.com/office/drawing/2014/main" id="{0C717C2F-FF3C-51AA-A3A6-824654D4FCA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2" name="Oval 1051">
              <a:extLst>
                <a:ext uri="{FF2B5EF4-FFF2-40B4-BE49-F238E27FC236}">
                  <a16:creationId xmlns:a16="http://schemas.microsoft.com/office/drawing/2014/main" id="{255544CC-A593-6822-06D6-67328276C73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61B84C62-1150-7E22-030F-68EF6BAE2B61}"/>
              </a:ext>
            </a:extLst>
          </p:cNvPr>
          <p:cNvGrpSpPr/>
          <p:nvPr/>
        </p:nvGrpSpPr>
        <p:grpSpPr>
          <a:xfrm rot="639845">
            <a:off x="7750262" y="2381600"/>
            <a:ext cx="209043" cy="209043"/>
            <a:chOff x="3354375" y="4234433"/>
            <a:chExt cx="131191" cy="131191"/>
          </a:xfrm>
        </p:grpSpPr>
        <p:sp>
          <p:nvSpPr>
            <p:cNvPr id="1054" name="Oval 1053">
              <a:extLst>
                <a:ext uri="{FF2B5EF4-FFF2-40B4-BE49-F238E27FC236}">
                  <a16:creationId xmlns:a16="http://schemas.microsoft.com/office/drawing/2014/main" id="{F801B967-E86C-BE8D-EE36-9A17FEEA9C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5" name="Oval 1054">
              <a:extLst>
                <a:ext uri="{FF2B5EF4-FFF2-40B4-BE49-F238E27FC236}">
                  <a16:creationId xmlns:a16="http://schemas.microsoft.com/office/drawing/2014/main" id="{E785A9BD-1E6D-6772-BBF5-222863ABCD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6" name="Group 1055">
            <a:extLst>
              <a:ext uri="{FF2B5EF4-FFF2-40B4-BE49-F238E27FC236}">
                <a16:creationId xmlns:a16="http://schemas.microsoft.com/office/drawing/2014/main" id="{DD440F17-20B0-DFD5-CB3B-5249574F3968}"/>
              </a:ext>
            </a:extLst>
          </p:cNvPr>
          <p:cNvGrpSpPr/>
          <p:nvPr/>
        </p:nvGrpSpPr>
        <p:grpSpPr>
          <a:xfrm rot="21588307">
            <a:off x="7944605" y="2512956"/>
            <a:ext cx="150955" cy="150955"/>
            <a:chOff x="3354375" y="4234433"/>
            <a:chExt cx="131191" cy="131191"/>
          </a:xfrm>
        </p:grpSpPr>
        <p:sp>
          <p:nvSpPr>
            <p:cNvPr id="1057" name="Oval 1056">
              <a:extLst>
                <a:ext uri="{FF2B5EF4-FFF2-40B4-BE49-F238E27FC236}">
                  <a16:creationId xmlns:a16="http://schemas.microsoft.com/office/drawing/2014/main" id="{F2793F44-E92F-385B-89A7-9A9778C47AF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8" name="Oval 1057">
              <a:extLst>
                <a:ext uri="{FF2B5EF4-FFF2-40B4-BE49-F238E27FC236}">
                  <a16:creationId xmlns:a16="http://schemas.microsoft.com/office/drawing/2014/main" id="{84A7D29B-1370-F8A6-851A-B487CBE2373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59" name="Group 1058">
            <a:extLst>
              <a:ext uri="{FF2B5EF4-FFF2-40B4-BE49-F238E27FC236}">
                <a16:creationId xmlns:a16="http://schemas.microsoft.com/office/drawing/2014/main" id="{B1CBDB10-045F-D20D-39E6-E3492475FD33}"/>
              </a:ext>
            </a:extLst>
          </p:cNvPr>
          <p:cNvGrpSpPr/>
          <p:nvPr/>
        </p:nvGrpSpPr>
        <p:grpSpPr>
          <a:xfrm rot="21588307">
            <a:off x="8383321" y="2485652"/>
            <a:ext cx="76198" cy="76198"/>
            <a:chOff x="3354375" y="4234433"/>
            <a:chExt cx="131191" cy="131191"/>
          </a:xfrm>
        </p:grpSpPr>
        <p:sp>
          <p:nvSpPr>
            <p:cNvPr id="1060" name="Oval 1059">
              <a:extLst>
                <a:ext uri="{FF2B5EF4-FFF2-40B4-BE49-F238E27FC236}">
                  <a16:creationId xmlns:a16="http://schemas.microsoft.com/office/drawing/2014/main" id="{85A2F836-5D63-C821-CA63-14F8DD7E877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1" name="Oval 1060">
              <a:extLst>
                <a:ext uri="{FF2B5EF4-FFF2-40B4-BE49-F238E27FC236}">
                  <a16:creationId xmlns:a16="http://schemas.microsoft.com/office/drawing/2014/main" id="{799CB909-3BBF-D39C-92D3-930545412E8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62" name="Group 1061">
            <a:extLst>
              <a:ext uri="{FF2B5EF4-FFF2-40B4-BE49-F238E27FC236}">
                <a16:creationId xmlns:a16="http://schemas.microsoft.com/office/drawing/2014/main" id="{D27B7485-F86B-BAF6-3435-2308C1D3CB7E}"/>
              </a:ext>
            </a:extLst>
          </p:cNvPr>
          <p:cNvGrpSpPr/>
          <p:nvPr/>
        </p:nvGrpSpPr>
        <p:grpSpPr>
          <a:xfrm rot="21588307">
            <a:off x="7538688" y="2420790"/>
            <a:ext cx="141158" cy="141158"/>
            <a:chOff x="3354375" y="4234433"/>
            <a:chExt cx="131191" cy="131191"/>
          </a:xfrm>
        </p:grpSpPr>
        <p:sp>
          <p:nvSpPr>
            <p:cNvPr id="1063" name="Oval 1062">
              <a:extLst>
                <a:ext uri="{FF2B5EF4-FFF2-40B4-BE49-F238E27FC236}">
                  <a16:creationId xmlns:a16="http://schemas.microsoft.com/office/drawing/2014/main" id="{E88498C7-943D-E288-F4B1-647F7891C3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4" name="Oval 1063">
              <a:extLst>
                <a:ext uri="{FF2B5EF4-FFF2-40B4-BE49-F238E27FC236}">
                  <a16:creationId xmlns:a16="http://schemas.microsoft.com/office/drawing/2014/main" id="{A9C25612-5D42-D92B-A211-59FDD60D51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65" name="Group 1064">
            <a:extLst>
              <a:ext uri="{FF2B5EF4-FFF2-40B4-BE49-F238E27FC236}">
                <a16:creationId xmlns:a16="http://schemas.microsoft.com/office/drawing/2014/main" id="{090B24F1-8967-73F9-4119-69202CBC315F}"/>
              </a:ext>
            </a:extLst>
          </p:cNvPr>
          <p:cNvGrpSpPr/>
          <p:nvPr/>
        </p:nvGrpSpPr>
        <p:grpSpPr>
          <a:xfrm rot="21588307">
            <a:off x="8650204" y="2413499"/>
            <a:ext cx="76198" cy="76198"/>
            <a:chOff x="3354375" y="4234433"/>
            <a:chExt cx="131191" cy="131191"/>
          </a:xfrm>
        </p:grpSpPr>
        <p:sp>
          <p:nvSpPr>
            <p:cNvPr id="1066" name="Oval 1065">
              <a:extLst>
                <a:ext uri="{FF2B5EF4-FFF2-40B4-BE49-F238E27FC236}">
                  <a16:creationId xmlns:a16="http://schemas.microsoft.com/office/drawing/2014/main" id="{7941CFA9-E5C4-E35E-4129-309CDC6BC2B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7" name="Oval 1066">
              <a:extLst>
                <a:ext uri="{FF2B5EF4-FFF2-40B4-BE49-F238E27FC236}">
                  <a16:creationId xmlns:a16="http://schemas.microsoft.com/office/drawing/2014/main" id="{DC56FFE8-EBFA-CD9A-EF0B-8336D8CB6AF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68" name="Group 1067">
            <a:extLst>
              <a:ext uri="{FF2B5EF4-FFF2-40B4-BE49-F238E27FC236}">
                <a16:creationId xmlns:a16="http://schemas.microsoft.com/office/drawing/2014/main" id="{1F633EA8-4E53-63D7-DB1E-D60663E10D66}"/>
              </a:ext>
            </a:extLst>
          </p:cNvPr>
          <p:cNvGrpSpPr/>
          <p:nvPr/>
        </p:nvGrpSpPr>
        <p:grpSpPr>
          <a:xfrm rot="21588307">
            <a:off x="7646713" y="2006842"/>
            <a:ext cx="150955" cy="150955"/>
            <a:chOff x="3354375" y="4234433"/>
            <a:chExt cx="131191" cy="131191"/>
          </a:xfrm>
        </p:grpSpPr>
        <p:sp>
          <p:nvSpPr>
            <p:cNvPr id="1069" name="Oval 1068">
              <a:extLst>
                <a:ext uri="{FF2B5EF4-FFF2-40B4-BE49-F238E27FC236}">
                  <a16:creationId xmlns:a16="http://schemas.microsoft.com/office/drawing/2014/main" id="{F28FA44F-06CA-6548-9D17-6A5D9CC86A3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0" name="Oval 1069">
              <a:extLst>
                <a:ext uri="{FF2B5EF4-FFF2-40B4-BE49-F238E27FC236}">
                  <a16:creationId xmlns:a16="http://schemas.microsoft.com/office/drawing/2014/main" id="{E2E6C2CC-4AAD-361D-4B49-8C3AF940A2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71" name="Group 1070">
            <a:extLst>
              <a:ext uri="{FF2B5EF4-FFF2-40B4-BE49-F238E27FC236}">
                <a16:creationId xmlns:a16="http://schemas.microsoft.com/office/drawing/2014/main" id="{976468C1-107E-8495-9709-5272B50F06D0}"/>
              </a:ext>
            </a:extLst>
          </p:cNvPr>
          <p:cNvGrpSpPr/>
          <p:nvPr/>
        </p:nvGrpSpPr>
        <p:grpSpPr>
          <a:xfrm rot="21588307">
            <a:off x="8548785" y="1985101"/>
            <a:ext cx="150955" cy="150955"/>
            <a:chOff x="3354375" y="4234433"/>
            <a:chExt cx="131191" cy="131191"/>
          </a:xfrm>
        </p:grpSpPr>
        <p:sp>
          <p:nvSpPr>
            <p:cNvPr id="1072" name="Oval 1071">
              <a:extLst>
                <a:ext uri="{FF2B5EF4-FFF2-40B4-BE49-F238E27FC236}">
                  <a16:creationId xmlns:a16="http://schemas.microsoft.com/office/drawing/2014/main" id="{7F39C743-FE30-5BFC-47D1-35A606030C5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073" name="Oval 1072">
              <a:extLst>
                <a:ext uri="{FF2B5EF4-FFF2-40B4-BE49-F238E27FC236}">
                  <a16:creationId xmlns:a16="http://schemas.microsoft.com/office/drawing/2014/main" id="{5E5E35C3-1085-65F5-97DD-DBC3609BD4E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B60FC9EF-9FC9-5687-2E1F-E58C4AE5C6EF}"/>
              </a:ext>
            </a:extLst>
          </p:cNvPr>
          <p:cNvGrpSpPr/>
          <p:nvPr/>
        </p:nvGrpSpPr>
        <p:grpSpPr>
          <a:xfrm>
            <a:off x="7960485" y="1976262"/>
            <a:ext cx="209043" cy="209043"/>
            <a:chOff x="3354375" y="4234433"/>
            <a:chExt cx="131191" cy="131191"/>
          </a:xfrm>
        </p:grpSpPr>
        <p:sp>
          <p:nvSpPr>
            <p:cNvPr id="1075" name="Oval 1074">
              <a:extLst>
                <a:ext uri="{FF2B5EF4-FFF2-40B4-BE49-F238E27FC236}">
                  <a16:creationId xmlns:a16="http://schemas.microsoft.com/office/drawing/2014/main" id="{70CFF27B-46D7-3347-9DEC-046D7FBFAC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6" name="Oval 1075">
              <a:extLst>
                <a:ext uri="{FF2B5EF4-FFF2-40B4-BE49-F238E27FC236}">
                  <a16:creationId xmlns:a16="http://schemas.microsoft.com/office/drawing/2014/main" id="{6EDC13A9-34E3-DF40-796E-314A35EB9D8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E769970E-8BDA-C7F8-29F1-A28878DDECF3}"/>
              </a:ext>
            </a:extLst>
          </p:cNvPr>
          <p:cNvGrpSpPr/>
          <p:nvPr/>
        </p:nvGrpSpPr>
        <p:grpSpPr>
          <a:xfrm>
            <a:off x="8023168" y="1767495"/>
            <a:ext cx="209043" cy="209043"/>
            <a:chOff x="3354375" y="4234433"/>
            <a:chExt cx="131191" cy="131191"/>
          </a:xfrm>
        </p:grpSpPr>
        <p:sp>
          <p:nvSpPr>
            <p:cNvPr id="1078" name="Oval 1077">
              <a:extLst>
                <a:ext uri="{FF2B5EF4-FFF2-40B4-BE49-F238E27FC236}">
                  <a16:creationId xmlns:a16="http://schemas.microsoft.com/office/drawing/2014/main" id="{A5F698B1-0DE5-B358-F797-98237D33BE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9" name="Oval 1078">
              <a:extLst>
                <a:ext uri="{FF2B5EF4-FFF2-40B4-BE49-F238E27FC236}">
                  <a16:creationId xmlns:a16="http://schemas.microsoft.com/office/drawing/2014/main" id="{F50DFD6B-9F16-6EC9-F645-5C246F309F4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A08F33DB-5DCD-754F-B233-24FBBF9B5155}"/>
              </a:ext>
            </a:extLst>
          </p:cNvPr>
          <p:cNvGrpSpPr/>
          <p:nvPr/>
        </p:nvGrpSpPr>
        <p:grpSpPr>
          <a:xfrm>
            <a:off x="2789255" y="2575743"/>
            <a:ext cx="209043" cy="209043"/>
            <a:chOff x="3354375" y="4234433"/>
            <a:chExt cx="131191" cy="131191"/>
          </a:xfrm>
        </p:grpSpPr>
        <p:sp>
          <p:nvSpPr>
            <p:cNvPr id="1081" name="Oval 1080">
              <a:extLst>
                <a:ext uri="{FF2B5EF4-FFF2-40B4-BE49-F238E27FC236}">
                  <a16:creationId xmlns:a16="http://schemas.microsoft.com/office/drawing/2014/main" id="{F10B0CE5-9004-46C8-E059-056A930029A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2" name="Oval 1081">
              <a:extLst>
                <a:ext uri="{FF2B5EF4-FFF2-40B4-BE49-F238E27FC236}">
                  <a16:creationId xmlns:a16="http://schemas.microsoft.com/office/drawing/2014/main" id="{62F4626E-102F-BBC6-B626-50923329959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DB2EF4ED-62C9-F822-8E6E-3BA4A7E22857}"/>
              </a:ext>
            </a:extLst>
          </p:cNvPr>
          <p:cNvGrpSpPr/>
          <p:nvPr/>
        </p:nvGrpSpPr>
        <p:grpSpPr>
          <a:xfrm>
            <a:off x="2332322" y="2851332"/>
            <a:ext cx="141158" cy="141158"/>
            <a:chOff x="3354375" y="4234433"/>
            <a:chExt cx="131191" cy="131191"/>
          </a:xfrm>
        </p:grpSpPr>
        <p:sp>
          <p:nvSpPr>
            <p:cNvPr id="1084" name="Oval 1083">
              <a:extLst>
                <a:ext uri="{FF2B5EF4-FFF2-40B4-BE49-F238E27FC236}">
                  <a16:creationId xmlns:a16="http://schemas.microsoft.com/office/drawing/2014/main" id="{2A63C414-34FA-8DC5-569E-894E05044B0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5" name="Oval 1084">
              <a:extLst>
                <a:ext uri="{FF2B5EF4-FFF2-40B4-BE49-F238E27FC236}">
                  <a16:creationId xmlns:a16="http://schemas.microsoft.com/office/drawing/2014/main" id="{022C2F42-B8F1-012A-D4AB-CDE3416DC89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02C20AA4-61D4-074C-9067-ED2C584EF2E0}"/>
              </a:ext>
            </a:extLst>
          </p:cNvPr>
          <p:cNvGrpSpPr/>
          <p:nvPr/>
        </p:nvGrpSpPr>
        <p:grpSpPr>
          <a:xfrm>
            <a:off x="2477939" y="2962671"/>
            <a:ext cx="76198" cy="76198"/>
            <a:chOff x="3354375" y="4234433"/>
            <a:chExt cx="131191" cy="131191"/>
          </a:xfrm>
        </p:grpSpPr>
        <p:sp>
          <p:nvSpPr>
            <p:cNvPr id="1087" name="Oval 1086">
              <a:extLst>
                <a:ext uri="{FF2B5EF4-FFF2-40B4-BE49-F238E27FC236}">
                  <a16:creationId xmlns:a16="http://schemas.microsoft.com/office/drawing/2014/main" id="{70C39A18-AB64-20EA-4935-D6EA33C8FE5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8" name="Oval 1087">
              <a:extLst>
                <a:ext uri="{FF2B5EF4-FFF2-40B4-BE49-F238E27FC236}">
                  <a16:creationId xmlns:a16="http://schemas.microsoft.com/office/drawing/2014/main" id="{8913027A-407E-020F-F1A3-073901BC2D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89" name="Group 1088">
            <a:extLst>
              <a:ext uri="{FF2B5EF4-FFF2-40B4-BE49-F238E27FC236}">
                <a16:creationId xmlns:a16="http://schemas.microsoft.com/office/drawing/2014/main" id="{56F195C8-F8D5-704C-AEC9-3809207AC6BE}"/>
              </a:ext>
            </a:extLst>
          </p:cNvPr>
          <p:cNvGrpSpPr/>
          <p:nvPr/>
        </p:nvGrpSpPr>
        <p:grpSpPr>
          <a:xfrm>
            <a:off x="3357715" y="2721373"/>
            <a:ext cx="141158" cy="141158"/>
            <a:chOff x="3354375" y="4234433"/>
            <a:chExt cx="131191" cy="131191"/>
          </a:xfrm>
        </p:grpSpPr>
        <p:sp>
          <p:nvSpPr>
            <p:cNvPr id="1090" name="Oval 1089">
              <a:extLst>
                <a:ext uri="{FF2B5EF4-FFF2-40B4-BE49-F238E27FC236}">
                  <a16:creationId xmlns:a16="http://schemas.microsoft.com/office/drawing/2014/main" id="{BB97021A-0D27-636D-B8A2-FF5EB656510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1" name="Oval 1090">
              <a:extLst>
                <a:ext uri="{FF2B5EF4-FFF2-40B4-BE49-F238E27FC236}">
                  <a16:creationId xmlns:a16="http://schemas.microsoft.com/office/drawing/2014/main" id="{BC95B317-5743-206F-9CF5-0E68EB03A84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092" name="Group 1091">
            <a:extLst>
              <a:ext uri="{FF2B5EF4-FFF2-40B4-BE49-F238E27FC236}">
                <a16:creationId xmlns:a16="http://schemas.microsoft.com/office/drawing/2014/main" id="{C9D398E5-189D-A3DB-1C90-318F865D040F}"/>
              </a:ext>
            </a:extLst>
          </p:cNvPr>
          <p:cNvGrpSpPr/>
          <p:nvPr/>
        </p:nvGrpSpPr>
        <p:grpSpPr>
          <a:xfrm rot="639845">
            <a:off x="3165793" y="2812401"/>
            <a:ext cx="209043" cy="209043"/>
            <a:chOff x="3354375" y="4234433"/>
            <a:chExt cx="131191" cy="131191"/>
          </a:xfrm>
        </p:grpSpPr>
        <p:sp>
          <p:nvSpPr>
            <p:cNvPr id="1093" name="Oval 1092">
              <a:extLst>
                <a:ext uri="{FF2B5EF4-FFF2-40B4-BE49-F238E27FC236}">
                  <a16:creationId xmlns:a16="http://schemas.microsoft.com/office/drawing/2014/main" id="{5EDAAB56-7AF1-6856-1581-27FD59B0B59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4" name="Oval 1093">
              <a:extLst>
                <a:ext uri="{FF2B5EF4-FFF2-40B4-BE49-F238E27FC236}">
                  <a16:creationId xmlns:a16="http://schemas.microsoft.com/office/drawing/2014/main" id="{166C23FB-1F26-39BA-37AC-152C601A5E3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95" name="Group 1094">
            <a:extLst>
              <a:ext uri="{FF2B5EF4-FFF2-40B4-BE49-F238E27FC236}">
                <a16:creationId xmlns:a16="http://schemas.microsoft.com/office/drawing/2014/main" id="{5C9223D5-A273-CFFC-9E27-C22BB38CED58}"/>
              </a:ext>
            </a:extLst>
          </p:cNvPr>
          <p:cNvGrpSpPr/>
          <p:nvPr/>
        </p:nvGrpSpPr>
        <p:grpSpPr>
          <a:xfrm rot="21588307">
            <a:off x="2236192" y="2162160"/>
            <a:ext cx="150955" cy="150955"/>
            <a:chOff x="3354375" y="4234433"/>
            <a:chExt cx="131191" cy="131191"/>
          </a:xfrm>
        </p:grpSpPr>
        <p:sp>
          <p:nvSpPr>
            <p:cNvPr id="1096" name="Oval 1095">
              <a:extLst>
                <a:ext uri="{FF2B5EF4-FFF2-40B4-BE49-F238E27FC236}">
                  <a16:creationId xmlns:a16="http://schemas.microsoft.com/office/drawing/2014/main" id="{7BF83AA4-3A6F-C204-13B9-3B440A638F0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7" name="Oval 1096">
              <a:extLst>
                <a:ext uri="{FF2B5EF4-FFF2-40B4-BE49-F238E27FC236}">
                  <a16:creationId xmlns:a16="http://schemas.microsoft.com/office/drawing/2014/main" id="{BBB0C265-DA58-7682-2715-E4ABFA7A8FA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14722EC1-CC1A-B368-6EEF-75CB684820A3}"/>
              </a:ext>
            </a:extLst>
          </p:cNvPr>
          <p:cNvGrpSpPr/>
          <p:nvPr/>
        </p:nvGrpSpPr>
        <p:grpSpPr>
          <a:xfrm rot="21588307">
            <a:off x="2323741" y="2318814"/>
            <a:ext cx="76198" cy="76198"/>
            <a:chOff x="3354375" y="4234433"/>
            <a:chExt cx="131191" cy="131191"/>
          </a:xfrm>
        </p:grpSpPr>
        <p:sp>
          <p:nvSpPr>
            <p:cNvPr id="1099" name="Oval 1098">
              <a:extLst>
                <a:ext uri="{FF2B5EF4-FFF2-40B4-BE49-F238E27FC236}">
                  <a16:creationId xmlns:a16="http://schemas.microsoft.com/office/drawing/2014/main" id="{67573D3E-97D0-8C84-93BE-194B6B9983A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A5BD6F58-BAEE-5752-A037-E338E5633D6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01" name="Group 1100">
            <a:extLst>
              <a:ext uri="{FF2B5EF4-FFF2-40B4-BE49-F238E27FC236}">
                <a16:creationId xmlns:a16="http://schemas.microsoft.com/office/drawing/2014/main" id="{21D10922-B0B6-210B-80D8-CF1AA0932353}"/>
              </a:ext>
            </a:extLst>
          </p:cNvPr>
          <p:cNvGrpSpPr/>
          <p:nvPr/>
        </p:nvGrpSpPr>
        <p:grpSpPr>
          <a:xfrm rot="21588307">
            <a:off x="2108556" y="2234763"/>
            <a:ext cx="141158" cy="141158"/>
            <a:chOff x="3354375" y="4234433"/>
            <a:chExt cx="131191" cy="131191"/>
          </a:xfrm>
        </p:grpSpPr>
        <p:sp>
          <p:nvSpPr>
            <p:cNvPr id="1102" name="Oval 1101">
              <a:extLst>
                <a:ext uri="{FF2B5EF4-FFF2-40B4-BE49-F238E27FC236}">
                  <a16:creationId xmlns:a16="http://schemas.microsoft.com/office/drawing/2014/main" id="{45809CAE-6A42-55F3-5029-5FE4CCD3D9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3" name="Oval 1102">
              <a:extLst>
                <a:ext uri="{FF2B5EF4-FFF2-40B4-BE49-F238E27FC236}">
                  <a16:creationId xmlns:a16="http://schemas.microsoft.com/office/drawing/2014/main" id="{7B47718A-5409-E2E8-528D-05A26CC0A8A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04" name="Group 1103">
            <a:extLst>
              <a:ext uri="{FF2B5EF4-FFF2-40B4-BE49-F238E27FC236}">
                <a16:creationId xmlns:a16="http://schemas.microsoft.com/office/drawing/2014/main" id="{6B8DABBB-A53B-7658-3273-B80B12E36D09}"/>
              </a:ext>
            </a:extLst>
          </p:cNvPr>
          <p:cNvGrpSpPr/>
          <p:nvPr/>
        </p:nvGrpSpPr>
        <p:grpSpPr>
          <a:xfrm rot="21588307">
            <a:off x="2223378" y="2041463"/>
            <a:ext cx="76198" cy="76198"/>
            <a:chOff x="3354375" y="4234433"/>
            <a:chExt cx="131191" cy="131191"/>
          </a:xfrm>
        </p:grpSpPr>
        <p:sp>
          <p:nvSpPr>
            <p:cNvPr id="1105" name="Oval 1104">
              <a:extLst>
                <a:ext uri="{FF2B5EF4-FFF2-40B4-BE49-F238E27FC236}">
                  <a16:creationId xmlns:a16="http://schemas.microsoft.com/office/drawing/2014/main" id="{20F6C2BE-4A42-7E7E-3AA7-20B90DFD359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6" name="Oval 1105">
              <a:extLst>
                <a:ext uri="{FF2B5EF4-FFF2-40B4-BE49-F238E27FC236}">
                  <a16:creationId xmlns:a16="http://schemas.microsoft.com/office/drawing/2014/main" id="{CD7565F2-F409-C9DC-7B11-599B09F6177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07" name="Group 1106">
            <a:extLst>
              <a:ext uri="{FF2B5EF4-FFF2-40B4-BE49-F238E27FC236}">
                <a16:creationId xmlns:a16="http://schemas.microsoft.com/office/drawing/2014/main" id="{1EC08738-1AF4-5DC0-8B4C-C0CAD761E655}"/>
              </a:ext>
            </a:extLst>
          </p:cNvPr>
          <p:cNvGrpSpPr/>
          <p:nvPr/>
        </p:nvGrpSpPr>
        <p:grpSpPr>
          <a:xfrm>
            <a:off x="3035790" y="2624473"/>
            <a:ext cx="76198" cy="76198"/>
            <a:chOff x="3354375" y="4234433"/>
            <a:chExt cx="131191" cy="131191"/>
          </a:xfrm>
        </p:grpSpPr>
        <p:sp>
          <p:nvSpPr>
            <p:cNvPr id="1108" name="Oval 1107">
              <a:extLst>
                <a:ext uri="{FF2B5EF4-FFF2-40B4-BE49-F238E27FC236}">
                  <a16:creationId xmlns:a16="http://schemas.microsoft.com/office/drawing/2014/main" id="{B61E1A9D-1B8D-2D6F-E0EF-71373F9B685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9" name="Oval 1108">
              <a:extLst>
                <a:ext uri="{FF2B5EF4-FFF2-40B4-BE49-F238E27FC236}">
                  <a16:creationId xmlns:a16="http://schemas.microsoft.com/office/drawing/2014/main" id="{E8A4590B-6CDD-4D7D-E43C-A7C55D448E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5D7243CA-8F45-AB21-4C09-869C29A2677D}"/>
              </a:ext>
            </a:extLst>
          </p:cNvPr>
          <p:cNvGrpSpPr/>
          <p:nvPr/>
        </p:nvGrpSpPr>
        <p:grpSpPr>
          <a:xfrm rot="21588307">
            <a:off x="2977649" y="2721628"/>
            <a:ext cx="150955" cy="150955"/>
            <a:chOff x="3354375" y="4234433"/>
            <a:chExt cx="131191" cy="131191"/>
          </a:xfrm>
        </p:grpSpPr>
        <p:sp>
          <p:nvSpPr>
            <p:cNvPr id="1111" name="Oval 1110">
              <a:extLst>
                <a:ext uri="{FF2B5EF4-FFF2-40B4-BE49-F238E27FC236}">
                  <a16:creationId xmlns:a16="http://schemas.microsoft.com/office/drawing/2014/main" id="{6F179244-5886-9E9F-5360-32BC5E81FB3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2" name="Oval 1111">
              <a:extLst>
                <a:ext uri="{FF2B5EF4-FFF2-40B4-BE49-F238E27FC236}">
                  <a16:creationId xmlns:a16="http://schemas.microsoft.com/office/drawing/2014/main" id="{2D3446C9-3B87-F6D2-C1D6-8E051255E71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3AF85804-7D48-63F8-311A-19FD7A19260B}"/>
              </a:ext>
            </a:extLst>
          </p:cNvPr>
          <p:cNvGrpSpPr/>
          <p:nvPr/>
        </p:nvGrpSpPr>
        <p:grpSpPr>
          <a:xfrm rot="21588307">
            <a:off x="3264998" y="2721502"/>
            <a:ext cx="76198" cy="76198"/>
            <a:chOff x="3354375" y="4234433"/>
            <a:chExt cx="131191" cy="131191"/>
          </a:xfrm>
        </p:grpSpPr>
        <p:sp>
          <p:nvSpPr>
            <p:cNvPr id="1114" name="Oval 1113">
              <a:extLst>
                <a:ext uri="{FF2B5EF4-FFF2-40B4-BE49-F238E27FC236}">
                  <a16:creationId xmlns:a16="http://schemas.microsoft.com/office/drawing/2014/main" id="{D8868A7A-DE3C-7917-DF51-41737E850BE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5" name="Oval 1114">
              <a:extLst>
                <a:ext uri="{FF2B5EF4-FFF2-40B4-BE49-F238E27FC236}">
                  <a16:creationId xmlns:a16="http://schemas.microsoft.com/office/drawing/2014/main" id="{6C8703AA-EDB6-757B-6122-CD87405A7CF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6" name="Group 1115">
            <a:extLst>
              <a:ext uri="{FF2B5EF4-FFF2-40B4-BE49-F238E27FC236}">
                <a16:creationId xmlns:a16="http://schemas.microsoft.com/office/drawing/2014/main" id="{09FCC5F0-E759-308A-007E-E773C6F3B5E1}"/>
              </a:ext>
            </a:extLst>
          </p:cNvPr>
          <p:cNvGrpSpPr/>
          <p:nvPr/>
        </p:nvGrpSpPr>
        <p:grpSpPr>
          <a:xfrm rot="21588307">
            <a:off x="2897648" y="2811893"/>
            <a:ext cx="76198" cy="76198"/>
            <a:chOff x="3354375" y="4234433"/>
            <a:chExt cx="131191" cy="131191"/>
          </a:xfrm>
        </p:grpSpPr>
        <p:sp>
          <p:nvSpPr>
            <p:cNvPr id="1117" name="Oval 1116">
              <a:extLst>
                <a:ext uri="{FF2B5EF4-FFF2-40B4-BE49-F238E27FC236}">
                  <a16:creationId xmlns:a16="http://schemas.microsoft.com/office/drawing/2014/main" id="{629DB813-3999-702F-E640-2E30796370C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8" name="Oval 1117">
              <a:extLst>
                <a:ext uri="{FF2B5EF4-FFF2-40B4-BE49-F238E27FC236}">
                  <a16:creationId xmlns:a16="http://schemas.microsoft.com/office/drawing/2014/main" id="{8264469F-C74A-C0CE-AAC1-47BCEB0943E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19" name="Group 1118">
            <a:extLst>
              <a:ext uri="{FF2B5EF4-FFF2-40B4-BE49-F238E27FC236}">
                <a16:creationId xmlns:a16="http://schemas.microsoft.com/office/drawing/2014/main" id="{E66C392B-428C-81E7-9A30-293B919B419F}"/>
              </a:ext>
            </a:extLst>
          </p:cNvPr>
          <p:cNvGrpSpPr/>
          <p:nvPr/>
        </p:nvGrpSpPr>
        <p:grpSpPr>
          <a:xfrm rot="21588307">
            <a:off x="3427879" y="2862699"/>
            <a:ext cx="76198" cy="76198"/>
            <a:chOff x="3354375" y="4234433"/>
            <a:chExt cx="131191" cy="131191"/>
          </a:xfrm>
        </p:grpSpPr>
        <p:sp>
          <p:nvSpPr>
            <p:cNvPr id="1120" name="Oval 1119">
              <a:extLst>
                <a:ext uri="{FF2B5EF4-FFF2-40B4-BE49-F238E27FC236}">
                  <a16:creationId xmlns:a16="http://schemas.microsoft.com/office/drawing/2014/main" id="{493796B9-21AB-D930-F838-36FD8EC8F6B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1" name="Oval 1120">
              <a:extLst>
                <a:ext uri="{FF2B5EF4-FFF2-40B4-BE49-F238E27FC236}">
                  <a16:creationId xmlns:a16="http://schemas.microsoft.com/office/drawing/2014/main" id="{CF08809E-B65B-740D-815A-90A08A4F147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22" name="Group 1121">
            <a:extLst>
              <a:ext uri="{FF2B5EF4-FFF2-40B4-BE49-F238E27FC236}">
                <a16:creationId xmlns:a16="http://schemas.microsoft.com/office/drawing/2014/main" id="{0310DE73-EA37-BE57-0286-F2ECDCC0C2D0}"/>
              </a:ext>
            </a:extLst>
          </p:cNvPr>
          <p:cNvGrpSpPr/>
          <p:nvPr/>
        </p:nvGrpSpPr>
        <p:grpSpPr>
          <a:xfrm>
            <a:off x="2120523" y="2345269"/>
            <a:ext cx="209043" cy="209043"/>
            <a:chOff x="3354375" y="4234433"/>
            <a:chExt cx="131191" cy="131191"/>
          </a:xfrm>
        </p:grpSpPr>
        <p:sp>
          <p:nvSpPr>
            <p:cNvPr id="1123" name="Oval 1122">
              <a:extLst>
                <a:ext uri="{FF2B5EF4-FFF2-40B4-BE49-F238E27FC236}">
                  <a16:creationId xmlns:a16="http://schemas.microsoft.com/office/drawing/2014/main" id="{CE47399E-5530-AEC1-467B-733BAD3E497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4" name="Oval 1123">
              <a:extLst>
                <a:ext uri="{FF2B5EF4-FFF2-40B4-BE49-F238E27FC236}">
                  <a16:creationId xmlns:a16="http://schemas.microsoft.com/office/drawing/2014/main" id="{5DE3F3FB-1F6A-D8BB-95CD-E98C325D88F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25" name="Group 1124">
            <a:extLst>
              <a:ext uri="{FF2B5EF4-FFF2-40B4-BE49-F238E27FC236}">
                <a16:creationId xmlns:a16="http://schemas.microsoft.com/office/drawing/2014/main" id="{12F18FA6-3A2B-C605-6193-D700B1657AB2}"/>
              </a:ext>
            </a:extLst>
          </p:cNvPr>
          <p:cNvGrpSpPr/>
          <p:nvPr/>
        </p:nvGrpSpPr>
        <p:grpSpPr>
          <a:xfrm>
            <a:off x="1732128" y="2532440"/>
            <a:ext cx="141158" cy="141158"/>
            <a:chOff x="3354375" y="4234433"/>
            <a:chExt cx="131191" cy="131191"/>
          </a:xfrm>
        </p:grpSpPr>
        <p:sp>
          <p:nvSpPr>
            <p:cNvPr id="1126" name="Oval 1125">
              <a:extLst>
                <a:ext uri="{FF2B5EF4-FFF2-40B4-BE49-F238E27FC236}">
                  <a16:creationId xmlns:a16="http://schemas.microsoft.com/office/drawing/2014/main" id="{1660D468-8FDA-F0DD-0215-D2A6693F43B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7" name="Oval 1126">
              <a:extLst>
                <a:ext uri="{FF2B5EF4-FFF2-40B4-BE49-F238E27FC236}">
                  <a16:creationId xmlns:a16="http://schemas.microsoft.com/office/drawing/2014/main" id="{B9081696-A32A-69CA-F3EA-3EE5A4DDF02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28" name="Group 1127">
            <a:extLst>
              <a:ext uri="{FF2B5EF4-FFF2-40B4-BE49-F238E27FC236}">
                <a16:creationId xmlns:a16="http://schemas.microsoft.com/office/drawing/2014/main" id="{BD4A7E4E-0449-5AE7-F5E1-515BD6ADAA5B}"/>
              </a:ext>
            </a:extLst>
          </p:cNvPr>
          <p:cNvGrpSpPr/>
          <p:nvPr/>
        </p:nvGrpSpPr>
        <p:grpSpPr>
          <a:xfrm rot="639845">
            <a:off x="1872679" y="2436507"/>
            <a:ext cx="494283" cy="373376"/>
            <a:chOff x="2668037" y="3745142"/>
            <a:chExt cx="494283" cy="373376"/>
          </a:xfrm>
        </p:grpSpPr>
        <p:grpSp>
          <p:nvGrpSpPr>
            <p:cNvPr id="1129" name="Group 1128">
              <a:extLst>
                <a:ext uri="{FF2B5EF4-FFF2-40B4-BE49-F238E27FC236}">
                  <a16:creationId xmlns:a16="http://schemas.microsoft.com/office/drawing/2014/main" id="{5372F369-ADE7-6720-6B91-4472B773E1C9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1143" name="Oval 1142">
                <a:extLst>
                  <a:ext uri="{FF2B5EF4-FFF2-40B4-BE49-F238E27FC236}">
                    <a16:creationId xmlns:a16="http://schemas.microsoft.com/office/drawing/2014/main" id="{C8325E79-CB72-1C76-C38B-47A9910907CC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44" name="Oval 1143">
                <a:extLst>
                  <a:ext uri="{FF2B5EF4-FFF2-40B4-BE49-F238E27FC236}">
                    <a16:creationId xmlns:a16="http://schemas.microsoft.com/office/drawing/2014/main" id="{80CB32FC-0B76-049B-7C91-790628E89F7F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30" name="Group 1129">
              <a:extLst>
                <a:ext uri="{FF2B5EF4-FFF2-40B4-BE49-F238E27FC236}">
                  <a16:creationId xmlns:a16="http://schemas.microsoft.com/office/drawing/2014/main" id="{74CA0B11-FEB1-F6CD-5E50-B57F73AEE9B5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1131" name="Group 1130">
                <a:extLst>
                  <a:ext uri="{FF2B5EF4-FFF2-40B4-BE49-F238E27FC236}">
                    <a16:creationId xmlns:a16="http://schemas.microsoft.com/office/drawing/2014/main" id="{DE10CE50-CFD6-AAC3-BE8F-1E4386363DC4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1141" name="Oval 1140">
                  <a:extLst>
                    <a:ext uri="{FF2B5EF4-FFF2-40B4-BE49-F238E27FC236}">
                      <a16:creationId xmlns:a16="http://schemas.microsoft.com/office/drawing/2014/main" id="{61AE7314-84B7-5896-3BD8-6B8D4257C6B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2" name="Oval 1141">
                  <a:extLst>
                    <a:ext uri="{FF2B5EF4-FFF2-40B4-BE49-F238E27FC236}">
                      <a16:creationId xmlns:a16="http://schemas.microsoft.com/office/drawing/2014/main" id="{39964D2A-956C-0C64-C028-605A743F301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32" name="Group 1131">
                <a:extLst>
                  <a:ext uri="{FF2B5EF4-FFF2-40B4-BE49-F238E27FC236}">
                    <a16:creationId xmlns:a16="http://schemas.microsoft.com/office/drawing/2014/main" id="{C417ED0D-FE70-093C-0560-44D0686128B9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1139" name="Oval 1138">
                  <a:extLst>
                    <a:ext uri="{FF2B5EF4-FFF2-40B4-BE49-F238E27FC236}">
                      <a16:creationId xmlns:a16="http://schemas.microsoft.com/office/drawing/2014/main" id="{85275038-8214-812E-6F56-2968009A1872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40" name="Oval 1139">
                  <a:extLst>
                    <a:ext uri="{FF2B5EF4-FFF2-40B4-BE49-F238E27FC236}">
                      <a16:creationId xmlns:a16="http://schemas.microsoft.com/office/drawing/2014/main" id="{7D9B1E0D-743A-CAA4-53AA-F3D361E438C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33" name="Group 1132">
                <a:extLst>
                  <a:ext uri="{FF2B5EF4-FFF2-40B4-BE49-F238E27FC236}">
                    <a16:creationId xmlns:a16="http://schemas.microsoft.com/office/drawing/2014/main" id="{F465EC3F-0B1F-5DAB-2B41-2E2A752872BE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1137" name="Oval 1136">
                  <a:extLst>
                    <a:ext uri="{FF2B5EF4-FFF2-40B4-BE49-F238E27FC236}">
                      <a16:creationId xmlns:a16="http://schemas.microsoft.com/office/drawing/2014/main" id="{CFAAD50A-01D6-7EDC-39E7-6AA77C675BE6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8" name="Oval 1137">
                  <a:extLst>
                    <a:ext uri="{FF2B5EF4-FFF2-40B4-BE49-F238E27FC236}">
                      <a16:creationId xmlns:a16="http://schemas.microsoft.com/office/drawing/2014/main" id="{032ECEFA-E503-5DA8-673C-395A36FBA3EE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34" name="Group 1133">
                <a:extLst>
                  <a:ext uri="{FF2B5EF4-FFF2-40B4-BE49-F238E27FC236}">
                    <a16:creationId xmlns:a16="http://schemas.microsoft.com/office/drawing/2014/main" id="{364AF0A0-9790-B0FA-914A-F4E0F14DA726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1135" name="Oval 1134">
                  <a:extLst>
                    <a:ext uri="{FF2B5EF4-FFF2-40B4-BE49-F238E27FC236}">
                      <a16:creationId xmlns:a16="http://schemas.microsoft.com/office/drawing/2014/main" id="{B92BC73D-3257-F635-3E33-B227DC9505C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36" name="Oval 1135">
                  <a:extLst>
                    <a:ext uri="{FF2B5EF4-FFF2-40B4-BE49-F238E27FC236}">
                      <a16:creationId xmlns:a16="http://schemas.microsoft.com/office/drawing/2014/main" id="{17651358-6D16-57B5-1CC5-544EA3EB61A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1145" name="Group 1144">
            <a:extLst>
              <a:ext uri="{FF2B5EF4-FFF2-40B4-BE49-F238E27FC236}">
                <a16:creationId xmlns:a16="http://schemas.microsoft.com/office/drawing/2014/main" id="{41E61E10-69E3-6D82-0031-25F57DBB5CFF}"/>
              </a:ext>
            </a:extLst>
          </p:cNvPr>
          <p:cNvGrpSpPr/>
          <p:nvPr/>
        </p:nvGrpSpPr>
        <p:grpSpPr>
          <a:xfrm>
            <a:off x="1809207" y="2732197"/>
            <a:ext cx="76198" cy="76198"/>
            <a:chOff x="3354375" y="4234433"/>
            <a:chExt cx="131191" cy="131191"/>
          </a:xfrm>
        </p:grpSpPr>
        <p:sp>
          <p:nvSpPr>
            <p:cNvPr id="1146" name="Oval 1145">
              <a:extLst>
                <a:ext uri="{FF2B5EF4-FFF2-40B4-BE49-F238E27FC236}">
                  <a16:creationId xmlns:a16="http://schemas.microsoft.com/office/drawing/2014/main" id="{B6C97A24-E9F1-FE0C-F44E-9DCD28A9DE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47" name="Oval 1146">
              <a:extLst>
                <a:ext uri="{FF2B5EF4-FFF2-40B4-BE49-F238E27FC236}">
                  <a16:creationId xmlns:a16="http://schemas.microsoft.com/office/drawing/2014/main" id="{C441723E-AD5F-2151-4DE9-2D649B196B1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48" name="Group 1147">
            <a:extLst>
              <a:ext uri="{FF2B5EF4-FFF2-40B4-BE49-F238E27FC236}">
                <a16:creationId xmlns:a16="http://schemas.microsoft.com/office/drawing/2014/main" id="{68E21303-0AA8-6F48-5C9C-5C3B2DBD8BE3}"/>
              </a:ext>
            </a:extLst>
          </p:cNvPr>
          <p:cNvGrpSpPr/>
          <p:nvPr/>
        </p:nvGrpSpPr>
        <p:grpSpPr>
          <a:xfrm>
            <a:off x="2688983" y="2490899"/>
            <a:ext cx="141158" cy="141158"/>
            <a:chOff x="3354375" y="4234433"/>
            <a:chExt cx="131191" cy="131191"/>
          </a:xfrm>
        </p:grpSpPr>
        <p:sp>
          <p:nvSpPr>
            <p:cNvPr id="1149" name="Oval 1148">
              <a:extLst>
                <a:ext uri="{FF2B5EF4-FFF2-40B4-BE49-F238E27FC236}">
                  <a16:creationId xmlns:a16="http://schemas.microsoft.com/office/drawing/2014/main" id="{B8AC7397-C0EE-9D01-43B1-A2E06A346F8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0" name="Oval 1149">
              <a:extLst>
                <a:ext uri="{FF2B5EF4-FFF2-40B4-BE49-F238E27FC236}">
                  <a16:creationId xmlns:a16="http://schemas.microsoft.com/office/drawing/2014/main" id="{9F418AD4-A380-1580-AAB8-27C03BE3655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151" name="Group 1150">
            <a:extLst>
              <a:ext uri="{FF2B5EF4-FFF2-40B4-BE49-F238E27FC236}">
                <a16:creationId xmlns:a16="http://schemas.microsoft.com/office/drawing/2014/main" id="{D30482BC-B4B2-C24A-B344-080E59CCAA52}"/>
              </a:ext>
            </a:extLst>
          </p:cNvPr>
          <p:cNvGrpSpPr/>
          <p:nvPr/>
        </p:nvGrpSpPr>
        <p:grpSpPr>
          <a:xfrm rot="639845">
            <a:off x="2484241" y="2562878"/>
            <a:ext cx="209043" cy="209043"/>
            <a:chOff x="3354375" y="4234433"/>
            <a:chExt cx="131191" cy="131191"/>
          </a:xfrm>
        </p:grpSpPr>
        <p:sp>
          <p:nvSpPr>
            <p:cNvPr id="1152" name="Oval 1151">
              <a:extLst>
                <a:ext uri="{FF2B5EF4-FFF2-40B4-BE49-F238E27FC236}">
                  <a16:creationId xmlns:a16="http://schemas.microsoft.com/office/drawing/2014/main" id="{80D1D627-6366-14A0-FA44-50F3F427F40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3" name="Oval 1152">
              <a:extLst>
                <a:ext uri="{FF2B5EF4-FFF2-40B4-BE49-F238E27FC236}">
                  <a16:creationId xmlns:a16="http://schemas.microsoft.com/office/drawing/2014/main" id="{3E6FC284-F8D9-DE69-1B01-1ACD0107658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CBD64BF9-5DCC-ABEE-4ED9-1F1D9925706D}"/>
              </a:ext>
            </a:extLst>
          </p:cNvPr>
          <p:cNvGrpSpPr/>
          <p:nvPr/>
        </p:nvGrpSpPr>
        <p:grpSpPr>
          <a:xfrm rot="21588307">
            <a:off x="2308917" y="2491154"/>
            <a:ext cx="150955" cy="150955"/>
            <a:chOff x="3354375" y="4234433"/>
            <a:chExt cx="131191" cy="131191"/>
          </a:xfrm>
        </p:grpSpPr>
        <p:sp>
          <p:nvSpPr>
            <p:cNvPr id="1155" name="Oval 1154">
              <a:extLst>
                <a:ext uri="{FF2B5EF4-FFF2-40B4-BE49-F238E27FC236}">
                  <a16:creationId xmlns:a16="http://schemas.microsoft.com/office/drawing/2014/main" id="{B26C3EFF-05C5-504D-6418-D9E19A589BA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6" name="Oval 1155">
              <a:extLst>
                <a:ext uri="{FF2B5EF4-FFF2-40B4-BE49-F238E27FC236}">
                  <a16:creationId xmlns:a16="http://schemas.microsoft.com/office/drawing/2014/main" id="{F4C51D03-429C-68A5-879B-E10AD83FCB2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57" name="Group 1156">
            <a:extLst>
              <a:ext uri="{FF2B5EF4-FFF2-40B4-BE49-F238E27FC236}">
                <a16:creationId xmlns:a16="http://schemas.microsoft.com/office/drawing/2014/main" id="{D92DB896-B78C-7C5C-B13F-5C116B7FB424}"/>
              </a:ext>
            </a:extLst>
          </p:cNvPr>
          <p:cNvGrpSpPr/>
          <p:nvPr/>
        </p:nvGrpSpPr>
        <p:grpSpPr>
          <a:xfrm rot="21588307">
            <a:off x="2555205" y="2501205"/>
            <a:ext cx="76198" cy="76198"/>
            <a:chOff x="3354375" y="4234433"/>
            <a:chExt cx="131191" cy="131191"/>
          </a:xfrm>
        </p:grpSpPr>
        <p:sp>
          <p:nvSpPr>
            <p:cNvPr id="1158" name="Oval 1157">
              <a:extLst>
                <a:ext uri="{FF2B5EF4-FFF2-40B4-BE49-F238E27FC236}">
                  <a16:creationId xmlns:a16="http://schemas.microsoft.com/office/drawing/2014/main" id="{6745E97C-A107-7742-54B0-F9E2AB41D0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9" name="Oval 1158">
              <a:extLst>
                <a:ext uri="{FF2B5EF4-FFF2-40B4-BE49-F238E27FC236}">
                  <a16:creationId xmlns:a16="http://schemas.microsoft.com/office/drawing/2014/main" id="{2B64424A-5C9F-84F4-EADC-9FA1261B711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0" name="Group 1159">
            <a:extLst>
              <a:ext uri="{FF2B5EF4-FFF2-40B4-BE49-F238E27FC236}">
                <a16:creationId xmlns:a16="http://schemas.microsoft.com/office/drawing/2014/main" id="{C457251F-5396-ABA6-902E-8863FD77CE1C}"/>
              </a:ext>
            </a:extLst>
          </p:cNvPr>
          <p:cNvGrpSpPr/>
          <p:nvPr/>
        </p:nvGrpSpPr>
        <p:grpSpPr>
          <a:xfrm rot="21588307">
            <a:off x="2353693" y="2690816"/>
            <a:ext cx="141158" cy="141158"/>
            <a:chOff x="3354375" y="4234433"/>
            <a:chExt cx="131191" cy="131191"/>
          </a:xfrm>
        </p:grpSpPr>
        <p:sp>
          <p:nvSpPr>
            <p:cNvPr id="1161" name="Oval 1160">
              <a:extLst>
                <a:ext uri="{FF2B5EF4-FFF2-40B4-BE49-F238E27FC236}">
                  <a16:creationId xmlns:a16="http://schemas.microsoft.com/office/drawing/2014/main" id="{61CD85EA-FD0A-F80C-EAB8-805E89C7ADF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2" name="Oval 1161">
              <a:extLst>
                <a:ext uri="{FF2B5EF4-FFF2-40B4-BE49-F238E27FC236}">
                  <a16:creationId xmlns:a16="http://schemas.microsoft.com/office/drawing/2014/main" id="{EF582E01-C21E-C67F-44B1-FA413EBF9EB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3" name="Group 1162">
            <a:extLst>
              <a:ext uri="{FF2B5EF4-FFF2-40B4-BE49-F238E27FC236}">
                <a16:creationId xmlns:a16="http://schemas.microsoft.com/office/drawing/2014/main" id="{D837C524-065E-0174-1ABB-3950A77F016E}"/>
              </a:ext>
            </a:extLst>
          </p:cNvPr>
          <p:cNvGrpSpPr/>
          <p:nvPr/>
        </p:nvGrpSpPr>
        <p:grpSpPr>
          <a:xfrm rot="21588307">
            <a:off x="2220376" y="2552843"/>
            <a:ext cx="76198" cy="76198"/>
            <a:chOff x="3354375" y="4234433"/>
            <a:chExt cx="131191" cy="131191"/>
          </a:xfrm>
        </p:grpSpPr>
        <p:sp>
          <p:nvSpPr>
            <p:cNvPr id="1164" name="Oval 1163">
              <a:extLst>
                <a:ext uri="{FF2B5EF4-FFF2-40B4-BE49-F238E27FC236}">
                  <a16:creationId xmlns:a16="http://schemas.microsoft.com/office/drawing/2014/main" id="{DFE781F8-E401-6A5D-F48A-B6EE9413FED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5" name="Oval 1164">
              <a:extLst>
                <a:ext uri="{FF2B5EF4-FFF2-40B4-BE49-F238E27FC236}">
                  <a16:creationId xmlns:a16="http://schemas.microsoft.com/office/drawing/2014/main" id="{6BE5569A-4DA6-1A48-1327-AF3C4B4238D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6" name="Group 1165">
            <a:extLst>
              <a:ext uri="{FF2B5EF4-FFF2-40B4-BE49-F238E27FC236}">
                <a16:creationId xmlns:a16="http://schemas.microsoft.com/office/drawing/2014/main" id="{5F26934F-7922-5050-53AB-88AF78CC6B67}"/>
              </a:ext>
            </a:extLst>
          </p:cNvPr>
          <p:cNvGrpSpPr/>
          <p:nvPr/>
        </p:nvGrpSpPr>
        <p:grpSpPr>
          <a:xfrm rot="21588307">
            <a:off x="2995999" y="2552843"/>
            <a:ext cx="76198" cy="76198"/>
            <a:chOff x="3354375" y="4234433"/>
            <a:chExt cx="131191" cy="131191"/>
          </a:xfrm>
        </p:grpSpPr>
        <p:sp>
          <p:nvSpPr>
            <p:cNvPr id="1167" name="Oval 1166">
              <a:extLst>
                <a:ext uri="{FF2B5EF4-FFF2-40B4-BE49-F238E27FC236}">
                  <a16:creationId xmlns:a16="http://schemas.microsoft.com/office/drawing/2014/main" id="{6921D0F7-E370-5A23-04C3-3F3091A653B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8" name="Oval 1167">
              <a:extLst>
                <a:ext uri="{FF2B5EF4-FFF2-40B4-BE49-F238E27FC236}">
                  <a16:creationId xmlns:a16="http://schemas.microsoft.com/office/drawing/2014/main" id="{035CA050-54A4-0DF0-DCD4-62902D46A8E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69" name="Group 1168">
            <a:extLst>
              <a:ext uri="{FF2B5EF4-FFF2-40B4-BE49-F238E27FC236}">
                <a16:creationId xmlns:a16="http://schemas.microsoft.com/office/drawing/2014/main" id="{E5ADBC60-A840-58B2-754D-089E04C8140D}"/>
              </a:ext>
            </a:extLst>
          </p:cNvPr>
          <p:cNvGrpSpPr/>
          <p:nvPr/>
        </p:nvGrpSpPr>
        <p:grpSpPr>
          <a:xfrm>
            <a:off x="3302129" y="2461861"/>
            <a:ext cx="141158" cy="141158"/>
            <a:chOff x="3354375" y="4234433"/>
            <a:chExt cx="131191" cy="131191"/>
          </a:xfrm>
        </p:grpSpPr>
        <p:sp>
          <p:nvSpPr>
            <p:cNvPr id="1170" name="Oval 1169">
              <a:extLst>
                <a:ext uri="{FF2B5EF4-FFF2-40B4-BE49-F238E27FC236}">
                  <a16:creationId xmlns:a16="http://schemas.microsoft.com/office/drawing/2014/main" id="{56407E62-E43C-6192-F380-82C0E1B1B0D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1" name="Oval 1170">
              <a:extLst>
                <a:ext uri="{FF2B5EF4-FFF2-40B4-BE49-F238E27FC236}">
                  <a16:creationId xmlns:a16="http://schemas.microsoft.com/office/drawing/2014/main" id="{151270CC-5399-2A27-9515-CE9986ADD72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72" name="Group 1171">
            <a:extLst>
              <a:ext uri="{FF2B5EF4-FFF2-40B4-BE49-F238E27FC236}">
                <a16:creationId xmlns:a16="http://schemas.microsoft.com/office/drawing/2014/main" id="{F6A5974F-886A-A9A7-5222-4C8D1D65FB90}"/>
              </a:ext>
            </a:extLst>
          </p:cNvPr>
          <p:cNvGrpSpPr/>
          <p:nvPr/>
        </p:nvGrpSpPr>
        <p:grpSpPr>
          <a:xfrm rot="639845">
            <a:off x="2839089" y="2282680"/>
            <a:ext cx="494283" cy="373376"/>
            <a:chOff x="2668037" y="3745142"/>
            <a:chExt cx="494283" cy="373376"/>
          </a:xfrm>
        </p:grpSpPr>
        <p:grpSp>
          <p:nvGrpSpPr>
            <p:cNvPr id="1173" name="Group 1172">
              <a:extLst>
                <a:ext uri="{FF2B5EF4-FFF2-40B4-BE49-F238E27FC236}">
                  <a16:creationId xmlns:a16="http://schemas.microsoft.com/office/drawing/2014/main" id="{35A6DE6B-5830-52C9-7E88-3C9A08740994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1187" name="Oval 1186">
                <a:extLst>
                  <a:ext uri="{FF2B5EF4-FFF2-40B4-BE49-F238E27FC236}">
                    <a16:creationId xmlns:a16="http://schemas.microsoft.com/office/drawing/2014/main" id="{6EE43F63-1C29-A506-E60D-7FF8A4AD21EA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88" name="Oval 1187">
                <a:extLst>
                  <a:ext uri="{FF2B5EF4-FFF2-40B4-BE49-F238E27FC236}">
                    <a16:creationId xmlns:a16="http://schemas.microsoft.com/office/drawing/2014/main" id="{BE48BF3C-E31D-D23D-65B2-1F1303BD9A6E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174" name="Group 1173">
              <a:extLst>
                <a:ext uri="{FF2B5EF4-FFF2-40B4-BE49-F238E27FC236}">
                  <a16:creationId xmlns:a16="http://schemas.microsoft.com/office/drawing/2014/main" id="{0AC60045-4455-2060-FBA5-0BB36ABC8EF3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1175" name="Group 1174">
                <a:extLst>
                  <a:ext uri="{FF2B5EF4-FFF2-40B4-BE49-F238E27FC236}">
                    <a16:creationId xmlns:a16="http://schemas.microsoft.com/office/drawing/2014/main" id="{2B774CF0-1D18-E429-56A9-F3BAB1B758FE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1185" name="Oval 1184">
                  <a:extLst>
                    <a:ext uri="{FF2B5EF4-FFF2-40B4-BE49-F238E27FC236}">
                      <a16:creationId xmlns:a16="http://schemas.microsoft.com/office/drawing/2014/main" id="{436F1292-3928-9D16-B387-FA26BDBE60BA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6" name="Oval 1185">
                  <a:extLst>
                    <a:ext uri="{FF2B5EF4-FFF2-40B4-BE49-F238E27FC236}">
                      <a16:creationId xmlns:a16="http://schemas.microsoft.com/office/drawing/2014/main" id="{101F5EAB-E123-6817-0EB1-1F79699FF30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76" name="Group 1175">
                <a:extLst>
                  <a:ext uri="{FF2B5EF4-FFF2-40B4-BE49-F238E27FC236}">
                    <a16:creationId xmlns:a16="http://schemas.microsoft.com/office/drawing/2014/main" id="{B9328CA5-9013-4775-380B-8ACADB25BA1C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1183" name="Oval 1182">
                  <a:extLst>
                    <a:ext uri="{FF2B5EF4-FFF2-40B4-BE49-F238E27FC236}">
                      <a16:creationId xmlns:a16="http://schemas.microsoft.com/office/drawing/2014/main" id="{21FE404D-A931-20F5-6088-8F7A442AC121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4" name="Oval 1183">
                  <a:extLst>
                    <a:ext uri="{FF2B5EF4-FFF2-40B4-BE49-F238E27FC236}">
                      <a16:creationId xmlns:a16="http://schemas.microsoft.com/office/drawing/2014/main" id="{A7C3D7F5-4D57-9889-2664-A1A7267D22E3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77" name="Group 1176">
                <a:extLst>
                  <a:ext uri="{FF2B5EF4-FFF2-40B4-BE49-F238E27FC236}">
                    <a16:creationId xmlns:a16="http://schemas.microsoft.com/office/drawing/2014/main" id="{18E160F5-49C6-7C56-3C11-4247119D4CAC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1181" name="Oval 1180">
                  <a:extLst>
                    <a:ext uri="{FF2B5EF4-FFF2-40B4-BE49-F238E27FC236}">
                      <a16:creationId xmlns:a16="http://schemas.microsoft.com/office/drawing/2014/main" id="{ABFF8774-EA4F-1CC1-2696-53C86C97F562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2" name="Oval 1181">
                  <a:extLst>
                    <a:ext uri="{FF2B5EF4-FFF2-40B4-BE49-F238E27FC236}">
                      <a16:creationId xmlns:a16="http://schemas.microsoft.com/office/drawing/2014/main" id="{CE24C468-DE4C-004D-F66D-513DDF38CE6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178" name="Group 1177">
                <a:extLst>
                  <a:ext uri="{FF2B5EF4-FFF2-40B4-BE49-F238E27FC236}">
                    <a16:creationId xmlns:a16="http://schemas.microsoft.com/office/drawing/2014/main" id="{D52E5DA1-8092-2E02-351B-1BEFA4E20897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1179" name="Oval 1178">
                  <a:extLst>
                    <a:ext uri="{FF2B5EF4-FFF2-40B4-BE49-F238E27FC236}">
                      <a16:creationId xmlns:a16="http://schemas.microsoft.com/office/drawing/2014/main" id="{FB3A7024-E706-D692-1510-6CC66795DA1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80" name="Oval 1179">
                  <a:extLst>
                    <a:ext uri="{FF2B5EF4-FFF2-40B4-BE49-F238E27FC236}">
                      <a16:creationId xmlns:a16="http://schemas.microsoft.com/office/drawing/2014/main" id="{0B669BB9-3CCC-AF7B-1428-3506D476A12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1189" name="Group 1188">
            <a:extLst>
              <a:ext uri="{FF2B5EF4-FFF2-40B4-BE49-F238E27FC236}">
                <a16:creationId xmlns:a16="http://schemas.microsoft.com/office/drawing/2014/main" id="{9B8030D3-D791-9885-074C-8FB60D814771}"/>
              </a:ext>
            </a:extLst>
          </p:cNvPr>
          <p:cNvGrpSpPr/>
          <p:nvPr/>
        </p:nvGrpSpPr>
        <p:grpSpPr>
          <a:xfrm>
            <a:off x="3475642" y="2616687"/>
            <a:ext cx="76198" cy="76198"/>
            <a:chOff x="3354375" y="4234433"/>
            <a:chExt cx="131191" cy="131191"/>
          </a:xfrm>
        </p:grpSpPr>
        <p:sp>
          <p:nvSpPr>
            <p:cNvPr id="1190" name="Oval 1189">
              <a:extLst>
                <a:ext uri="{FF2B5EF4-FFF2-40B4-BE49-F238E27FC236}">
                  <a16:creationId xmlns:a16="http://schemas.microsoft.com/office/drawing/2014/main" id="{F2BC7368-D603-472F-CD6E-7583BDD1677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1" name="Oval 1190">
              <a:extLst>
                <a:ext uri="{FF2B5EF4-FFF2-40B4-BE49-F238E27FC236}">
                  <a16:creationId xmlns:a16="http://schemas.microsoft.com/office/drawing/2014/main" id="{1F835075-0AAA-2E93-A3FA-2CEE9661C57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F51B2628-61EE-3FF4-180F-F3E85DF85566}"/>
              </a:ext>
            </a:extLst>
          </p:cNvPr>
          <p:cNvGrpSpPr/>
          <p:nvPr/>
        </p:nvGrpSpPr>
        <p:grpSpPr>
          <a:xfrm rot="21588307">
            <a:off x="3150216" y="1992426"/>
            <a:ext cx="150955" cy="150955"/>
            <a:chOff x="3354375" y="4234433"/>
            <a:chExt cx="131191" cy="131191"/>
          </a:xfrm>
        </p:grpSpPr>
        <p:sp>
          <p:nvSpPr>
            <p:cNvPr id="1193" name="Oval 1192">
              <a:extLst>
                <a:ext uri="{FF2B5EF4-FFF2-40B4-BE49-F238E27FC236}">
                  <a16:creationId xmlns:a16="http://schemas.microsoft.com/office/drawing/2014/main" id="{79B9489F-E2DA-D965-8933-6CF8DE10A9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4" name="Oval 1193">
              <a:extLst>
                <a:ext uri="{FF2B5EF4-FFF2-40B4-BE49-F238E27FC236}">
                  <a16:creationId xmlns:a16="http://schemas.microsoft.com/office/drawing/2014/main" id="{4C1359B9-88CC-95F7-ACF6-8EE30A5D1FC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5" name="Group 1194">
            <a:extLst>
              <a:ext uri="{FF2B5EF4-FFF2-40B4-BE49-F238E27FC236}">
                <a16:creationId xmlns:a16="http://schemas.microsoft.com/office/drawing/2014/main" id="{C0F1DD53-E76A-EFFC-EE07-B3780812D714}"/>
              </a:ext>
            </a:extLst>
          </p:cNvPr>
          <p:cNvGrpSpPr/>
          <p:nvPr/>
        </p:nvGrpSpPr>
        <p:grpSpPr>
          <a:xfrm rot="21588307">
            <a:off x="3282651" y="1883930"/>
            <a:ext cx="76198" cy="76198"/>
            <a:chOff x="3354375" y="4234433"/>
            <a:chExt cx="131191" cy="131191"/>
          </a:xfrm>
        </p:grpSpPr>
        <p:sp>
          <p:nvSpPr>
            <p:cNvPr id="1196" name="Oval 1195">
              <a:extLst>
                <a:ext uri="{FF2B5EF4-FFF2-40B4-BE49-F238E27FC236}">
                  <a16:creationId xmlns:a16="http://schemas.microsoft.com/office/drawing/2014/main" id="{9C3CAC73-0EBC-4461-95EA-C711B703710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7" name="Oval 1196">
              <a:extLst>
                <a:ext uri="{FF2B5EF4-FFF2-40B4-BE49-F238E27FC236}">
                  <a16:creationId xmlns:a16="http://schemas.microsoft.com/office/drawing/2014/main" id="{83958F94-93D8-AAE3-4B2E-C17AAF11DD1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98" name="Group 1197">
            <a:extLst>
              <a:ext uri="{FF2B5EF4-FFF2-40B4-BE49-F238E27FC236}">
                <a16:creationId xmlns:a16="http://schemas.microsoft.com/office/drawing/2014/main" id="{12C3241C-CCDC-F40E-CB70-B4AA13CEA5FA}"/>
              </a:ext>
            </a:extLst>
          </p:cNvPr>
          <p:cNvGrpSpPr/>
          <p:nvPr/>
        </p:nvGrpSpPr>
        <p:grpSpPr>
          <a:xfrm rot="21588307">
            <a:off x="2452723" y="2191157"/>
            <a:ext cx="141158" cy="141158"/>
            <a:chOff x="3354375" y="4234433"/>
            <a:chExt cx="131191" cy="131191"/>
          </a:xfrm>
        </p:grpSpPr>
        <p:sp>
          <p:nvSpPr>
            <p:cNvPr id="1199" name="Oval 1198">
              <a:extLst>
                <a:ext uri="{FF2B5EF4-FFF2-40B4-BE49-F238E27FC236}">
                  <a16:creationId xmlns:a16="http://schemas.microsoft.com/office/drawing/2014/main" id="{3CFA2CB1-5B71-FAE6-7AA6-6E5EC4C294F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0" name="Oval 1199">
              <a:extLst>
                <a:ext uri="{FF2B5EF4-FFF2-40B4-BE49-F238E27FC236}">
                  <a16:creationId xmlns:a16="http://schemas.microsoft.com/office/drawing/2014/main" id="{40E8BA3B-61E6-F68C-CC99-AAB9975934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01" name="Group 1200">
            <a:extLst>
              <a:ext uri="{FF2B5EF4-FFF2-40B4-BE49-F238E27FC236}">
                <a16:creationId xmlns:a16="http://schemas.microsoft.com/office/drawing/2014/main" id="{9FEB70E0-10AC-1D33-1D77-E5A3F062D67F}"/>
              </a:ext>
            </a:extLst>
          </p:cNvPr>
          <p:cNvGrpSpPr/>
          <p:nvPr/>
        </p:nvGrpSpPr>
        <p:grpSpPr>
          <a:xfrm>
            <a:off x="3757486" y="2002298"/>
            <a:ext cx="76198" cy="76198"/>
            <a:chOff x="3354375" y="4234433"/>
            <a:chExt cx="131191" cy="131191"/>
          </a:xfrm>
        </p:grpSpPr>
        <p:sp>
          <p:nvSpPr>
            <p:cNvPr id="1202" name="Oval 1201">
              <a:extLst>
                <a:ext uri="{FF2B5EF4-FFF2-40B4-BE49-F238E27FC236}">
                  <a16:creationId xmlns:a16="http://schemas.microsoft.com/office/drawing/2014/main" id="{2958A229-8E2A-7EEF-7D38-571D5958CD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3" name="Oval 1202">
              <a:extLst>
                <a:ext uri="{FF2B5EF4-FFF2-40B4-BE49-F238E27FC236}">
                  <a16:creationId xmlns:a16="http://schemas.microsoft.com/office/drawing/2014/main" id="{08D43435-4578-ADA4-E336-BE4A157F9B7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04" name="Group 1203">
            <a:extLst>
              <a:ext uri="{FF2B5EF4-FFF2-40B4-BE49-F238E27FC236}">
                <a16:creationId xmlns:a16="http://schemas.microsoft.com/office/drawing/2014/main" id="{11888FE7-D604-675A-A9B4-DE2704A29C52}"/>
              </a:ext>
            </a:extLst>
          </p:cNvPr>
          <p:cNvGrpSpPr/>
          <p:nvPr/>
        </p:nvGrpSpPr>
        <p:grpSpPr>
          <a:xfrm>
            <a:off x="2571340" y="2275947"/>
            <a:ext cx="209043" cy="209043"/>
            <a:chOff x="3354375" y="4234433"/>
            <a:chExt cx="131191" cy="131191"/>
          </a:xfrm>
        </p:grpSpPr>
        <p:sp>
          <p:nvSpPr>
            <p:cNvPr id="1205" name="Oval 1204">
              <a:extLst>
                <a:ext uri="{FF2B5EF4-FFF2-40B4-BE49-F238E27FC236}">
                  <a16:creationId xmlns:a16="http://schemas.microsoft.com/office/drawing/2014/main" id="{5823AF0E-39A8-BA0D-3C56-104F431CD87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6" name="Oval 1205">
              <a:extLst>
                <a:ext uri="{FF2B5EF4-FFF2-40B4-BE49-F238E27FC236}">
                  <a16:creationId xmlns:a16="http://schemas.microsoft.com/office/drawing/2014/main" id="{121ED4CB-F728-13F7-51C6-E5C439E3256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07" name="Group 1206">
            <a:extLst>
              <a:ext uri="{FF2B5EF4-FFF2-40B4-BE49-F238E27FC236}">
                <a16:creationId xmlns:a16="http://schemas.microsoft.com/office/drawing/2014/main" id="{B5EC2265-A361-CC84-C4B0-0B0764789D24}"/>
              </a:ext>
            </a:extLst>
          </p:cNvPr>
          <p:cNvGrpSpPr/>
          <p:nvPr/>
        </p:nvGrpSpPr>
        <p:grpSpPr>
          <a:xfrm>
            <a:off x="2734838" y="2142187"/>
            <a:ext cx="141158" cy="141158"/>
            <a:chOff x="3354375" y="4234433"/>
            <a:chExt cx="131191" cy="131191"/>
          </a:xfrm>
        </p:grpSpPr>
        <p:sp>
          <p:nvSpPr>
            <p:cNvPr id="1208" name="Oval 1207">
              <a:extLst>
                <a:ext uri="{FF2B5EF4-FFF2-40B4-BE49-F238E27FC236}">
                  <a16:creationId xmlns:a16="http://schemas.microsoft.com/office/drawing/2014/main" id="{A773D2DE-2717-5B23-40BD-CF5CEA2B873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9" name="Oval 1208">
              <a:extLst>
                <a:ext uri="{FF2B5EF4-FFF2-40B4-BE49-F238E27FC236}">
                  <a16:creationId xmlns:a16="http://schemas.microsoft.com/office/drawing/2014/main" id="{53897D62-D846-7BBC-3ED6-0B91FC4B6B3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11" name="Group 1210">
            <a:extLst>
              <a:ext uri="{FF2B5EF4-FFF2-40B4-BE49-F238E27FC236}">
                <a16:creationId xmlns:a16="http://schemas.microsoft.com/office/drawing/2014/main" id="{3251A000-B75A-EC76-768A-4B59B68F950C}"/>
              </a:ext>
            </a:extLst>
          </p:cNvPr>
          <p:cNvGrpSpPr/>
          <p:nvPr/>
        </p:nvGrpSpPr>
        <p:grpSpPr>
          <a:xfrm rot="639845">
            <a:off x="3147324" y="2241511"/>
            <a:ext cx="209043" cy="209043"/>
            <a:chOff x="3354375" y="4234433"/>
            <a:chExt cx="131191" cy="131191"/>
          </a:xfrm>
        </p:grpSpPr>
        <p:sp>
          <p:nvSpPr>
            <p:cNvPr id="1225" name="Oval 1224">
              <a:extLst>
                <a:ext uri="{FF2B5EF4-FFF2-40B4-BE49-F238E27FC236}">
                  <a16:creationId xmlns:a16="http://schemas.microsoft.com/office/drawing/2014/main" id="{E1EB2E7C-65D5-A83D-3C9E-3C2E88EF191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6" name="Oval 1225">
              <a:extLst>
                <a:ext uri="{FF2B5EF4-FFF2-40B4-BE49-F238E27FC236}">
                  <a16:creationId xmlns:a16="http://schemas.microsoft.com/office/drawing/2014/main" id="{A77E449D-103B-4899-168F-C46F783E2D5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12" name="Group 1211">
            <a:extLst>
              <a:ext uri="{FF2B5EF4-FFF2-40B4-BE49-F238E27FC236}">
                <a16:creationId xmlns:a16="http://schemas.microsoft.com/office/drawing/2014/main" id="{983C1F28-1C29-37B6-99EA-8235309D3355}"/>
              </a:ext>
            </a:extLst>
          </p:cNvPr>
          <p:cNvGrpSpPr/>
          <p:nvPr/>
        </p:nvGrpSpPr>
        <p:grpSpPr>
          <a:xfrm rot="21588307">
            <a:off x="2882080" y="2032313"/>
            <a:ext cx="278820" cy="368324"/>
            <a:chOff x="2669038" y="3750195"/>
            <a:chExt cx="278820" cy="368324"/>
          </a:xfrm>
        </p:grpSpPr>
        <p:grpSp>
          <p:nvGrpSpPr>
            <p:cNvPr id="1213" name="Group 1212">
              <a:extLst>
                <a:ext uri="{FF2B5EF4-FFF2-40B4-BE49-F238E27FC236}">
                  <a16:creationId xmlns:a16="http://schemas.microsoft.com/office/drawing/2014/main" id="{F6DE3BCA-BBEA-7A72-5DFF-2D21AF3FEFD2}"/>
                </a:ext>
              </a:extLst>
            </p:cNvPr>
            <p:cNvGrpSpPr/>
            <p:nvPr/>
          </p:nvGrpSpPr>
          <p:grpSpPr>
            <a:xfrm>
              <a:off x="2796903" y="3867110"/>
              <a:ext cx="150955" cy="150955"/>
              <a:chOff x="3354375" y="4234433"/>
              <a:chExt cx="131191" cy="131191"/>
            </a:xfrm>
          </p:grpSpPr>
          <p:sp>
            <p:nvSpPr>
              <p:cNvPr id="1223" name="Oval 1222">
                <a:extLst>
                  <a:ext uri="{FF2B5EF4-FFF2-40B4-BE49-F238E27FC236}">
                    <a16:creationId xmlns:a16="http://schemas.microsoft.com/office/drawing/2014/main" id="{5854E363-87DF-908C-9564-A7244778FCCC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24" name="Oval 1223">
                <a:extLst>
                  <a:ext uri="{FF2B5EF4-FFF2-40B4-BE49-F238E27FC236}">
                    <a16:creationId xmlns:a16="http://schemas.microsoft.com/office/drawing/2014/main" id="{26596356-932B-4984-C6CA-21B71F5265CE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14" name="Group 1213">
              <a:extLst>
                <a:ext uri="{FF2B5EF4-FFF2-40B4-BE49-F238E27FC236}">
                  <a16:creationId xmlns:a16="http://schemas.microsoft.com/office/drawing/2014/main" id="{4A88CF59-CEB2-E16A-4A0C-E3C35B2C13D8}"/>
                </a:ext>
              </a:extLst>
            </p:cNvPr>
            <p:cNvGrpSpPr/>
            <p:nvPr/>
          </p:nvGrpSpPr>
          <p:grpSpPr>
            <a:xfrm>
              <a:off x="2826519" y="4042321"/>
              <a:ext cx="76198" cy="76198"/>
              <a:chOff x="3354366" y="4234435"/>
              <a:chExt cx="131191" cy="131191"/>
            </a:xfrm>
          </p:grpSpPr>
          <p:sp>
            <p:nvSpPr>
              <p:cNvPr id="1221" name="Oval 1220">
                <a:extLst>
                  <a:ext uri="{FF2B5EF4-FFF2-40B4-BE49-F238E27FC236}">
                    <a16:creationId xmlns:a16="http://schemas.microsoft.com/office/drawing/2014/main" id="{AAC140EF-A8F6-7E40-20CD-212A1FFB96F2}"/>
                  </a:ext>
                </a:extLst>
              </p:cNvPr>
              <p:cNvSpPr/>
              <p:nvPr/>
            </p:nvSpPr>
            <p:spPr>
              <a:xfrm>
                <a:off x="3354366" y="4234435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22" name="Oval 1221">
                <a:extLst>
                  <a:ext uri="{FF2B5EF4-FFF2-40B4-BE49-F238E27FC236}">
                    <a16:creationId xmlns:a16="http://schemas.microsoft.com/office/drawing/2014/main" id="{928C152B-A940-123E-3C07-0BF9DC8B1F27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15" name="Group 1214">
              <a:extLst>
                <a:ext uri="{FF2B5EF4-FFF2-40B4-BE49-F238E27FC236}">
                  <a16:creationId xmlns:a16="http://schemas.microsoft.com/office/drawing/2014/main" id="{123BA241-62E5-C3B9-E7A6-EADAC5778B39}"/>
                </a:ext>
              </a:extLst>
            </p:cNvPr>
            <p:cNvGrpSpPr/>
            <p:nvPr/>
          </p:nvGrpSpPr>
          <p:grpSpPr>
            <a:xfrm>
              <a:off x="2669038" y="3939261"/>
              <a:ext cx="141158" cy="141158"/>
              <a:chOff x="3354375" y="4234433"/>
              <a:chExt cx="131191" cy="131191"/>
            </a:xfrm>
          </p:grpSpPr>
          <p:sp>
            <p:nvSpPr>
              <p:cNvPr id="1219" name="Oval 1218">
                <a:extLst>
                  <a:ext uri="{FF2B5EF4-FFF2-40B4-BE49-F238E27FC236}">
                    <a16:creationId xmlns:a16="http://schemas.microsoft.com/office/drawing/2014/main" id="{B5963526-749D-D5BF-7852-BEFA660210D8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20" name="Oval 1219">
                <a:extLst>
                  <a:ext uri="{FF2B5EF4-FFF2-40B4-BE49-F238E27FC236}">
                    <a16:creationId xmlns:a16="http://schemas.microsoft.com/office/drawing/2014/main" id="{38B74111-621B-0801-6E45-0F320923EDDB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16" name="Group 1215">
              <a:extLst>
                <a:ext uri="{FF2B5EF4-FFF2-40B4-BE49-F238E27FC236}">
                  <a16:creationId xmlns:a16="http://schemas.microsoft.com/office/drawing/2014/main" id="{6C737FB4-022C-FED8-C0FE-02851162FC05}"/>
                </a:ext>
              </a:extLst>
            </p:cNvPr>
            <p:cNvGrpSpPr/>
            <p:nvPr/>
          </p:nvGrpSpPr>
          <p:grpSpPr>
            <a:xfrm>
              <a:off x="2826524" y="3750195"/>
              <a:ext cx="76198" cy="76198"/>
              <a:chOff x="3354375" y="4234433"/>
              <a:chExt cx="131191" cy="131191"/>
            </a:xfrm>
          </p:grpSpPr>
          <p:sp>
            <p:nvSpPr>
              <p:cNvPr id="1217" name="Oval 1216">
                <a:extLst>
                  <a:ext uri="{FF2B5EF4-FFF2-40B4-BE49-F238E27FC236}">
                    <a16:creationId xmlns:a16="http://schemas.microsoft.com/office/drawing/2014/main" id="{18FEAACA-511E-D15F-1216-20CB9C4AEE5C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18" name="Oval 1217">
                <a:extLst>
                  <a:ext uri="{FF2B5EF4-FFF2-40B4-BE49-F238E27FC236}">
                    <a16:creationId xmlns:a16="http://schemas.microsoft.com/office/drawing/2014/main" id="{25A3BC0B-3371-F8A5-8300-96ABF4EC81A7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1227" name="Group 1226">
            <a:extLst>
              <a:ext uri="{FF2B5EF4-FFF2-40B4-BE49-F238E27FC236}">
                <a16:creationId xmlns:a16="http://schemas.microsoft.com/office/drawing/2014/main" id="{098BD077-2E4A-5375-1BEA-0B11D6AEE4C4}"/>
              </a:ext>
            </a:extLst>
          </p:cNvPr>
          <p:cNvGrpSpPr/>
          <p:nvPr/>
        </p:nvGrpSpPr>
        <p:grpSpPr>
          <a:xfrm>
            <a:off x="2816280" y="2347895"/>
            <a:ext cx="76198" cy="76198"/>
            <a:chOff x="3354375" y="4234433"/>
            <a:chExt cx="131191" cy="131191"/>
          </a:xfrm>
        </p:grpSpPr>
        <p:sp>
          <p:nvSpPr>
            <p:cNvPr id="1228" name="Oval 1227">
              <a:extLst>
                <a:ext uri="{FF2B5EF4-FFF2-40B4-BE49-F238E27FC236}">
                  <a16:creationId xmlns:a16="http://schemas.microsoft.com/office/drawing/2014/main" id="{C76DBB5C-D669-0627-DF9E-8418CC9C44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9" name="Oval 1228">
              <a:extLst>
                <a:ext uri="{FF2B5EF4-FFF2-40B4-BE49-F238E27FC236}">
                  <a16:creationId xmlns:a16="http://schemas.microsoft.com/office/drawing/2014/main" id="{D9CC13A5-ADDB-F3D2-62B7-DF24F665CA7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30" name="Group 1229">
            <a:extLst>
              <a:ext uri="{FF2B5EF4-FFF2-40B4-BE49-F238E27FC236}">
                <a16:creationId xmlns:a16="http://schemas.microsoft.com/office/drawing/2014/main" id="{9084CF68-E3A2-D8EC-49DA-F4F55A679635}"/>
              </a:ext>
            </a:extLst>
          </p:cNvPr>
          <p:cNvGrpSpPr/>
          <p:nvPr/>
        </p:nvGrpSpPr>
        <p:grpSpPr>
          <a:xfrm>
            <a:off x="3696056" y="2106597"/>
            <a:ext cx="141158" cy="141158"/>
            <a:chOff x="3354375" y="4234433"/>
            <a:chExt cx="131191" cy="131191"/>
          </a:xfrm>
        </p:grpSpPr>
        <p:sp>
          <p:nvSpPr>
            <p:cNvPr id="1231" name="Oval 1230">
              <a:extLst>
                <a:ext uri="{FF2B5EF4-FFF2-40B4-BE49-F238E27FC236}">
                  <a16:creationId xmlns:a16="http://schemas.microsoft.com/office/drawing/2014/main" id="{9B2644B0-DFF6-BBF9-D2CF-F7EEE7C079B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2" name="Oval 1231">
              <a:extLst>
                <a:ext uri="{FF2B5EF4-FFF2-40B4-BE49-F238E27FC236}">
                  <a16:creationId xmlns:a16="http://schemas.microsoft.com/office/drawing/2014/main" id="{B5D6886E-332D-57BC-B616-0736E9BDDDC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233" name="Group 1232">
            <a:extLst>
              <a:ext uri="{FF2B5EF4-FFF2-40B4-BE49-F238E27FC236}">
                <a16:creationId xmlns:a16="http://schemas.microsoft.com/office/drawing/2014/main" id="{52DC8111-CBD8-CC71-2650-4E83B488DAE8}"/>
              </a:ext>
            </a:extLst>
          </p:cNvPr>
          <p:cNvGrpSpPr/>
          <p:nvPr/>
        </p:nvGrpSpPr>
        <p:grpSpPr>
          <a:xfrm rot="639845">
            <a:off x="3491314" y="2178576"/>
            <a:ext cx="209043" cy="209043"/>
            <a:chOff x="3354375" y="4234433"/>
            <a:chExt cx="131191" cy="131191"/>
          </a:xfrm>
        </p:grpSpPr>
        <p:sp>
          <p:nvSpPr>
            <p:cNvPr id="1234" name="Oval 1233">
              <a:extLst>
                <a:ext uri="{FF2B5EF4-FFF2-40B4-BE49-F238E27FC236}">
                  <a16:creationId xmlns:a16="http://schemas.microsoft.com/office/drawing/2014/main" id="{3CE9A5EE-B8A8-5E52-8595-14C9A302F50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5" name="Oval 1234">
              <a:extLst>
                <a:ext uri="{FF2B5EF4-FFF2-40B4-BE49-F238E27FC236}">
                  <a16:creationId xmlns:a16="http://schemas.microsoft.com/office/drawing/2014/main" id="{199F0F57-8584-58EC-8C2B-870CDA34B32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36" name="Group 1235">
            <a:extLst>
              <a:ext uri="{FF2B5EF4-FFF2-40B4-BE49-F238E27FC236}">
                <a16:creationId xmlns:a16="http://schemas.microsoft.com/office/drawing/2014/main" id="{468632DA-62FF-7513-2FD2-446715D6E2FD}"/>
              </a:ext>
            </a:extLst>
          </p:cNvPr>
          <p:cNvGrpSpPr/>
          <p:nvPr/>
        </p:nvGrpSpPr>
        <p:grpSpPr>
          <a:xfrm rot="21588307">
            <a:off x="3315990" y="2106852"/>
            <a:ext cx="150955" cy="150955"/>
            <a:chOff x="3354375" y="4234433"/>
            <a:chExt cx="131191" cy="131191"/>
          </a:xfrm>
        </p:grpSpPr>
        <p:sp>
          <p:nvSpPr>
            <p:cNvPr id="1237" name="Oval 1236">
              <a:extLst>
                <a:ext uri="{FF2B5EF4-FFF2-40B4-BE49-F238E27FC236}">
                  <a16:creationId xmlns:a16="http://schemas.microsoft.com/office/drawing/2014/main" id="{E4916227-7367-D9B2-979B-398910ADC5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8" name="Oval 1237">
              <a:extLst>
                <a:ext uri="{FF2B5EF4-FFF2-40B4-BE49-F238E27FC236}">
                  <a16:creationId xmlns:a16="http://schemas.microsoft.com/office/drawing/2014/main" id="{4DC64DA0-9731-0C71-1AD8-92BBBF0F1ED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39" name="Group 1238">
            <a:extLst>
              <a:ext uri="{FF2B5EF4-FFF2-40B4-BE49-F238E27FC236}">
                <a16:creationId xmlns:a16="http://schemas.microsoft.com/office/drawing/2014/main" id="{02C24F15-93D6-5488-5A71-91A54C2EB41C}"/>
              </a:ext>
            </a:extLst>
          </p:cNvPr>
          <p:cNvGrpSpPr/>
          <p:nvPr/>
        </p:nvGrpSpPr>
        <p:grpSpPr>
          <a:xfrm rot="21588307">
            <a:off x="3483678" y="2089583"/>
            <a:ext cx="76198" cy="76198"/>
            <a:chOff x="3354375" y="4234433"/>
            <a:chExt cx="131191" cy="131191"/>
          </a:xfrm>
        </p:grpSpPr>
        <p:sp>
          <p:nvSpPr>
            <p:cNvPr id="1240" name="Oval 1239">
              <a:extLst>
                <a:ext uri="{FF2B5EF4-FFF2-40B4-BE49-F238E27FC236}">
                  <a16:creationId xmlns:a16="http://schemas.microsoft.com/office/drawing/2014/main" id="{E671E092-4F4E-3A60-5606-2E500EF3C20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1" name="Oval 1240">
              <a:extLst>
                <a:ext uri="{FF2B5EF4-FFF2-40B4-BE49-F238E27FC236}">
                  <a16:creationId xmlns:a16="http://schemas.microsoft.com/office/drawing/2014/main" id="{AE634A22-60CB-B872-2766-00F914AA26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42" name="Group 1241">
            <a:extLst>
              <a:ext uri="{FF2B5EF4-FFF2-40B4-BE49-F238E27FC236}">
                <a16:creationId xmlns:a16="http://schemas.microsoft.com/office/drawing/2014/main" id="{2B7F50A0-7B05-6550-0A9B-15D82F0205B0}"/>
              </a:ext>
            </a:extLst>
          </p:cNvPr>
          <p:cNvGrpSpPr/>
          <p:nvPr/>
        </p:nvGrpSpPr>
        <p:grpSpPr>
          <a:xfrm rot="21588307">
            <a:off x="3360766" y="2306514"/>
            <a:ext cx="141158" cy="141158"/>
            <a:chOff x="3354375" y="4234433"/>
            <a:chExt cx="131191" cy="131191"/>
          </a:xfrm>
        </p:grpSpPr>
        <p:sp>
          <p:nvSpPr>
            <p:cNvPr id="1243" name="Oval 1242">
              <a:extLst>
                <a:ext uri="{FF2B5EF4-FFF2-40B4-BE49-F238E27FC236}">
                  <a16:creationId xmlns:a16="http://schemas.microsoft.com/office/drawing/2014/main" id="{3D0D6411-693D-8BC6-666C-F2650AA90B7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4" name="Oval 1243">
              <a:extLst>
                <a:ext uri="{FF2B5EF4-FFF2-40B4-BE49-F238E27FC236}">
                  <a16:creationId xmlns:a16="http://schemas.microsoft.com/office/drawing/2014/main" id="{BBB8CABD-DEF9-1BD3-6CA5-B0DC6DEF7DF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45" name="Group 1244">
            <a:extLst>
              <a:ext uri="{FF2B5EF4-FFF2-40B4-BE49-F238E27FC236}">
                <a16:creationId xmlns:a16="http://schemas.microsoft.com/office/drawing/2014/main" id="{F8A2C3F9-4083-AEB5-AD32-1271E64BF30C}"/>
              </a:ext>
            </a:extLst>
          </p:cNvPr>
          <p:cNvGrpSpPr/>
          <p:nvPr/>
        </p:nvGrpSpPr>
        <p:grpSpPr>
          <a:xfrm rot="21588307">
            <a:off x="3227449" y="2168541"/>
            <a:ext cx="76198" cy="76198"/>
            <a:chOff x="3354375" y="4234433"/>
            <a:chExt cx="131191" cy="131191"/>
          </a:xfrm>
        </p:grpSpPr>
        <p:sp>
          <p:nvSpPr>
            <p:cNvPr id="1246" name="Oval 1245">
              <a:extLst>
                <a:ext uri="{FF2B5EF4-FFF2-40B4-BE49-F238E27FC236}">
                  <a16:creationId xmlns:a16="http://schemas.microsoft.com/office/drawing/2014/main" id="{A3C91037-3B09-5390-414D-2D3FE97BE21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7" name="Oval 1246">
              <a:extLst>
                <a:ext uri="{FF2B5EF4-FFF2-40B4-BE49-F238E27FC236}">
                  <a16:creationId xmlns:a16="http://schemas.microsoft.com/office/drawing/2014/main" id="{DADAB90F-1198-E094-B5CD-6521A575B21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48" name="Group 1247">
            <a:extLst>
              <a:ext uri="{FF2B5EF4-FFF2-40B4-BE49-F238E27FC236}">
                <a16:creationId xmlns:a16="http://schemas.microsoft.com/office/drawing/2014/main" id="{47C95630-076B-230C-8C56-3CCEE9837566}"/>
              </a:ext>
            </a:extLst>
          </p:cNvPr>
          <p:cNvGrpSpPr/>
          <p:nvPr/>
        </p:nvGrpSpPr>
        <p:grpSpPr>
          <a:xfrm>
            <a:off x="3517130" y="2415430"/>
            <a:ext cx="209043" cy="209043"/>
            <a:chOff x="3354375" y="4234433"/>
            <a:chExt cx="131191" cy="131191"/>
          </a:xfrm>
        </p:grpSpPr>
        <p:sp>
          <p:nvSpPr>
            <p:cNvPr id="1249" name="Oval 1248">
              <a:extLst>
                <a:ext uri="{FF2B5EF4-FFF2-40B4-BE49-F238E27FC236}">
                  <a16:creationId xmlns:a16="http://schemas.microsoft.com/office/drawing/2014/main" id="{850AAA0D-97EA-1A96-5DCC-E203A5B2B25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0" name="Oval 1249">
              <a:extLst>
                <a:ext uri="{FF2B5EF4-FFF2-40B4-BE49-F238E27FC236}">
                  <a16:creationId xmlns:a16="http://schemas.microsoft.com/office/drawing/2014/main" id="{B55C5CE0-9931-05F5-20C3-FDA1C0DBA33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1" name="Group 1250">
            <a:extLst>
              <a:ext uri="{FF2B5EF4-FFF2-40B4-BE49-F238E27FC236}">
                <a16:creationId xmlns:a16="http://schemas.microsoft.com/office/drawing/2014/main" id="{60797C41-56C5-BC65-4A56-DCD0B84DFE20}"/>
              </a:ext>
            </a:extLst>
          </p:cNvPr>
          <p:cNvGrpSpPr/>
          <p:nvPr/>
        </p:nvGrpSpPr>
        <p:grpSpPr>
          <a:xfrm>
            <a:off x="3315955" y="2603518"/>
            <a:ext cx="141158" cy="141158"/>
            <a:chOff x="3354375" y="4234433"/>
            <a:chExt cx="131191" cy="131191"/>
          </a:xfrm>
        </p:grpSpPr>
        <p:sp>
          <p:nvSpPr>
            <p:cNvPr id="1252" name="Oval 1251">
              <a:extLst>
                <a:ext uri="{FF2B5EF4-FFF2-40B4-BE49-F238E27FC236}">
                  <a16:creationId xmlns:a16="http://schemas.microsoft.com/office/drawing/2014/main" id="{9625D2B8-5CB5-BAF2-7E47-7DDCF00F9D1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3" name="Oval 1252">
              <a:extLst>
                <a:ext uri="{FF2B5EF4-FFF2-40B4-BE49-F238E27FC236}">
                  <a16:creationId xmlns:a16="http://schemas.microsoft.com/office/drawing/2014/main" id="{4CE647E7-09B4-8049-962B-D7DBD7429BD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54" name="Group 1253">
            <a:extLst>
              <a:ext uri="{FF2B5EF4-FFF2-40B4-BE49-F238E27FC236}">
                <a16:creationId xmlns:a16="http://schemas.microsoft.com/office/drawing/2014/main" id="{7CB6FB41-58A6-76BE-9681-623DA6723435}"/>
              </a:ext>
            </a:extLst>
          </p:cNvPr>
          <p:cNvGrpSpPr/>
          <p:nvPr/>
        </p:nvGrpSpPr>
        <p:grpSpPr>
          <a:xfrm>
            <a:off x="3134473" y="2697419"/>
            <a:ext cx="117664" cy="117664"/>
            <a:chOff x="3354375" y="4234433"/>
            <a:chExt cx="131191" cy="131191"/>
          </a:xfrm>
        </p:grpSpPr>
        <p:sp>
          <p:nvSpPr>
            <p:cNvPr id="1255" name="Oval 1254">
              <a:extLst>
                <a:ext uri="{FF2B5EF4-FFF2-40B4-BE49-F238E27FC236}">
                  <a16:creationId xmlns:a16="http://schemas.microsoft.com/office/drawing/2014/main" id="{7603D48B-A277-2272-F543-D1506E5C96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6" name="Oval 1255">
              <a:extLst>
                <a:ext uri="{FF2B5EF4-FFF2-40B4-BE49-F238E27FC236}">
                  <a16:creationId xmlns:a16="http://schemas.microsoft.com/office/drawing/2014/main" id="{D40B3761-5A35-6284-EB4B-5E14985A374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257" name="Group 1256">
            <a:extLst>
              <a:ext uri="{FF2B5EF4-FFF2-40B4-BE49-F238E27FC236}">
                <a16:creationId xmlns:a16="http://schemas.microsoft.com/office/drawing/2014/main" id="{E29F1AF0-2880-89F1-9378-9EFFEA4C9BA7}"/>
              </a:ext>
            </a:extLst>
          </p:cNvPr>
          <p:cNvGrpSpPr/>
          <p:nvPr/>
        </p:nvGrpSpPr>
        <p:grpSpPr>
          <a:xfrm rot="639845">
            <a:off x="1525607" y="2616851"/>
            <a:ext cx="209043" cy="209043"/>
            <a:chOff x="3354375" y="4234433"/>
            <a:chExt cx="131191" cy="131191"/>
          </a:xfrm>
        </p:grpSpPr>
        <p:sp>
          <p:nvSpPr>
            <p:cNvPr id="1258" name="Oval 1257">
              <a:extLst>
                <a:ext uri="{FF2B5EF4-FFF2-40B4-BE49-F238E27FC236}">
                  <a16:creationId xmlns:a16="http://schemas.microsoft.com/office/drawing/2014/main" id="{615736D2-C095-5AC4-BD76-89DC8352A16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9" name="Oval 1258">
              <a:extLst>
                <a:ext uri="{FF2B5EF4-FFF2-40B4-BE49-F238E27FC236}">
                  <a16:creationId xmlns:a16="http://schemas.microsoft.com/office/drawing/2014/main" id="{B1BE2D41-D94C-1CC7-950E-BEC87E3D92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60" name="Group 1259">
            <a:extLst>
              <a:ext uri="{FF2B5EF4-FFF2-40B4-BE49-F238E27FC236}">
                <a16:creationId xmlns:a16="http://schemas.microsoft.com/office/drawing/2014/main" id="{D04C27A5-DC22-FA4D-91AC-72C855ECFB76}"/>
              </a:ext>
            </a:extLst>
          </p:cNvPr>
          <p:cNvGrpSpPr/>
          <p:nvPr/>
        </p:nvGrpSpPr>
        <p:grpSpPr>
          <a:xfrm rot="21588307">
            <a:off x="1664501" y="2822396"/>
            <a:ext cx="150955" cy="150955"/>
            <a:chOff x="3354375" y="4234433"/>
            <a:chExt cx="131191" cy="131191"/>
          </a:xfrm>
        </p:grpSpPr>
        <p:sp>
          <p:nvSpPr>
            <p:cNvPr id="1261" name="Oval 1260">
              <a:extLst>
                <a:ext uri="{FF2B5EF4-FFF2-40B4-BE49-F238E27FC236}">
                  <a16:creationId xmlns:a16="http://schemas.microsoft.com/office/drawing/2014/main" id="{E7AA2DB2-D773-0783-0E1E-E35C4A3EF5E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2" name="Oval 1261">
              <a:extLst>
                <a:ext uri="{FF2B5EF4-FFF2-40B4-BE49-F238E27FC236}">
                  <a16:creationId xmlns:a16="http://schemas.microsoft.com/office/drawing/2014/main" id="{19E52347-104E-69A8-8744-E2D731605B8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63" name="Group 1262">
            <a:extLst>
              <a:ext uri="{FF2B5EF4-FFF2-40B4-BE49-F238E27FC236}">
                <a16:creationId xmlns:a16="http://schemas.microsoft.com/office/drawing/2014/main" id="{8D632219-661B-1EEA-C4C5-7305351421B5}"/>
              </a:ext>
            </a:extLst>
          </p:cNvPr>
          <p:cNvGrpSpPr/>
          <p:nvPr/>
        </p:nvGrpSpPr>
        <p:grpSpPr>
          <a:xfrm rot="21588307">
            <a:off x="1675082" y="2236385"/>
            <a:ext cx="76198" cy="76198"/>
            <a:chOff x="3354375" y="4234433"/>
            <a:chExt cx="131191" cy="131191"/>
          </a:xfrm>
        </p:grpSpPr>
        <p:sp>
          <p:nvSpPr>
            <p:cNvPr id="1264" name="Oval 1263">
              <a:extLst>
                <a:ext uri="{FF2B5EF4-FFF2-40B4-BE49-F238E27FC236}">
                  <a16:creationId xmlns:a16="http://schemas.microsoft.com/office/drawing/2014/main" id="{35EC685A-CDCC-ABE2-38AD-203549B36C2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5" name="Oval 1264">
              <a:extLst>
                <a:ext uri="{FF2B5EF4-FFF2-40B4-BE49-F238E27FC236}">
                  <a16:creationId xmlns:a16="http://schemas.microsoft.com/office/drawing/2014/main" id="{4CFC1F42-8BE2-50A4-B931-4C6E2562C27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66" name="Group 1265">
            <a:extLst>
              <a:ext uri="{FF2B5EF4-FFF2-40B4-BE49-F238E27FC236}">
                <a16:creationId xmlns:a16="http://schemas.microsoft.com/office/drawing/2014/main" id="{48274C95-174E-F0A0-093C-B00751A68B2B}"/>
              </a:ext>
            </a:extLst>
          </p:cNvPr>
          <p:cNvGrpSpPr/>
          <p:nvPr/>
        </p:nvGrpSpPr>
        <p:grpSpPr>
          <a:xfrm rot="21588307">
            <a:off x="1483793" y="2833565"/>
            <a:ext cx="141158" cy="141158"/>
            <a:chOff x="3354375" y="4234433"/>
            <a:chExt cx="131191" cy="131191"/>
          </a:xfrm>
        </p:grpSpPr>
        <p:sp>
          <p:nvSpPr>
            <p:cNvPr id="1267" name="Oval 1266">
              <a:extLst>
                <a:ext uri="{FF2B5EF4-FFF2-40B4-BE49-F238E27FC236}">
                  <a16:creationId xmlns:a16="http://schemas.microsoft.com/office/drawing/2014/main" id="{DC9080CD-4590-4AD5-FE3E-E45158EE7B9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8" name="Oval 1267">
              <a:extLst>
                <a:ext uri="{FF2B5EF4-FFF2-40B4-BE49-F238E27FC236}">
                  <a16:creationId xmlns:a16="http://schemas.microsoft.com/office/drawing/2014/main" id="{563EB1C7-2D9F-F9E9-7ECB-21F341E7368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69" name="Group 1268">
            <a:extLst>
              <a:ext uri="{FF2B5EF4-FFF2-40B4-BE49-F238E27FC236}">
                <a16:creationId xmlns:a16="http://schemas.microsoft.com/office/drawing/2014/main" id="{EAA492F7-F0E1-0AC0-51D2-019DF8AE7CB1}"/>
              </a:ext>
            </a:extLst>
          </p:cNvPr>
          <p:cNvGrpSpPr/>
          <p:nvPr/>
        </p:nvGrpSpPr>
        <p:grpSpPr>
          <a:xfrm rot="21588307">
            <a:off x="2492426" y="2777321"/>
            <a:ext cx="76198" cy="76198"/>
            <a:chOff x="3354375" y="4234433"/>
            <a:chExt cx="131191" cy="131191"/>
          </a:xfrm>
        </p:grpSpPr>
        <p:sp>
          <p:nvSpPr>
            <p:cNvPr id="1270" name="Oval 1269">
              <a:extLst>
                <a:ext uri="{FF2B5EF4-FFF2-40B4-BE49-F238E27FC236}">
                  <a16:creationId xmlns:a16="http://schemas.microsoft.com/office/drawing/2014/main" id="{5CD8B22E-C6F1-F8DD-AC69-13440361C49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1" name="Oval 1270">
              <a:extLst>
                <a:ext uri="{FF2B5EF4-FFF2-40B4-BE49-F238E27FC236}">
                  <a16:creationId xmlns:a16="http://schemas.microsoft.com/office/drawing/2014/main" id="{AF64C28F-9291-E503-AED0-CE73ED949FB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72" name="Group 1271">
            <a:extLst>
              <a:ext uri="{FF2B5EF4-FFF2-40B4-BE49-F238E27FC236}">
                <a16:creationId xmlns:a16="http://schemas.microsoft.com/office/drawing/2014/main" id="{91AAD341-5D0D-913C-C303-00A75FC255A0}"/>
              </a:ext>
            </a:extLst>
          </p:cNvPr>
          <p:cNvGrpSpPr/>
          <p:nvPr/>
        </p:nvGrpSpPr>
        <p:grpSpPr>
          <a:xfrm rot="21588307">
            <a:off x="1621016" y="2333779"/>
            <a:ext cx="150955" cy="150955"/>
            <a:chOff x="3354375" y="4234433"/>
            <a:chExt cx="131191" cy="131191"/>
          </a:xfrm>
        </p:grpSpPr>
        <p:sp>
          <p:nvSpPr>
            <p:cNvPr id="1273" name="Oval 1272">
              <a:extLst>
                <a:ext uri="{FF2B5EF4-FFF2-40B4-BE49-F238E27FC236}">
                  <a16:creationId xmlns:a16="http://schemas.microsoft.com/office/drawing/2014/main" id="{6C0D545A-9F5E-3575-93CD-B8DA6CD40A0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4" name="Oval 1273">
              <a:extLst>
                <a:ext uri="{FF2B5EF4-FFF2-40B4-BE49-F238E27FC236}">
                  <a16:creationId xmlns:a16="http://schemas.microsoft.com/office/drawing/2014/main" id="{6C0DD19E-C3C6-13EC-E625-8C681B1982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75" name="Group 1274">
            <a:extLst>
              <a:ext uri="{FF2B5EF4-FFF2-40B4-BE49-F238E27FC236}">
                <a16:creationId xmlns:a16="http://schemas.microsoft.com/office/drawing/2014/main" id="{1D3B48FF-43E4-EEB9-2AC3-1CE3EC797C36}"/>
              </a:ext>
            </a:extLst>
          </p:cNvPr>
          <p:cNvGrpSpPr/>
          <p:nvPr/>
        </p:nvGrpSpPr>
        <p:grpSpPr>
          <a:xfrm rot="21588307">
            <a:off x="2391007" y="2348923"/>
            <a:ext cx="150955" cy="150955"/>
            <a:chOff x="3354375" y="4234433"/>
            <a:chExt cx="131191" cy="131191"/>
          </a:xfrm>
        </p:grpSpPr>
        <p:sp>
          <p:nvSpPr>
            <p:cNvPr id="1276" name="Oval 1275">
              <a:extLst>
                <a:ext uri="{FF2B5EF4-FFF2-40B4-BE49-F238E27FC236}">
                  <a16:creationId xmlns:a16="http://schemas.microsoft.com/office/drawing/2014/main" id="{A8CD8675-279F-6BBB-4DE6-5549B091773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277" name="Oval 1276">
              <a:extLst>
                <a:ext uri="{FF2B5EF4-FFF2-40B4-BE49-F238E27FC236}">
                  <a16:creationId xmlns:a16="http://schemas.microsoft.com/office/drawing/2014/main" id="{B17AEAB2-E2DB-9D29-F0AF-D470CC9F003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1278" name="Group 1277">
            <a:extLst>
              <a:ext uri="{FF2B5EF4-FFF2-40B4-BE49-F238E27FC236}">
                <a16:creationId xmlns:a16="http://schemas.microsoft.com/office/drawing/2014/main" id="{38CAA8A5-2914-095D-D2E6-F739EAED1341}"/>
              </a:ext>
            </a:extLst>
          </p:cNvPr>
          <p:cNvGrpSpPr/>
          <p:nvPr/>
        </p:nvGrpSpPr>
        <p:grpSpPr>
          <a:xfrm>
            <a:off x="1802707" y="2340084"/>
            <a:ext cx="209043" cy="209043"/>
            <a:chOff x="3354375" y="4234433"/>
            <a:chExt cx="131191" cy="131191"/>
          </a:xfrm>
        </p:grpSpPr>
        <p:sp>
          <p:nvSpPr>
            <p:cNvPr id="1279" name="Oval 1278">
              <a:extLst>
                <a:ext uri="{FF2B5EF4-FFF2-40B4-BE49-F238E27FC236}">
                  <a16:creationId xmlns:a16="http://schemas.microsoft.com/office/drawing/2014/main" id="{25F121AC-CC79-C534-63D9-68F8F372EB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0" name="Oval 1279">
              <a:extLst>
                <a:ext uri="{FF2B5EF4-FFF2-40B4-BE49-F238E27FC236}">
                  <a16:creationId xmlns:a16="http://schemas.microsoft.com/office/drawing/2014/main" id="{0D485F9B-6226-3E5C-E418-477F82F070B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1" name="Group 1280">
            <a:extLst>
              <a:ext uri="{FF2B5EF4-FFF2-40B4-BE49-F238E27FC236}">
                <a16:creationId xmlns:a16="http://schemas.microsoft.com/office/drawing/2014/main" id="{D06ACABB-0E0C-589B-7142-78ADBCD7A374}"/>
              </a:ext>
            </a:extLst>
          </p:cNvPr>
          <p:cNvGrpSpPr/>
          <p:nvPr/>
        </p:nvGrpSpPr>
        <p:grpSpPr>
          <a:xfrm>
            <a:off x="1763972" y="2110176"/>
            <a:ext cx="209043" cy="209043"/>
            <a:chOff x="3354375" y="4234433"/>
            <a:chExt cx="131191" cy="131191"/>
          </a:xfrm>
        </p:grpSpPr>
        <p:sp>
          <p:nvSpPr>
            <p:cNvPr id="1282" name="Oval 1281">
              <a:extLst>
                <a:ext uri="{FF2B5EF4-FFF2-40B4-BE49-F238E27FC236}">
                  <a16:creationId xmlns:a16="http://schemas.microsoft.com/office/drawing/2014/main" id="{853FD170-9D9C-B976-0786-8762BEA8095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3" name="Oval 1282">
              <a:extLst>
                <a:ext uri="{FF2B5EF4-FFF2-40B4-BE49-F238E27FC236}">
                  <a16:creationId xmlns:a16="http://schemas.microsoft.com/office/drawing/2014/main" id="{EAEE8457-DCC8-2A7C-279E-03CBFE43841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4" name="Group 1283">
            <a:extLst>
              <a:ext uri="{FF2B5EF4-FFF2-40B4-BE49-F238E27FC236}">
                <a16:creationId xmlns:a16="http://schemas.microsoft.com/office/drawing/2014/main" id="{F7E95023-1D07-32C4-E964-083D66FE10E0}"/>
              </a:ext>
            </a:extLst>
          </p:cNvPr>
          <p:cNvGrpSpPr/>
          <p:nvPr/>
        </p:nvGrpSpPr>
        <p:grpSpPr>
          <a:xfrm>
            <a:off x="4685811" y="1490136"/>
            <a:ext cx="209043" cy="209043"/>
            <a:chOff x="3354375" y="4234433"/>
            <a:chExt cx="131191" cy="131191"/>
          </a:xfrm>
        </p:grpSpPr>
        <p:sp>
          <p:nvSpPr>
            <p:cNvPr id="1285" name="Oval 1284">
              <a:extLst>
                <a:ext uri="{FF2B5EF4-FFF2-40B4-BE49-F238E27FC236}">
                  <a16:creationId xmlns:a16="http://schemas.microsoft.com/office/drawing/2014/main" id="{08E0456B-EFA8-3E94-F3D5-1E50B219508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6" name="Oval 1285">
              <a:extLst>
                <a:ext uri="{FF2B5EF4-FFF2-40B4-BE49-F238E27FC236}">
                  <a16:creationId xmlns:a16="http://schemas.microsoft.com/office/drawing/2014/main" id="{554B59B6-9187-FA32-4FC9-FC7DDFE64F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7" name="Group 1286">
            <a:extLst>
              <a:ext uri="{FF2B5EF4-FFF2-40B4-BE49-F238E27FC236}">
                <a16:creationId xmlns:a16="http://schemas.microsoft.com/office/drawing/2014/main" id="{1459FBEE-F841-52C3-5BF3-6E5CBB83A097}"/>
              </a:ext>
            </a:extLst>
          </p:cNvPr>
          <p:cNvGrpSpPr/>
          <p:nvPr/>
        </p:nvGrpSpPr>
        <p:grpSpPr>
          <a:xfrm>
            <a:off x="4390923" y="1937338"/>
            <a:ext cx="141158" cy="141158"/>
            <a:chOff x="3354375" y="4234433"/>
            <a:chExt cx="131191" cy="131191"/>
          </a:xfrm>
        </p:grpSpPr>
        <p:sp>
          <p:nvSpPr>
            <p:cNvPr id="1288" name="Oval 1287">
              <a:extLst>
                <a:ext uri="{FF2B5EF4-FFF2-40B4-BE49-F238E27FC236}">
                  <a16:creationId xmlns:a16="http://schemas.microsoft.com/office/drawing/2014/main" id="{3890F797-E583-3B6B-4576-E331639BB85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89" name="Oval 1288">
              <a:extLst>
                <a:ext uri="{FF2B5EF4-FFF2-40B4-BE49-F238E27FC236}">
                  <a16:creationId xmlns:a16="http://schemas.microsoft.com/office/drawing/2014/main" id="{2A60995B-A7DC-CC5B-19E5-74A07EE1028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90" name="Group 1289">
            <a:extLst>
              <a:ext uri="{FF2B5EF4-FFF2-40B4-BE49-F238E27FC236}">
                <a16:creationId xmlns:a16="http://schemas.microsoft.com/office/drawing/2014/main" id="{B84C719A-FFAA-92B1-49AC-D61A2B7E1317}"/>
              </a:ext>
            </a:extLst>
          </p:cNvPr>
          <p:cNvGrpSpPr/>
          <p:nvPr/>
        </p:nvGrpSpPr>
        <p:grpSpPr>
          <a:xfrm>
            <a:off x="4314725" y="1909782"/>
            <a:ext cx="76198" cy="76198"/>
            <a:chOff x="3354375" y="4234433"/>
            <a:chExt cx="131191" cy="131191"/>
          </a:xfrm>
        </p:grpSpPr>
        <p:sp>
          <p:nvSpPr>
            <p:cNvPr id="1291" name="Oval 1290">
              <a:extLst>
                <a:ext uri="{FF2B5EF4-FFF2-40B4-BE49-F238E27FC236}">
                  <a16:creationId xmlns:a16="http://schemas.microsoft.com/office/drawing/2014/main" id="{EDA6C80F-2C5B-D340-FD42-A6915E445E4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2" name="Oval 1291">
              <a:extLst>
                <a:ext uri="{FF2B5EF4-FFF2-40B4-BE49-F238E27FC236}">
                  <a16:creationId xmlns:a16="http://schemas.microsoft.com/office/drawing/2014/main" id="{5FADDE04-14DE-D515-C76D-2058CE5AC13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93" name="Group 1292">
            <a:extLst>
              <a:ext uri="{FF2B5EF4-FFF2-40B4-BE49-F238E27FC236}">
                <a16:creationId xmlns:a16="http://schemas.microsoft.com/office/drawing/2014/main" id="{00836503-4FC0-65B5-A713-A732142B9D84}"/>
              </a:ext>
            </a:extLst>
          </p:cNvPr>
          <p:cNvGrpSpPr/>
          <p:nvPr/>
        </p:nvGrpSpPr>
        <p:grpSpPr>
          <a:xfrm>
            <a:off x="5219518" y="1696058"/>
            <a:ext cx="141158" cy="141158"/>
            <a:chOff x="3354375" y="4234433"/>
            <a:chExt cx="131191" cy="131191"/>
          </a:xfrm>
        </p:grpSpPr>
        <p:sp>
          <p:nvSpPr>
            <p:cNvPr id="1294" name="Oval 1293">
              <a:extLst>
                <a:ext uri="{FF2B5EF4-FFF2-40B4-BE49-F238E27FC236}">
                  <a16:creationId xmlns:a16="http://schemas.microsoft.com/office/drawing/2014/main" id="{5301E8BB-D7C8-FBD8-DB5B-36A1414C5F4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5" name="Oval 1294">
              <a:extLst>
                <a:ext uri="{FF2B5EF4-FFF2-40B4-BE49-F238E27FC236}">
                  <a16:creationId xmlns:a16="http://schemas.microsoft.com/office/drawing/2014/main" id="{1FA6469F-B318-8B3E-D915-D85E8D42D96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296" name="Group 1295">
            <a:extLst>
              <a:ext uri="{FF2B5EF4-FFF2-40B4-BE49-F238E27FC236}">
                <a16:creationId xmlns:a16="http://schemas.microsoft.com/office/drawing/2014/main" id="{148C8CBE-D4AC-FE01-0B47-4995ECFBC9F4}"/>
              </a:ext>
            </a:extLst>
          </p:cNvPr>
          <p:cNvGrpSpPr/>
          <p:nvPr/>
        </p:nvGrpSpPr>
        <p:grpSpPr>
          <a:xfrm rot="639845">
            <a:off x="5008105" y="1731934"/>
            <a:ext cx="209043" cy="209043"/>
            <a:chOff x="3354375" y="4234433"/>
            <a:chExt cx="131191" cy="131191"/>
          </a:xfrm>
        </p:grpSpPr>
        <p:sp>
          <p:nvSpPr>
            <p:cNvPr id="1297" name="Oval 1296">
              <a:extLst>
                <a:ext uri="{FF2B5EF4-FFF2-40B4-BE49-F238E27FC236}">
                  <a16:creationId xmlns:a16="http://schemas.microsoft.com/office/drawing/2014/main" id="{07F9BCF9-313E-F6C5-01F2-9DF023EAEF3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8" name="Oval 1297">
              <a:extLst>
                <a:ext uri="{FF2B5EF4-FFF2-40B4-BE49-F238E27FC236}">
                  <a16:creationId xmlns:a16="http://schemas.microsoft.com/office/drawing/2014/main" id="{26A83FE8-5FA1-25DB-9341-3161D919920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99" name="Group 1298">
            <a:extLst>
              <a:ext uri="{FF2B5EF4-FFF2-40B4-BE49-F238E27FC236}">
                <a16:creationId xmlns:a16="http://schemas.microsoft.com/office/drawing/2014/main" id="{69C13CCF-D887-1EA7-32BC-49D130A26786}"/>
              </a:ext>
            </a:extLst>
          </p:cNvPr>
          <p:cNvGrpSpPr/>
          <p:nvPr/>
        </p:nvGrpSpPr>
        <p:grpSpPr>
          <a:xfrm rot="21588307">
            <a:off x="4132748" y="1076553"/>
            <a:ext cx="150955" cy="150955"/>
            <a:chOff x="3354375" y="4234433"/>
            <a:chExt cx="131191" cy="131191"/>
          </a:xfrm>
        </p:grpSpPr>
        <p:sp>
          <p:nvSpPr>
            <p:cNvPr id="1300" name="Oval 1299">
              <a:extLst>
                <a:ext uri="{FF2B5EF4-FFF2-40B4-BE49-F238E27FC236}">
                  <a16:creationId xmlns:a16="http://schemas.microsoft.com/office/drawing/2014/main" id="{58B4D337-5560-C38D-6E68-9309AC1AE34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1" name="Oval 1300">
              <a:extLst>
                <a:ext uri="{FF2B5EF4-FFF2-40B4-BE49-F238E27FC236}">
                  <a16:creationId xmlns:a16="http://schemas.microsoft.com/office/drawing/2014/main" id="{C323B948-06AC-B0B3-45AD-A3B989CE57C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02" name="Group 1301">
            <a:extLst>
              <a:ext uri="{FF2B5EF4-FFF2-40B4-BE49-F238E27FC236}">
                <a16:creationId xmlns:a16="http://schemas.microsoft.com/office/drawing/2014/main" id="{1E271C70-9A9F-D49E-1676-5CF21AA1F553}"/>
              </a:ext>
            </a:extLst>
          </p:cNvPr>
          <p:cNvGrpSpPr/>
          <p:nvPr/>
        </p:nvGrpSpPr>
        <p:grpSpPr>
          <a:xfrm rot="21588307">
            <a:off x="4220297" y="1233207"/>
            <a:ext cx="76198" cy="76198"/>
            <a:chOff x="3354375" y="4234433"/>
            <a:chExt cx="131191" cy="131191"/>
          </a:xfrm>
        </p:grpSpPr>
        <p:sp>
          <p:nvSpPr>
            <p:cNvPr id="1303" name="Oval 1302">
              <a:extLst>
                <a:ext uri="{FF2B5EF4-FFF2-40B4-BE49-F238E27FC236}">
                  <a16:creationId xmlns:a16="http://schemas.microsoft.com/office/drawing/2014/main" id="{6977086F-6353-6035-726C-3EBC353BB3C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4" name="Oval 1303">
              <a:extLst>
                <a:ext uri="{FF2B5EF4-FFF2-40B4-BE49-F238E27FC236}">
                  <a16:creationId xmlns:a16="http://schemas.microsoft.com/office/drawing/2014/main" id="{6F55D1B8-7B27-54BA-3F27-8579500A060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05" name="Group 1304">
            <a:extLst>
              <a:ext uri="{FF2B5EF4-FFF2-40B4-BE49-F238E27FC236}">
                <a16:creationId xmlns:a16="http://schemas.microsoft.com/office/drawing/2014/main" id="{E0FA2C90-96FB-97FC-611F-3BA011F9C58A}"/>
              </a:ext>
            </a:extLst>
          </p:cNvPr>
          <p:cNvGrpSpPr/>
          <p:nvPr/>
        </p:nvGrpSpPr>
        <p:grpSpPr>
          <a:xfrm rot="21588307">
            <a:off x="4005112" y="1149156"/>
            <a:ext cx="141158" cy="141158"/>
            <a:chOff x="3354375" y="4234433"/>
            <a:chExt cx="131191" cy="131191"/>
          </a:xfrm>
        </p:grpSpPr>
        <p:sp>
          <p:nvSpPr>
            <p:cNvPr id="1306" name="Oval 1305">
              <a:extLst>
                <a:ext uri="{FF2B5EF4-FFF2-40B4-BE49-F238E27FC236}">
                  <a16:creationId xmlns:a16="http://schemas.microsoft.com/office/drawing/2014/main" id="{DFBCEBC3-4D6A-284C-AFDA-46001B0ED91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7" name="Oval 1306">
              <a:extLst>
                <a:ext uri="{FF2B5EF4-FFF2-40B4-BE49-F238E27FC236}">
                  <a16:creationId xmlns:a16="http://schemas.microsoft.com/office/drawing/2014/main" id="{FF4CE33D-FA10-EE81-A297-90C3BFC4820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08" name="Group 1307">
            <a:extLst>
              <a:ext uri="{FF2B5EF4-FFF2-40B4-BE49-F238E27FC236}">
                <a16:creationId xmlns:a16="http://schemas.microsoft.com/office/drawing/2014/main" id="{EACA60BC-9A0A-0DD3-3501-60474176F9D2}"/>
              </a:ext>
            </a:extLst>
          </p:cNvPr>
          <p:cNvGrpSpPr/>
          <p:nvPr/>
        </p:nvGrpSpPr>
        <p:grpSpPr>
          <a:xfrm rot="21588307">
            <a:off x="4161844" y="959666"/>
            <a:ext cx="76198" cy="76198"/>
            <a:chOff x="3354375" y="4234433"/>
            <a:chExt cx="131191" cy="131191"/>
          </a:xfrm>
        </p:grpSpPr>
        <p:sp>
          <p:nvSpPr>
            <p:cNvPr id="1309" name="Oval 1308">
              <a:extLst>
                <a:ext uri="{FF2B5EF4-FFF2-40B4-BE49-F238E27FC236}">
                  <a16:creationId xmlns:a16="http://schemas.microsoft.com/office/drawing/2014/main" id="{32827DF6-32CE-AF1E-478A-4CE2664948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0" name="Oval 1309">
              <a:extLst>
                <a:ext uri="{FF2B5EF4-FFF2-40B4-BE49-F238E27FC236}">
                  <a16:creationId xmlns:a16="http://schemas.microsoft.com/office/drawing/2014/main" id="{242ECE3A-A934-1EE9-EF30-87AD95E6555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11" name="Group 1310">
            <a:extLst>
              <a:ext uri="{FF2B5EF4-FFF2-40B4-BE49-F238E27FC236}">
                <a16:creationId xmlns:a16="http://schemas.microsoft.com/office/drawing/2014/main" id="{5788812D-59D3-31C9-464F-3BABF24B2BE5}"/>
              </a:ext>
            </a:extLst>
          </p:cNvPr>
          <p:cNvGrpSpPr/>
          <p:nvPr/>
        </p:nvGrpSpPr>
        <p:grpSpPr>
          <a:xfrm>
            <a:off x="4932346" y="1538866"/>
            <a:ext cx="76198" cy="76198"/>
            <a:chOff x="3354375" y="4234433"/>
            <a:chExt cx="131191" cy="131191"/>
          </a:xfrm>
        </p:grpSpPr>
        <p:sp>
          <p:nvSpPr>
            <p:cNvPr id="1312" name="Oval 1311">
              <a:extLst>
                <a:ext uri="{FF2B5EF4-FFF2-40B4-BE49-F238E27FC236}">
                  <a16:creationId xmlns:a16="http://schemas.microsoft.com/office/drawing/2014/main" id="{8F6D28A0-452C-E5C7-B88D-1B3CEF2EB9B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3" name="Oval 1312">
              <a:extLst>
                <a:ext uri="{FF2B5EF4-FFF2-40B4-BE49-F238E27FC236}">
                  <a16:creationId xmlns:a16="http://schemas.microsoft.com/office/drawing/2014/main" id="{E484264D-E47C-44D4-B7DD-C04C541D01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14" name="Group 1313">
            <a:extLst>
              <a:ext uri="{FF2B5EF4-FFF2-40B4-BE49-F238E27FC236}">
                <a16:creationId xmlns:a16="http://schemas.microsoft.com/office/drawing/2014/main" id="{FA824791-705F-6102-E7DB-3AC4B8F22BF5}"/>
              </a:ext>
            </a:extLst>
          </p:cNvPr>
          <p:cNvGrpSpPr/>
          <p:nvPr/>
        </p:nvGrpSpPr>
        <p:grpSpPr>
          <a:xfrm rot="21588307">
            <a:off x="4874205" y="1636021"/>
            <a:ext cx="150955" cy="150955"/>
            <a:chOff x="3354375" y="4234433"/>
            <a:chExt cx="131191" cy="131191"/>
          </a:xfrm>
        </p:grpSpPr>
        <p:sp>
          <p:nvSpPr>
            <p:cNvPr id="1315" name="Oval 1314">
              <a:extLst>
                <a:ext uri="{FF2B5EF4-FFF2-40B4-BE49-F238E27FC236}">
                  <a16:creationId xmlns:a16="http://schemas.microsoft.com/office/drawing/2014/main" id="{19414395-ECB0-6B51-6067-F287D776C0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6" name="Oval 1315">
              <a:extLst>
                <a:ext uri="{FF2B5EF4-FFF2-40B4-BE49-F238E27FC236}">
                  <a16:creationId xmlns:a16="http://schemas.microsoft.com/office/drawing/2014/main" id="{50E0BD74-10C2-6BDF-2E20-EA51746F765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17" name="Group 1316">
            <a:extLst>
              <a:ext uri="{FF2B5EF4-FFF2-40B4-BE49-F238E27FC236}">
                <a16:creationId xmlns:a16="http://schemas.microsoft.com/office/drawing/2014/main" id="{82B8A030-4AFE-489B-2314-C65DD37BBEC3}"/>
              </a:ext>
            </a:extLst>
          </p:cNvPr>
          <p:cNvGrpSpPr/>
          <p:nvPr/>
        </p:nvGrpSpPr>
        <p:grpSpPr>
          <a:xfrm rot="21588307">
            <a:off x="5161554" y="1635895"/>
            <a:ext cx="76198" cy="76198"/>
            <a:chOff x="3354375" y="4234433"/>
            <a:chExt cx="131191" cy="131191"/>
          </a:xfrm>
        </p:grpSpPr>
        <p:sp>
          <p:nvSpPr>
            <p:cNvPr id="1318" name="Oval 1317">
              <a:extLst>
                <a:ext uri="{FF2B5EF4-FFF2-40B4-BE49-F238E27FC236}">
                  <a16:creationId xmlns:a16="http://schemas.microsoft.com/office/drawing/2014/main" id="{1D631DD0-7A46-F807-922F-5479E84EC04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9" name="Oval 1318">
              <a:extLst>
                <a:ext uri="{FF2B5EF4-FFF2-40B4-BE49-F238E27FC236}">
                  <a16:creationId xmlns:a16="http://schemas.microsoft.com/office/drawing/2014/main" id="{1D2E6A3D-EA57-462E-7ABD-850D2B4825E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0" name="Group 1319">
            <a:extLst>
              <a:ext uri="{FF2B5EF4-FFF2-40B4-BE49-F238E27FC236}">
                <a16:creationId xmlns:a16="http://schemas.microsoft.com/office/drawing/2014/main" id="{4F307B00-9623-FF21-555B-9604D870538C}"/>
              </a:ext>
            </a:extLst>
          </p:cNvPr>
          <p:cNvGrpSpPr/>
          <p:nvPr/>
        </p:nvGrpSpPr>
        <p:grpSpPr>
          <a:xfrm rot="21588307">
            <a:off x="4785664" y="1697710"/>
            <a:ext cx="76198" cy="76198"/>
            <a:chOff x="3354375" y="4234433"/>
            <a:chExt cx="131191" cy="131191"/>
          </a:xfrm>
        </p:grpSpPr>
        <p:sp>
          <p:nvSpPr>
            <p:cNvPr id="1321" name="Oval 1320">
              <a:extLst>
                <a:ext uri="{FF2B5EF4-FFF2-40B4-BE49-F238E27FC236}">
                  <a16:creationId xmlns:a16="http://schemas.microsoft.com/office/drawing/2014/main" id="{3FCA24B4-5ADD-7A0F-BA53-FB67F3704BB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2" name="Oval 1321">
              <a:extLst>
                <a:ext uri="{FF2B5EF4-FFF2-40B4-BE49-F238E27FC236}">
                  <a16:creationId xmlns:a16="http://schemas.microsoft.com/office/drawing/2014/main" id="{BABB43DC-BA5B-6772-8372-00EA588536B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3" name="Group 1322">
            <a:extLst>
              <a:ext uri="{FF2B5EF4-FFF2-40B4-BE49-F238E27FC236}">
                <a16:creationId xmlns:a16="http://schemas.microsoft.com/office/drawing/2014/main" id="{A91E539F-1683-10C4-3E9C-F88347859A77}"/>
              </a:ext>
            </a:extLst>
          </p:cNvPr>
          <p:cNvGrpSpPr/>
          <p:nvPr/>
        </p:nvGrpSpPr>
        <p:grpSpPr>
          <a:xfrm rot="21588307">
            <a:off x="4605108" y="1558885"/>
            <a:ext cx="76198" cy="76198"/>
            <a:chOff x="3354375" y="4234433"/>
            <a:chExt cx="131191" cy="131191"/>
          </a:xfrm>
        </p:grpSpPr>
        <p:sp>
          <p:nvSpPr>
            <p:cNvPr id="1324" name="Oval 1323">
              <a:extLst>
                <a:ext uri="{FF2B5EF4-FFF2-40B4-BE49-F238E27FC236}">
                  <a16:creationId xmlns:a16="http://schemas.microsoft.com/office/drawing/2014/main" id="{CBFB797C-FBC1-641B-B70C-7F92F816A9C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5" name="Oval 1324">
              <a:extLst>
                <a:ext uri="{FF2B5EF4-FFF2-40B4-BE49-F238E27FC236}">
                  <a16:creationId xmlns:a16="http://schemas.microsoft.com/office/drawing/2014/main" id="{9BDE3FE3-5E50-9F72-C373-70E91DF0A61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6" name="Group 1325">
            <a:extLst>
              <a:ext uri="{FF2B5EF4-FFF2-40B4-BE49-F238E27FC236}">
                <a16:creationId xmlns:a16="http://schemas.microsoft.com/office/drawing/2014/main" id="{0A57BE24-B71D-0FB8-69D4-C22FA212FE1C}"/>
              </a:ext>
            </a:extLst>
          </p:cNvPr>
          <p:cNvGrpSpPr/>
          <p:nvPr/>
        </p:nvGrpSpPr>
        <p:grpSpPr>
          <a:xfrm>
            <a:off x="4017079" y="1259662"/>
            <a:ext cx="209043" cy="209043"/>
            <a:chOff x="3354375" y="4234433"/>
            <a:chExt cx="131191" cy="131191"/>
          </a:xfrm>
        </p:grpSpPr>
        <p:sp>
          <p:nvSpPr>
            <p:cNvPr id="1327" name="Oval 1326">
              <a:extLst>
                <a:ext uri="{FF2B5EF4-FFF2-40B4-BE49-F238E27FC236}">
                  <a16:creationId xmlns:a16="http://schemas.microsoft.com/office/drawing/2014/main" id="{B763152A-4616-736B-6C20-2049EB17F65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8" name="Oval 1327">
              <a:extLst>
                <a:ext uri="{FF2B5EF4-FFF2-40B4-BE49-F238E27FC236}">
                  <a16:creationId xmlns:a16="http://schemas.microsoft.com/office/drawing/2014/main" id="{6FBA9AEF-75C9-6868-7F27-C3CE20A13C6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29" name="Group 1328">
            <a:extLst>
              <a:ext uri="{FF2B5EF4-FFF2-40B4-BE49-F238E27FC236}">
                <a16:creationId xmlns:a16="http://schemas.microsoft.com/office/drawing/2014/main" id="{846A5CB7-BE00-CD7C-713A-29D69B134ADD}"/>
              </a:ext>
            </a:extLst>
          </p:cNvPr>
          <p:cNvGrpSpPr/>
          <p:nvPr/>
        </p:nvGrpSpPr>
        <p:grpSpPr>
          <a:xfrm>
            <a:off x="3628684" y="1446833"/>
            <a:ext cx="141158" cy="141158"/>
            <a:chOff x="3354375" y="4234433"/>
            <a:chExt cx="131191" cy="131191"/>
          </a:xfrm>
        </p:grpSpPr>
        <p:sp>
          <p:nvSpPr>
            <p:cNvPr id="1330" name="Oval 1329">
              <a:extLst>
                <a:ext uri="{FF2B5EF4-FFF2-40B4-BE49-F238E27FC236}">
                  <a16:creationId xmlns:a16="http://schemas.microsoft.com/office/drawing/2014/main" id="{CFE7D237-108C-3E2C-10DF-99A2E593A69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1" name="Oval 1330">
              <a:extLst>
                <a:ext uri="{FF2B5EF4-FFF2-40B4-BE49-F238E27FC236}">
                  <a16:creationId xmlns:a16="http://schemas.microsoft.com/office/drawing/2014/main" id="{187429AC-7BB5-4538-6F25-77857A1176A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32" name="Group 1331">
            <a:extLst>
              <a:ext uri="{FF2B5EF4-FFF2-40B4-BE49-F238E27FC236}">
                <a16:creationId xmlns:a16="http://schemas.microsoft.com/office/drawing/2014/main" id="{CE80E8DA-3C64-319F-189B-970D85A12A7D}"/>
              </a:ext>
            </a:extLst>
          </p:cNvPr>
          <p:cNvGrpSpPr/>
          <p:nvPr/>
        </p:nvGrpSpPr>
        <p:grpSpPr>
          <a:xfrm rot="639845">
            <a:off x="3769235" y="1350900"/>
            <a:ext cx="494283" cy="373376"/>
            <a:chOff x="2668037" y="3745142"/>
            <a:chExt cx="494283" cy="373376"/>
          </a:xfrm>
        </p:grpSpPr>
        <p:grpSp>
          <p:nvGrpSpPr>
            <p:cNvPr id="1333" name="Group 1332">
              <a:extLst>
                <a:ext uri="{FF2B5EF4-FFF2-40B4-BE49-F238E27FC236}">
                  <a16:creationId xmlns:a16="http://schemas.microsoft.com/office/drawing/2014/main" id="{E837F2DF-23E6-380C-7FCC-1354B002626B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1347" name="Oval 1346">
                <a:extLst>
                  <a:ext uri="{FF2B5EF4-FFF2-40B4-BE49-F238E27FC236}">
                    <a16:creationId xmlns:a16="http://schemas.microsoft.com/office/drawing/2014/main" id="{82210057-54CD-716D-3C3F-F6546535407A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48" name="Oval 1347">
                <a:extLst>
                  <a:ext uri="{FF2B5EF4-FFF2-40B4-BE49-F238E27FC236}">
                    <a16:creationId xmlns:a16="http://schemas.microsoft.com/office/drawing/2014/main" id="{34C1CE00-3434-6FCC-FC93-CD1D6EE4FF9C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34" name="Group 1333">
              <a:extLst>
                <a:ext uri="{FF2B5EF4-FFF2-40B4-BE49-F238E27FC236}">
                  <a16:creationId xmlns:a16="http://schemas.microsoft.com/office/drawing/2014/main" id="{09DDA836-2890-5443-AEA0-4E69497CBCC9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1335" name="Group 1334">
                <a:extLst>
                  <a:ext uri="{FF2B5EF4-FFF2-40B4-BE49-F238E27FC236}">
                    <a16:creationId xmlns:a16="http://schemas.microsoft.com/office/drawing/2014/main" id="{BFD00A33-A806-52B8-59D6-925E926C2414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1345" name="Oval 1344">
                  <a:extLst>
                    <a:ext uri="{FF2B5EF4-FFF2-40B4-BE49-F238E27FC236}">
                      <a16:creationId xmlns:a16="http://schemas.microsoft.com/office/drawing/2014/main" id="{FC12E7BC-64F0-30E9-82FC-93070FF5DBF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6" name="Oval 1345">
                  <a:extLst>
                    <a:ext uri="{FF2B5EF4-FFF2-40B4-BE49-F238E27FC236}">
                      <a16:creationId xmlns:a16="http://schemas.microsoft.com/office/drawing/2014/main" id="{582A8EE5-2657-C51A-4CA4-71BEC6981848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6" name="Group 1335">
                <a:extLst>
                  <a:ext uri="{FF2B5EF4-FFF2-40B4-BE49-F238E27FC236}">
                    <a16:creationId xmlns:a16="http://schemas.microsoft.com/office/drawing/2014/main" id="{1E6C1AC6-E4B4-7660-7BE3-F78F98B3AB51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1343" name="Oval 1342">
                  <a:extLst>
                    <a:ext uri="{FF2B5EF4-FFF2-40B4-BE49-F238E27FC236}">
                      <a16:creationId xmlns:a16="http://schemas.microsoft.com/office/drawing/2014/main" id="{400C665D-7486-DF13-AE95-4D716DCE378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4" name="Oval 1343">
                  <a:extLst>
                    <a:ext uri="{FF2B5EF4-FFF2-40B4-BE49-F238E27FC236}">
                      <a16:creationId xmlns:a16="http://schemas.microsoft.com/office/drawing/2014/main" id="{B198F3AA-E204-65CE-B5E9-0813D0109D34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7" name="Group 1336">
                <a:extLst>
                  <a:ext uri="{FF2B5EF4-FFF2-40B4-BE49-F238E27FC236}">
                    <a16:creationId xmlns:a16="http://schemas.microsoft.com/office/drawing/2014/main" id="{E37D9D67-F1DA-4C3A-EC47-E30F8146A3EB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1341" name="Oval 1340">
                  <a:extLst>
                    <a:ext uri="{FF2B5EF4-FFF2-40B4-BE49-F238E27FC236}">
                      <a16:creationId xmlns:a16="http://schemas.microsoft.com/office/drawing/2014/main" id="{8C85BA8A-004A-F4BA-E55B-A5DBD73E8688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2" name="Oval 1341">
                  <a:extLst>
                    <a:ext uri="{FF2B5EF4-FFF2-40B4-BE49-F238E27FC236}">
                      <a16:creationId xmlns:a16="http://schemas.microsoft.com/office/drawing/2014/main" id="{E5EF6E44-A892-B913-F2E1-01EF1FD98EF4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338" name="Group 1337">
                <a:extLst>
                  <a:ext uri="{FF2B5EF4-FFF2-40B4-BE49-F238E27FC236}">
                    <a16:creationId xmlns:a16="http://schemas.microsoft.com/office/drawing/2014/main" id="{BF6FF6C0-D508-6F11-0975-7C67A0C7CBD2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1339" name="Oval 1338">
                  <a:extLst>
                    <a:ext uri="{FF2B5EF4-FFF2-40B4-BE49-F238E27FC236}">
                      <a16:creationId xmlns:a16="http://schemas.microsoft.com/office/drawing/2014/main" id="{A54E94D5-D7AA-BA04-BB23-CE31DEA7623F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340" name="Oval 1339">
                  <a:extLst>
                    <a:ext uri="{FF2B5EF4-FFF2-40B4-BE49-F238E27FC236}">
                      <a16:creationId xmlns:a16="http://schemas.microsoft.com/office/drawing/2014/main" id="{1BA2BFC0-2BAB-8051-2AE7-F40978751F23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1349" name="Group 1348">
            <a:extLst>
              <a:ext uri="{FF2B5EF4-FFF2-40B4-BE49-F238E27FC236}">
                <a16:creationId xmlns:a16="http://schemas.microsoft.com/office/drawing/2014/main" id="{B8615AC4-56CF-FA28-D6F2-C9F200A19B18}"/>
              </a:ext>
            </a:extLst>
          </p:cNvPr>
          <p:cNvGrpSpPr/>
          <p:nvPr/>
        </p:nvGrpSpPr>
        <p:grpSpPr>
          <a:xfrm>
            <a:off x="3672413" y="1626953"/>
            <a:ext cx="76198" cy="76198"/>
            <a:chOff x="3354375" y="4234433"/>
            <a:chExt cx="131191" cy="131191"/>
          </a:xfrm>
        </p:grpSpPr>
        <p:sp>
          <p:nvSpPr>
            <p:cNvPr id="1350" name="Oval 1349">
              <a:extLst>
                <a:ext uri="{FF2B5EF4-FFF2-40B4-BE49-F238E27FC236}">
                  <a16:creationId xmlns:a16="http://schemas.microsoft.com/office/drawing/2014/main" id="{BA378BBE-6680-365A-186E-F911978E6D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1" name="Oval 1350">
              <a:extLst>
                <a:ext uri="{FF2B5EF4-FFF2-40B4-BE49-F238E27FC236}">
                  <a16:creationId xmlns:a16="http://schemas.microsoft.com/office/drawing/2014/main" id="{9B504BE0-155C-520E-DAF1-303B08B9E97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52" name="Group 1351">
            <a:extLst>
              <a:ext uri="{FF2B5EF4-FFF2-40B4-BE49-F238E27FC236}">
                <a16:creationId xmlns:a16="http://schemas.microsoft.com/office/drawing/2014/main" id="{9F3FFB87-DF3D-FDB3-2157-B6EBE5EEE263}"/>
              </a:ext>
            </a:extLst>
          </p:cNvPr>
          <p:cNvGrpSpPr/>
          <p:nvPr/>
        </p:nvGrpSpPr>
        <p:grpSpPr>
          <a:xfrm>
            <a:off x="4585539" y="1405292"/>
            <a:ext cx="141158" cy="141158"/>
            <a:chOff x="3354375" y="4234433"/>
            <a:chExt cx="131191" cy="131191"/>
          </a:xfrm>
        </p:grpSpPr>
        <p:sp>
          <p:nvSpPr>
            <p:cNvPr id="1353" name="Oval 1352">
              <a:extLst>
                <a:ext uri="{FF2B5EF4-FFF2-40B4-BE49-F238E27FC236}">
                  <a16:creationId xmlns:a16="http://schemas.microsoft.com/office/drawing/2014/main" id="{99F77AFB-06B1-FAEE-DB09-7DFFDF13A01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4" name="Oval 1353">
              <a:extLst>
                <a:ext uri="{FF2B5EF4-FFF2-40B4-BE49-F238E27FC236}">
                  <a16:creationId xmlns:a16="http://schemas.microsoft.com/office/drawing/2014/main" id="{47909C3F-5407-A56A-1953-6275BCB9632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355" name="Group 1354">
            <a:extLst>
              <a:ext uri="{FF2B5EF4-FFF2-40B4-BE49-F238E27FC236}">
                <a16:creationId xmlns:a16="http://schemas.microsoft.com/office/drawing/2014/main" id="{06223153-0285-9207-0AA5-658404D14FFC}"/>
              </a:ext>
            </a:extLst>
          </p:cNvPr>
          <p:cNvGrpSpPr/>
          <p:nvPr/>
        </p:nvGrpSpPr>
        <p:grpSpPr>
          <a:xfrm rot="639845">
            <a:off x="4380797" y="1477271"/>
            <a:ext cx="209043" cy="209043"/>
            <a:chOff x="3354375" y="4234433"/>
            <a:chExt cx="131191" cy="131191"/>
          </a:xfrm>
        </p:grpSpPr>
        <p:sp>
          <p:nvSpPr>
            <p:cNvPr id="1356" name="Oval 1355">
              <a:extLst>
                <a:ext uri="{FF2B5EF4-FFF2-40B4-BE49-F238E27FC236}">
                  <a16:creationId xmlns:a16="http://schemas.microsoft.com/office/drawing/2014/main" id="{FDE74A2D-8B72-56B5-9889-0EF032D0B30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7" name="Oval 1356">
              <a:extLst>
                <a:ext uri="{FF2B5EF4-FFF2-40B4-BE49-F238E27FC236}">
                  <a16:creationId xmlns:a16="http://schemas.microsoft.com/office/drawing/2014/main" id="{1311FF7D-4F6B-C361-7F16-FA4A98D4BA7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58" name="Group 1357">
            <a:extLst>
              <a:ext uri="{FF2B5EF4-FFF2-40B4-BE49-F238E27FC236}">
                <a16:creationId xmlns:a16="http://schemas.microsoft.com/office/drawing/2014/main" id="{3E336F65-5A56-7C5F-275B-6F9B490CF6DB}"/>
              </a:ext>
            </a:extLst>
          </p:cNvPr>
          <p:cNvGrpSpPr/>
          <p:nvPr/>
        </p:nvGrpSpPr>
        <p:grpSpPr>
          <a:xfrm rot="21588307">
            <a:off x="4205473" y="1405547"/>
            <a:ext cx="150955" cy="150955"/>
            <a:chOff x="3354375" y="4234433"/>
            <a:chExt cx="131191" cy="131191"/>
          </a:xfrm>
        </p:grpSpPr>
        <p:sp>
          <p:nvSpPr>
            <p:cNvPr id="1359" name="Oval 1358">
              <a:extLst>
                <a:ext uri="{FF2B5EF4-FFF2-40B4-BE49-F238E27FC236}">
                  <a16:creationId xmlns:a16="http://schemas.microsoft.com/office/drawing/2014/main" id="{323ACC4C-FC14-4169-C517-FCCBAFBB39D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0" name="Oval 1359">
              <a:extLst>
                <a:ext uri="{FF2B5EF4-FFF2-40B4-BE49-F238E27FC236}">
                  <a16:creationId xmlns:a16="http://schemas.microsoft.com/office/drawing/2014/main" id="{D2AEDE38-2D4D-8B42-03F7-E48254E82CB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61" name="Group 1360">
            <a:extLst>
              <a:ext uri="{FF2B5EF4-FFF2-40B4-BE49-F238E27FC236}">
                <a16:creationId xmlns:a16="http://schemas.microsoft.com/office/drawing/2014/main" id="{D032206A-587E-692C-31C3-C08F51E1DB6D}"/>
              </a:ext>
            </a:extLst>
          </p:cNvPr>
          <p:cNvGrpSpPr/>
          <p:nvPr/>
        </p:nvGrpSpPr>
        <p:grpSpPr>
          <a:xfrm rot="21588307">
            <a:off x="4451761" y="1415598"/>
            <a:ext cx="76198" cy="76198"/>
            <a:chOff x="3354375" y="4234433"/>
            <a:chExt cx="131191" cy="131191"/>
          </a:xfrm>
        </p:grpSpPr>
        <p:sp>
          <p:nvSpPr>
            <p:cNvPr id="1362" name="Oval 1361">
              <a:extLst>
                <a:ext uri="{FF2B5EF4-FFF2-40B4-BE49-F238E27FC236}">
                  <a16:creationId xmlns:a16="http://schemas.microsoft.com/office/drawing/2014/main" id="{C08D86F7-B53E-5483-3602-9F39129961D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3" name="Oval 1362">
              <a:extLst>
                <a:ext uri="{FF2B5EF4-FFF2-40B4-BE49-F238E27FC236}">
                  <a16:creationId xmlns:a16="http://schemas.microsoft.com/office/drawing/2014/main" id="{E116DD1F-0F04-FD42-A390-27BD819524C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64" name="Group 1363">
            <a:extLst>
              <a:ext uri="{FF2B5EF4-FFF2-40B4-BE49-F238E27FC236}">
                <a16:creationId xmlns:a16="http://schemas.microsoft.com/office/drawing/2014/main" id="{56D1B124-6E43-1027-CD73-0EA6B03CCE91}"/>
              </a:ext>
            </a:extLst>
          </p:cNvPr>
          <p:cNvGrpSpPr/>
          <p:nvPr/>
        </p:nvGrpSpPr>
        <p:grpSpPr>
          <a:xfrm rot="21588307">
            <a:off x="4250249" y="1605209"/>
            <a:ext cx="141158" cy="141158"/>
            <a:chOff x="3354375" y="4234433"/>
            <a:chExt cx="131191" cy="131191"/>
          </a:xfrm>
        </p:grpSpPr>
        <p:sp>
          <p:nvSpPr>
            <p:cNvPr id="1365" name="Oval 1364">
              <a:extLst>
                <a:ext uri="{FF2B5EF4-FFF2-40B4-BE49-F238E27FC236}">
                  <a16:creationId xmlns:a16="http://schemas.microsoft.com/office/drawing/2014/main" id="{0CBC4872-C399-6622-1C26-D001F1EE1C7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6" name="Oval 1365">
              <a:extLst>
                <a:ext uri="{FF2B5EF4-FFF2-40B4-BE49-F238E27FC236}">
                  <a16:creationId xmlns:a16="http://schemas.microsoft.com/office/drawing/2014/main" id="{880206C3-64A4-1ADD-3A32-B68DE88D8C7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67" name="Group 1366">
            <a:extLst>
              <a:ext uri="{FF2B5EF4-FFF2-40B4-BE49-F238E27FC236}">
                <a16:creationId xmlns:a16="http://schemas.microsoft.com/office/drawing/2014/main" id="{7A11BB30-86E8-5D15-3724-5242FF950076}"/>
              </a:ext>
            </a:extLst>
          </p:cNvPr>
          <p:cNvGrpSpPr/>
          <p:nvPr/>
        </p:nvGrpSpPr>
        <p:grpSpPr>
          <a:xfrm rot="21588307">
            <a:off x="4116932" y="1467236"/>
            <a:ext cx="76198" cy="76198"/>
            <a:chOff x="3354375" y="4234433"/>
            <a:chExt cx="131191" cy="131191"/>
          </a:xfrm>
        </p:grpSpPr>
        <p:sp>
          <p:nvSpPr>
            <p:cNvPr id="1368" name="Oval 1367">
              <a:extLst>
                <a:ext uri="{FF2B5EF4-FFF2-40B4-BE49-F238E27FC236}">
                  <a16:creationId xmlns:a16="http://schemas.microsoft.com/office/drawing/2014/main" id="{0C16F86D-0C61-FECC-B758-286DCFFC1C6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9" name="Oval 1368">
              <a:extLst>
                <a:ext uri="{FF2B5EF4-FFF2-40B4-BE49-F238E27FC236}">
                  <a16:creationId xmlns:a16="http://schemas.microsoft.com/office/drawing/2014/main" id="{32B5F453-CE64-5DA9-ADA2-0846FDF0764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70" name="Group 1369">
            <a:extLst>
              <a:ext uri="{FF2B5EF4-FFF2-40B4-BE49-F238E27FC236}">
                <a16:creationId xmlns:a16="http://schemas.microsoft.com/office/drawing/2014/main" id="{8BCE104A-DC59-1822-6802-FABC8E6003E4}"/>
              </a:ext>
            </a:extLst>
          </p:cNvPr>
          <p:cNvGrpSpPr/>
          <p:nvPr/>
        </p:nvGrpSpPr>
        <p:grpSpPr>
          <a:xfrm rot="21588307">
            <a:off x="4892555" y="1467236"/>
            <a:ext cx="76198" cy="76198"/>
            <a:chOff x="3354375" y="4234433"/>
            <a:chExt cx="131191" cy="131191"/>
          </a:xfrm>
        </p:grpSpPr>
        <p:sp>
          <p:nvSpPr>
            <p:cNvPr id="1371" name="Oval 1370">
              <a:extLst>
                <a:ext uri="{FF2B5EF4-FFF2-40B4-BE49-F238E27FC236}">
                  <a16:creationId xmlns:a16="http://schemas.microsoft.com/office/drawing/2014/main" id="{EE099F15-848A-B281-E4C4-7F60C5C4215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2" name="Oval 1371">
              <a:extLst>
                <a:ext uri="{FF2B5EF4-FFF2-40B4-BE49-F238E27FC236}">
                  <a16:creationId xmlns:a16="http://schemas.microsoft.com/office/drawing/2014/main" id="{922618EA-1AFB-C18B-082A-E12C6F9443A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73" name="Group 1372">
            <a:extLst>
              <a:ext uri="{FF2B5EF4-FFF2-40B4-BE49-F238E27FC236}">
                <a16:creationId xmlns:a16="http://schemas.microsoft.com/office/drawing/2014/main" id="{6DA43B90-6945-6731-3D43-C98243EF8111}"/>
              </a:ext>
            </a:extLst>
          </p:cNvPr>
          <p:cNvGrpSpPr/>
          <p:nvPr/>
        </p:nvGrpSpPr>
        <p:grpSpPr>
          <a:xfrm>
            <a:off x="5198685" y="1376254"/>
            <a:ext cx="141158" cy="141158"/>
            <a:chOff x="3354375" y="4234433"/>
            <a:chExt cx="131191" cy="131191"/>
          </a:xfrm>
        </p:grpSpPr>
        <p:sp>
          <p:nvSpPr>
            <p:cNvPr id="1374" name="Oval 1373">
              <a:extLst>
                <a:ext uri="{FF2B5EF4-FFF2-40B4-BE49-F238E27FC236}">
                  <a16:creationId xmlns:a16="http://schemas.microsoft.com/office/drawing/2014/main" id="{5F0C2159-0999-F768-EDA6-B49B6D1BC44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5" name="Oval 1374">
              <a:extLst>
                <a:ext uri="{FF2B5EF4-FFF2-40B4-BE49-F238E27FC236}">
                  <a16:creationId xmlns:a16="http://schemas.microsoft.com/office/drawing/2014/main" id="{C3283C69-160A-7858-D68A-D68847EE518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77" name="Group 1376">
            <a:extLst>
              <a:ext uri="{FF2B5EF4-FFF2-40B4-BE49-F238E27FC236}">
                <a16:creationId xmlns:a16="http://schemas.microsoft.com/office/drawing/2014/main" id="{7BCD7E6A-3AD4-B15A-76B7-4D05B5E15E86}"/>
              </a:ext>
            </a:extLst>
          </p:cNvPr>
          <p:cNvGrpSpPr/>
          <p:nvPr/>
        </p:nvGrpSpPr>
        <p:grpSpPr>
          <a:xfrm rot="639845">
            <a:off x="5003217" y="1386379"/>
            <a:ext cx="209043" cy="209043"/>
            <a:chOff x="3354375" y="4234433"/>
            <a:chExt cx="131191" cy="131191"/>
          </a:xfrm>
        </p:grpSpPr>
        <p:sp>
          <p:nvSpPr>
            <p:cNvPr id="1391" name="Oval 1390">
              <a:extLst>
                <a:ext uri="{FF2B5EF4-FFF2-40B4-BE49-F238E27FC236}">
                  <a16:creationId xmlns:a16="http://schemas.microsoft.com/office/drawing/2014/main" id="{43A9604F-AF00-C19F-A917-E452DD68DD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2" name="Oval 1391">
              <a:extLst>
                <a:ext uri="{FF2B5EF4-FFF2-40B4-BE49-F238E27FC236}">
                  <a16:creationId xmlns:a16="http://schemas.microsoft.com/office/drawing/2014/main" id="{218660C2-5686-173C-A999-A2301ABBFDE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79" name="Group 1378">
            <a:extLst>
              <a:ext uri="{FF2B5EF4-FFF2-40B4-BE49-F238E27FC236}">
                <a16:creationId xmlns:a16="http://schemas.microsoft.com/office/drawing/2014/main" id="{6DA58C0E-91CA-0A57-A51E-E8339342609D}"/>
              </a:ext>
            </a:extLst>
          </p:cNvPr>
          <p:cNvGrpSpPr/>
          <p:nvPr/>
        </p:nvGrpSpPr>
        <p:grpSpPr>
          <a:xfrm rot="21588307">
            <a:off x="4865866" y="1293878"/>
            <a:ext cx="150955" cy="150955"/>
            <a:chOff x="3354375" y="4234433"/>
            <a:chExt cx="131191" cy="131191"/>
          </a:xfrm>
        </p:grpSpPr>
        <p:sp>
          <p:nvSpPr>
            <p:cNvPr id="1389" name="Oval 1388">
              <a:extLst>
                <a:ext uri="{FF2B5EF4-FFF2-40B4-BE49-F238E27FC236}">
                  <a16:creationId xmlns:a16="http://schemas.microsoft.com/office/drawing/2014/main" id="{C35C40A7-7174-879A-A8C2-AFEAEC131AE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0" name="Oval 1389">
              <a:extLst>
                <a:ext uri="{FF2B5EF4-FFF2-40B4-BE49-F238E27FC236}">
                  <a16:creationId xmlns:a16="http://schemas.microsoft.com/office/drawing/2014/main" id="{134CDB05-FFDC-B0C5-67FD-029A73DDCF1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80" name="Group 1379">
            <a:extLst>
              <a:ext uri="{FF2B5EF4-FFF2-40B4-BE49-F238E27FC236}">
                <a16:creationId xmlns:a16="http://schemas.microsoft.com/office/drawing/2014/main" id="{19FCD721-A6ED-EA43-7BC1-241278D58352}"/>
              </a:ext>
            </a:extLst>
          </p:cNvPr>
          <p:cNvGrpSpPr/>
          <p:nvPr/>
        </p:nvGrpSpPr>
        <p:grpSpPr>
          <a:xfrm rot="21588307">
            <a:off x="4895955" y="1469114"/>
            <a:ext cx="76198" cy="76198"/>
            <a:chOff x="3354375" y="4234433"/>
            <a:chExt cx="131191" cy="131191"/>
          </a:xfrm>
        </p:grpSpPr>
        <p:sp>
          <p:nvSpPr>
            <p:cNvPr id="1387" name="Oval 1386">
              <a:extLst>
                <a:ext uri="{FF2B5EF4-FFF2-40B4-BE49-F238E27FC236}">
                  <a16:creationId xmlns:a16="http://schemas.microsoft.com/office/drawing/2014/main" id="{48F96083-6CE3-E848-BCFF-A30619D06EA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8" name="Oval 1387">
              <a:extLst>
                <a:ext uri="{FF2B5EF4-FFF2-40B4-BE49-F238E27FC236}">
                  <a16:creationId xmlns:a16="http://schemas.microsoft.com/office/drawing/2014/main" id="{42877A03-F470-AF82-09F5-5AF47D8C2B2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81" name="Group 1380">
            <a:extLst>
              <a:ext uri="{FF2B5EF4-FFF2-40B4-BE49-F238E27FC236}">
                <a16:creationId xmlns:a16="http://schemas.microsoft.com/office/drawing/2014/main" id="{B443E0B2-8F42-CB05-642B-D0D1F39E7BAB}"/>
              </a:ext>
            </a:extLst>
          </p:cNvPr>
          <p:cNvGrpSpPr/>
          <p:nvPr/>
        </p:nvGrpSpPr>
        <p:grpSpPr>
          <a:xfrm rot="21588307">
            <a:off x="4738230" y="1366481"/>
            <a:ext cx="141158" cy="141158"/>
            <a:chOff x="3354375" y="4234433"/>
            <a:chExt cx="131191" cy="131191"/>
          </a:xfrm>
        </p:grpSpPr>
        <p:sp>
          <p:nvSpPr>
            <p:cNvPr id="1385" name="Oval 1384">
              <a:extLst>
                <a:ext uri="{FF2B5EF4-FFF2-40B4-BE49-F238E27FC236}">
                  <a16:creationId xmlns:a16="http://schemas.microsoft.com/office/drawing/2014/main" id="{1DF77E72-F263-246B-BFF3-A25357803D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6" name="Oval 1385">
              <a:extLst>
                <a:ext uri="{FF2B5EF4-FFF2-40B4-BE49-F238E27FC236}">
                  <a16:creationId xmlns:a16="http://schemas.microsoft.com/office/drawing/2014/main" id="{2305D69B-8B25-F125-9E24-CD4C1794EB8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82" name="Group 1381">
            <a:extLst>
              <a:ext uri="{FF2B5EF4-FFF2-40B4-BE49-F238E27FC236}">
                <a16:creationId xmlns:a16="http://schemas.microsoft.com/office/drawing/2014/main" id="{70E11F81-E334-7BC1-FE36-71F9CC2296B9}"/>
              </a:ext>
            </a:extLst>
          </p:cNvPr>
          <p:cNvGrpSpPr/>
          <p:nvPr/>
        </p:nvGrpSpPr>
        <p:grpSpPr>
          <a:xfrm rot="21588307">
            <a:off x="4949090" y="1192231"/>
            <a:ext cx="76198" cy="76198"/>
            <a:chOff x="3354375" y="4234433"/>
            <a:chExt cx="131191" cy="131191"/>
          </a:xfrm>
        </p:grpSpPr>
        <p:sp>
          <p:nvSpPr>
            <p:cNvPr id="1383" name="Oval 1382">
              <a:extLst>
                <a:ext uri="{FF2B5EF4-FFF2-40B4-BE49-F238E27FC236}">
                  <a16:creationId xmlns:a16="http://schemas.microsoft.com/office/drawing/2014/main" id="{5BC85A32-36A0-1565-9436-13E5E63494E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4" name="Oval 1383">
              <a:extLst>
                <a:ext uri="{FF2B5EF4-FFF2-40B4-BE49-F238E27FC236}">
                  <a16:creationId xmlns:a16="http://schemas.microsoft.com/office/drawing/2014/main" id="{CFFBBA72-2EEE-B80A-3C3D-F7437E75A78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93" name="Group 1392">
            <a:extLst>
              <a:ext uri="{FF2B5EF4-FFF2-40B4-BE49-F238E27FC236}">
                <a16:creationId xmlns:a16="http://schemas.microsoft.com/office/drawing/2014/main" id="{7D01A1FF-9591-A1F1-E8CA-C00020B82C94}"/>
              </a:ext>
            </a:extLst>
          </p:cNvPr>
          <p:cNvGrpSpPr/>
          <p:nvPr/>
        </p:nvGrpSpPr>
        <p:grpSpPr>
          <a:xfrm>
            <a:off x="5381568" y="1492762"/>
            <a:ext cx="76198" cy="76198"/>
            <a:chOff x="3354375" y="4234433"/>
            <a:chExt cx="131191" cy="131191"/>
          </a:xfrm>
        </p:grpSpPr>
        <p:sp>
          <p:nvSpPr>
            <p:cNvPr id="1394" name="Oval 1393">
              <a:extLst>
                <a:ext uri="{FF2B5EF4-FFF2-40B4-BE49-F238E27FC236}">
                  <a16:creationId xmlns:a16="http://schemas.microsoft.com/office/drawing/2014/main" id="{396CB221-4D59-E6AE-2389-B18317DB30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5" name="Oval 1394">
              <a:extLst>
                <a:ext uri="{FF2B5EF4-FFF2-40B4-BE49-F238E27FC236}">
                  <a16:creationId xmlns:a16="http://schemas.microsoft.com/office/drawing/2014/main" id="{02E05680-538C-5B8D-43E5-F4F1FED1509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96" name="Group 1395">
            <a:extLst>
              <a:ext uri="{FF2B5EF4-FFF2-40B4-BE49-F238E27FC236}">
                <a16:creationId xmlns:a16="http://schemas.microsoft.com/office/drawing/2014/main" id="{983DCA15-C2C7-E03C-A77C-0CC37898E680}"/>
              </a:ext>
            </a:extLst>
          </p:cNvPr>
          <p:cNvGrpSpPr/>
          <p:nvPr/>
        </p:nvGrpSpPr>
        <p:grpSpPr>
          <a:xfrm rot="21588307">
            <a:off x="5046772" y="906819"/>
            <a:ext cx="150955" cy="150955"/>
            <a:chOff x="3354375" y="4234433"/>
            <a:chExt cx="131191" cy="131191"/>
          </a:xfrm>
        </p:grpSpPr>
        <p:sp>
          <p:nvSpPr>
            <p:cNvPr id="1397" name="Oval 1396">
              <a:extLst>
                <a:ext uri="{FF2B5EF4-FFF2-40B4-BE49-F238E27FC236}">
                  <a16:creationId xmlns:a16="http://schemas.microsoft.com/office/drawing/2014/main" id="{A4E0381C-ACB2-048B-81F3-136ACE7511E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8" name="Oval 1397">
              <a:extLst>
                <a:ext uri="{FF2B5EF4-FFF2-40B4-BE49-F238E27FC236}">
                  <a16:creationId xmlns:a16="http://schemas.microsoft.com/office/drawing/2014/main" id="{03D43250-F9F5-B6EB-E08C-59A8FF96C66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99" name="Group 1398">
            <a:extLst>
              <a:ext uri="{FF2B5EF4-FFF2-40B4-BE49-F238E27FC236}">
                <a16:creationId xmlns:a16="http://schemas.microsoft.com/office/drawing/2014/main" id="{FEC4F02A-25C2-D769-BDB9-FB0C5098A070}"/>
              </a:ext>
            </a:extLst>
          </p:cNvPr>
          <p:cNvGrpSpPr/>
          <p:nvPr/>
        </p:nvGrpSpPr>
        <p:grpSpPr>
          <a:xfrm rot="21588307">
            <a:off x="5169910" y="867487"/>
            <a:ext cx="76198" cy="76198"/>
            <a:chOff x="3354375" y="4234433"/>
            <a:chExt cx="131191" cy="131191"/>
          </a:xfrm>
        </p:grpSpPr>
        <p:sp>
          <p:nvSpPr>
            <p:cNvPr id="1400" name="Oval 1399">
              <a:extLst>
                <a:ext uri="{FF2B5EF4-FFF2-40B4-BE49-F238E27FC236}">
                  <a16:creationId xmlns:a16="http://schemas.microsoft.com/office/drawing/2014/main" id="{65B3D1E9-324B-99F8-51B8-8081C6F605A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1" name="Oval 1400">
              <a:extLst>
                <a:ext uri="{FF2B5EF4-FFF2-40B4-BE49-F238E27FC236}">
                  <a16:creationId xmlns:a16="http://schemas.microsoft.com/office/drawing/2014/main" id="{2DD9199A-8E3F-6928-4EF4-17CAFC05019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02" name="Group 1401">
            <a:extLst>
              <a:ext uri="{FF2B5EF4-FFF2-40B4-BE49-F238E27FC236}">
                <a16:creationId xmlns:a16="http://schemas.microsoft.com/office/drawing/2014/main" id="{C3D08A03-2B52-7867-CDEA-923E4E877E83}"/>
              </a:ext>
            </a:extLst>
          </p:cNvPr>
          <p:cNvGrpSpPr/>
          <p:nvPr/>
        </p:nvGrpSpPr>
        <p:grpSpPr>
          <a:xfrm rot="21588307">
            <a:off x="4349279" y="1105550"/>
            <a:ext cx="141158" cy="141158"/>
            <a:chOff x="3354375" y="4234433"/>
            <a:chExt cx="131191" cy="131191"/>
          </a:xfrm>
        </p:grpSpPr>
        <p:sp>
          <p:nvSpPr>
            <p:cNvPr id="1403" name="Oval 1402">
              <a:extLst>
                <a:ext uri="{FF2B5EF4-FFF2-40B4-BE49-F238E27FC236}">
                  <a16:creationId xmlns:a16="http://schemas.microsoft.com/office/drawing/2014/main" id="{80ECA256-DEF5-94F4-9358-EA2DA078EDA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4" name="Oval 1403">
              <a:extLst>
                <a:ext uri="{FF2B5EF4-FFF2-40B4-BE49-F238E27FC236}">
                  <a16:creationId xmlns:a16="http://schemas.microsoft.com/office/drawing/2014/main" id="{E91F6562-1C3D-8FC4-8D2F-A8301DADC68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05" name="Group 1404">
            <a:extLst>
              <a:ext uri="{FF2B5EF4-FFF2-40B4-BE49-F238E27FC236}">
                <a16:creationId xmlns:a16="http://schemas.microsoft.com/office/drawing/2014/main" id="{A50E2365-904A-E924-E03B-0CC10D4A1750}"/>
              </a:ext>
            </a:extLst>
          </p:cNvPr>
          <p:cNvGrpSpPr/>
          <p:nvPr/>
        </p:nvGrpSpPr>
        <p:grpSpPr>
          <a:xfrm>
            <a:off x="5704512" y="992100"/>
            <a:ext cx="76198" cy="76198"/>
            <a:chOff x="3354375" y="4234433"/>
            <a:chExt cx="131191" cy="131191"/>
          </a:xfrm>
        </p:grpSpPr>
        <p:sp>
          <p:nvSpPr>
            <p:cNvPr id="1406" name="Oval 1405">
              <a:extLst>
                <a:ext uri="{FF2B5EF4-FFF2-40B4-BE49-F238E27FC236}">
                  <a16:creationId xmlns:a16="http://schemas.microsoft.com/office/drawing/2014/main" id="{D9D7750C-F0DF-3800-F106-264271596F3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7" name="Oval 1406">
              <a:extLst>
                <a:ext uri="{FF2B5EF4-FFF2-40B4-BE49-F238E27FC236}">
                  <a16:creationId xmlns:a16="http://schemas.microsoft.com/office/drawing/2014/main" id="{DF9E6108-2DFA-B49C-F96E-BDBECAE5DAE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08" name="Group 1407">
            <a:extLst>
              <a:ext uri="{FF2B5EF4-FFF2-40B4-BE49-F238E27FC236}">
                <a16:creationId xmlns:a16="http://schemas.microsoft.com/office/drawing/2014/main" id="{EB764ADA-23B3-FAC0-E30C-9A3245D889EF}"/>
              </a:ext>
            </a:extLst>
          </p:cNvPr>
          <p:cNvGrpSpPr/>
          <p:nvPr/>
        </p:nvGrpSpPr>
        <p:grpSpPr>
          <a:xfrm>
            <a:off x="4467896" y="1190340"/>
            <a:ext cx="209043" cy="209043"/>
            <a:chOff x="3354375" y="4234433"/>
            <a:chExt cx="131191" cy="131191"/>
          </a:xfrm>
        </p:grpSpPr>
        <p:sp>
          <p:nvSpPr>
            <p:cNvPr id="1409" name="Oval 1408">
              <a:extLst>
                <a:ext uri="{FF2B5EF4-FFF2-40B4-BE49-F238E27FC236}">
                  <a16:creationId xmlns:a16="http://schemas.microsoft.com/office/drawing/2014/main" id="{173F53D3-C5E7-251E-C322-73A096C859F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0" name="Oval 1409">
              <a:extLst>
                <a:ext uri="{FF2B5EF4-FFF2-40B4-BE49-F238E27FC236}">
                  <a16:creationId xmlns:a16="http://schemas.microsoft.com/office/drawing/2014/main" id="{822D1F71-3740-1BBD-13DB-D8AB7D00A49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1" name="Group 1410">
            <a:extLst>
              <a:ext uri="{FF2B5EF4-FFF2-40B4-BE49-F238E27FC236}">
                <a16:creationId xmlns:a16="http://schemas.microsoft.com/office/drawing/2014/main" id="{27F5632E-0D97-0BE7-8607-45F90D48EE0A}"/>
              </a:ext>
            </a:extLst>
          </p:cNvPr>
          <p:cNvGrpSpPr/>
          <p:nvPr/>
        </p:nvGrpSpPr>
        <p:grpSpPr>
          <a:xfrm>
            <a:off x="4473855" y="1006046"/>
            <a:ext cx="141158" cy="141158"/>
            <a:chOff x="3354375" y="4234433"/>
            <a:chExt cx="131191" cy="131191"/>
          </a:xfrm>
        </p:grpSpPr>
        <p:sp>
          <p:nvSpPr>
            <p:cNvPr id="1412" name="Oval 1411">
              <a:extLst>
                <a:ext uri="{FF2B5EF4-FFF2-40B4-BE49-F238E27FC236}">
                  <a16:creationId xmlns:a16="http://schemas.microsoft.com/office/drawing/2014/main" id="{49B4CF7E-EE25-579F-D4C7-25BA5FDC89C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3" name="Oval 1412">
              <a:extLst>
                <a:ext uri="{FF2B5EF4-FFF2-40B4-BE49-F238E27FC236}">
                  <a16:creationId xmlns:a16="http://schemas.microsoft.com/office/drawing/2014/main" id="{FE282EAD-F45F-9E89-B087-EE52599E50B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5" name="Group 1414">
            <a:extLst>
              <a:ext uri="{FF2B5EF4-FFF2-40B4-BE49-F238E27FC236}">
                <a16:creationId xmlns:a16="http://schemas.microsoft.com/office/drawing/2014/main" id="{8097F75E-46E7-42D6-E604-1F407AA62151}"/>
              </a:ext>
            </a:extLst>
          </p:cNvPr>
          <p:cNvGrpSpPr/>
          <p:nvPr/>
        </p:nvGrpSpPr>
        <p:grpSpPr>
          <a:xfrm rot="639845">
            <a:off x="5043880" y="1155904"/>
            <a:ext cx="209043" cy="209043"/>
            <a:chOff x="3354375" y="4234433"/>
            <a:chExt cx="131191" cy="131191"/>
          </a:xfrm>
        </p:grpSpPr>
        <p:sp>
          <p:nvSpPr>
            <p:cNvPr id="1429" name="Oval 1428">
              <a:extLst>
                <a:ext uri="{FF2B5EF4-FFF2-40B4-BE49-F238E27FC236}">
                  <a16:creationId xmlns:a16="http://schemas.microsoft.com/office/drawing/2014/main" id="{E2871FD4-8A27-25DE-81B7-18C2F703CFF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0" name="Oval 1429">
              <a:extLst>
                <a:ext uri="{FF2B5EF4-FFF2-40B4-BE49-F238E27FC236}">
                  <a16:creationId xmlns:a16="http://schemas.microsoft.com/office/drawing/2014/main" id="{9256167C-4E92-9CC3-B78B-C44285D97E2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7" name="Group 1416">
            <a:extLst>
              <a:ext uri="{FF2B5EF4-FFF2-40B4-BE49-F238E27FC236}">
                <a16:creationId xmlns:a16="http://schemas.microsoft.com/office/drawing/2014/main" id="{50A38B61-8D46-FD56-A3DE-CF6946961FAC}"/>
              </a:ext>
            </a:extLst>
          </p:cNvPr>
          <p:cNvGrpSpPr/>
          <p:nvPr/>
        </p:nvGrpSpPr>
        <p:grpSpPr>
          <a:xfrm rot="21588307">
            <a:off x="4791273" y="1100575"/>
            <a:ext cx="150955" cy="150955"/>
            <a:chOff x="3354375" y="4234433"/>
            <a:chExt cx="131191" cy="131191"/>
          </a:xfrm>
        </p:grpSpPr>
        <p:sp>
          <p:nvSpPr>
            <p:cNvPr id="1427" name="Oval 1426">
              <a:extLst>
                <a:ext uri="{FF2B5EF4-FFF2-40B4-BE49-F238E27FC236}">
                  <a16:creationId xmlns:a16="http://schemas.microsoft.com/office/drawing/2014/main" id="{411C88CF-33EF-80E4-8B73-928020FC2B0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8" name="Oval 1427">
              <a:extLst>
                <a:ext uri="{FF2B5EF4-FFF2-40B4-BE49-F238E27FC236}">
                  <a16:creationId xmlns:a16="http://schemas.microsoft.com/office/drawing/2014/main" id="{B1F2F2AF-D530-5A08-1C0B-B0A18D9092C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8" name="Group 1417">
            <a:extLst>
              <a:ext uri="{FF2B5EF4-FFF2-40B4-BE49-F238E27FC236}">
                <a16:creationId xmlns:a16="http://schemas.microsoft.com/office/drawing/2014/main" id="{7078096B-ADA3-FC0C-116A-CEC03600E6AC}"/>
              </a:ext>
            </a:extLst>
          </p:cNvPr>
          <p:cNvGrpSpPr/>
          <p:nvPr/>
        </p:nvGrpSpPr>
        <p:grpSpPr>
          <a:xfrm rot="21588307">
            <a:off x="4504168" y="904460"/>
            <a:ext cx="76198" cy="76198"/>
            <a:chOff x="3354375" y="4234433"/>
            <a:chExt cx="131191" cy="131191"/>
          </a:xfrm>
        </p:grpSpPr>
        <p:sp>
          <p:nvSpPr>
            <p:cNvPr id="1425" name="Oval 1424">
              <a:extLst>
                <a:ext uri="{FF2B5EF4-FFF2-40B4-BE49-F238E27FC236}">
                  <a16:creationId xmlns:a16="http://schemas.microsoft.com/office/drawing/2014/main" id="{035C5542-816D-86A5-2BA7-2D7AA9ECE22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6" name="Oval 1425">
              <a:extLst>
                <a:ext uri="{FF2B5EF4-FFF2-40B4-BE49-F238E27FC236}">
                  <a16:creationId xmlns:a16="http://schemas.microsoft.com/office/drawing/2014/main" id="{3692DBF7-16B2-6E23-0953-FF18E251404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9" name="Group 1418">
            <a:extLst>
              <a:ext uri="{FF2B5EF4-FFF2-40B4-BE49-F238E27FC236}">
                <a16:creationId xmlns:a16="http://schemas.microsoft.com/office/drawing/2014/main" id="{87091DB4-796D-1A72-4EC7-344510559E64}"/>
              </a:ext>
            </a:extLst>
          </p:cNvPr>
          <p:cNvGrpSpPr/>
          <p:nvPr/>
        </p:nvGrpSpPr>
        <p:grpSpPr>
          <a:xfrm rot="21588307">
            <a:off x="4933833" y="1036946"/>
            <a:ext cx="141158" cy="141158"/>
            <a:chOff x="3354375" y="4234433"/>
            <a:chExt cx="131191" cy="131191"/>
          </a:xfrm>
        </p:grpSpPr>
        <p:sp>
          <p:nvSpPr>
            <p:cNvPr id="1423" name="Oval 1422">
              <a:extLst>
                <a:ext uri="{FF2B5EF4-FFF2-40B4-BE49-F238E27FC236}">
                  <a16:creationId xmlns:a16="http://schemas.microsoft.com/office/drawing/2014/main" id="{BAACE90C-14E9-E629-1CA3-1EC1F7E91C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4" name="Oval 1423">
              <a:extLst>
                <a:ext uri="{FF2B5EF4-FFF2-40B4-BE49-F238E27FC236}">
                  <a16:creationId xmlns:a16="http://schemas.microsoft.com/office/drawing/2014/main" id="{60C05F71-A430-BD80-F905-03D79223769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20" name="Group 1419">
            <a:extLst>
              <a:ext uri="{FF2B5EF4-FFF2-40B4-BE49-F238E27FC236}">
                <a16:creationId xmlns:a16="http://schemas.microsoft.com/office/drawing/2014/main" id="{6BB61C4F-E63E-9F52-69CD-425581A04D96}"/>
              </a:ext>
            </a:extLst>
          </p:cNvPr>
          <p:cNvGrpSpPr/>
          <p:nvPr/>
        </p:nvGrpSpPr>
        <p:grpSpPr>
          <a:xfrm rot="21588307">
            <a:off x="4971389" y="899385"/>
            <a:ext cx="76198" cy="76198"/>
            <a:chOff x="3354375" y="4234433"/>
            <a:chExt cx="131191" cy="131191"/>
          </a:xfrm>
        </p:grpSpPr>
        <p:sp>
          <p:nvSpPr>
            <p:cNvPr id="1421" name="Oval 1420">
              <a:extLst>
                <a:ext uri="{FF2B5EF4-FFF2-40B4-BE49-F238E27FC236}">
                  <a16:creationId xmlns:a16="http://schemas.microsoft.com/office/drawing/2014/main" id="{A3B677E3-AAA2-EE0B-19B2-8EDAE73D3A2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2" name="Oval 1421">
              <a:extLst>
                <a:ext uri="{FF2B5EF4-FFF2-40B4-BE49-F238E27FC236}">
                  <a16:creationId xmlns:a16="http://schemas.microsoft.com/office/drawing/2014/main" id="{6626A2FD-DA48-65A4-CD89-5F72DA47BF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31" name="Group 1430">
            <a:extLst>
              <a:ext uri="{FF2B5EF4-FFF2-40B4-BE49-F238E27FC236}">
                <a16:creationId xmlns:a16="http://schemas.microsoft.com/office/drawing/2014/main" id="{14084FA0-C804-1D93-4708-01D673E77403}"/>
              </a:ext>
            </a:extLst>
          </p:cNvPr>
          <p:cNvGrpSpPr/>
          <p:nvPr/>
        </p:nvGrpSpPr>
        <p:grpSpPr>
          <a:xfrm>
            <a:off x="4705498" y="1304198"/>
            <a:ext cx="76198" cy="76198"/>
            <a:chOff x="3354375" y="4234433"/>
            <a:chExt cx="131191" cy="131191"/>
          </a:xfrm>
        </p:grpSpPr>
        <p:sp>
          <p:nvSpPr>
            <p:cNvPr id="1432" name="Oval 1431">
              <a:extLst>
                <a:ext uri="{FF2B5EF4-FFF2-40B4-BE49-F238E27FC236}">
                  <a16:creationId xmlns:a16="http://schemas.microsoft.com/office/drawing/2014/main" id="{A1D1B6DB-F328-0091-552A-C9800CEA186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3" name="Oval 1432">
              <a:extLst>
                <a:ext uri="{FF2B5EF4-FFF2-40B4-BE49-F238E27FC236}">
                  <a16:creationId xmlns:a16="http://schemas.microsoft.com/office/drawing/2014/main" id="{F1291CB2-200F-938E-1B4D-BDADF66E55A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34" name="Group 1433">
            <a:extLst>
              <a:ext uri="{FF2B5EF4-FFF2-40B4-BE49-F238E27FC236}">
                <a16:creationId xmlns:a16="http://schemas.microsoft.com/office/drawing/2014/main" id="{BE3BEE7C-389F-3C0B-E30C-8F73A6F703A2}"/>
              </a:ext>
            </a:extLst>
          </p:cNvPr>
          <p:cNvGrpSpPr/>
          <p:nvPr/>
        </p:nvGrpSpPr>
        <p:grpSpPr>
          <a:xfrm>
            <a:off x="5572708" y="1030515"/>
            <a:ext cx="141158" cy="141158"/>
            <a:chOff x="3354375" y="4234433"/>
            <a:chExt cx="131191" cy="131191"/>
          </a:xfrm>
        </p:grpSpPr>
        <p:sp>
          <p:nvSpPr>
            <p:cNvPr id="1435" name="Oval 1434">
              <a:extLst>
                <a:ext uri="{FF2B5EF4-FFF2-40B4-BE49-F238E27FC236}">
                  <a16:creationId xmlns:a16="http://schemas.microsoft.com/office/drawing/2014/main" id="{C2BC9AEF-DB9A-932C-92D4-D382F94CD4B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6" name="Oval 1435">
              <a:extLst>
                <a:ext uri="{FF2B5EF4-FFF2-40B4-BE49-F238E27FC236}">
                  <a16:creationId xmlns:a16="http://schemas.microsoft.com/office/drawing/2014/main" id="{3E7ACAAF-C410-365C-BA89-A3088426F22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437" name="Group 1436">
            <a:extLst>
              <a:ext uri="{FF2B5EF4-FFF2-40B4-BE49-F238E27FC236}">
                <a16:creationId xmlns:a16="http://schemas.microsoft.com/office/drawing/2014/main" id="{786222BC-B24D-18E0-C988-AC23549994CE}"/>
              </a:ext>
            </a:extLst>
          </p:cNvPr>
          <p:cNvGrpSpPr/>
          <p:nvPr/>
        </p:nvGrpSpPr>
        <p:grpSpPr>
          <a:xfrm rot="639845">
            <a:off x="5387870" y="1092969"/>
            <a:ext cx="209043" cy="209043"/>
            <a:chOff x="3354375" y="4234433"/>
            <a:chExt cx="131191" cy="131191"/>
          </a:xfrm>
        </p:grpSpPr>
        <p:sp>
          <p:nvSpPr>
            <p:cNvPr id="1438" name="Oval 1437">
              <a:extLst>
                <a:ext uri="{FF2B5EF4-FFF2-40B4-BE49-F238E27FC236}">
                  <a16:creationId xmlns:a16="http://schemas.microsoft.com/office/drawing/2014/main" id="{4AFA47B4-AAE2-E3F3-ACDE-B6FB18E0B5F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39" name="Oval 1438">
              <a:extLst>
                <a:ext uri="{FF2B5EF4-FFF2-40B4-BE49-F238E27FC236}">
                  <a16:creationId xmlns:a16="http://schemas.microsoft.com/office/drawing/2014/main" id="{86DD30B3-84B4-3F88-3DA6-F757BB74A2E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40" name="Group 1439">
            <a:extLst>
              <a:ext uri="{FF2B5EF4-FFF2-40B4-BE49-F238E27FC236}">
                <a16:creationId xmlns:a16="http://schemas.microsoft.com/office/drawing/2014/main" id="{E312FDB3-D780-24BC-63A5-93118663BA0E}"/>
              </a:ext>
            </a:extLst>
          </p:cNvPr>
          <p:cNvGrpSpPr/>
          <p:nvPr/>
        </p:nvGrpSpPr>
        <p:grpSpPr>
          <a:xfrm rot="21588307">
            <a:off x="5212546" y="1021245"/>
            <a:ext cx="150955" cy="150955"/>
            <a:chOff x="3354375" y="4234433"/>
            <a:chExt cx="131191" cy="131191"/>
          </a:xfrm>
        </p:grpSpPr>
        <p:sp>
          <p:nvSpPr>
            <p:cNvPr id="1441" name="Oval 1440">
              <a:extLst>
                <a:ext uri="{FF2B5EF4-FFF2-40B4-BE49-F238E27FC236}">
                  <a16:creationId xmlns:a16="http://schemas.microsoft.com/office/drawing/2014/main" id="{ADC5DFD0-BD39-4D8D-770B-6E4B43A6685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2" name="Oval 1441">
              <a:extLst>
                <a:ext uri="{FF2B5EF4-FFF2-40B4-BE49-F238E27FC236}">
                  <a16:creationId xmlns:a16="http://schemas.microsoft.com/office/drawing/2014/main" id="{30428182-8A34-9E8B-369A-FDFCAA52F07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43" name="Group 1442">
            <a:extLst>
              <a:ext uri="{FF2B5EF4-FFF2-40B4-BE49-F238E27FC236}">
                <a16:creationId xmlns:a16="http://schemas.microsoft.com/office/drawing/2014/main" id="{61DE634D-B951-4DDB-B4E8-160B19CF5CA6}"/>
              </a:ext>
            </a:extLst>
          </p:cNvPr>
          <p:cNvGrpSpPr/>
          <p:nvPr/>
        </p:nvGrpSpPr>
        <p:grpSpPr>
          <a:xfrm rot="21588307">
            <a:off x="5384540" y="1000817"/>
            <a:ext cx="76198" cy="76198"/>
            <a:chOff x="3354375" y="4234433"/>
            <a:chExt cx="131191" cy="131191"/>
          </a:xfrm>
        </p:grpSpPr>
        <p:sp>
          <p:nvSpPr>
            <p:cNvPr id="1444" name="Oval 1443">
              <a:extLst>
                <a:ext uri="{FF2B5EF4-FFF2-40B4-BE49-F238E27FC236}">
                  <a16:creationId xmlns:a16="http://schemas.microsoft.com/office/drawing/2014/main" id="{902B55C9-5AC0-7F54-2477-06C924B7A3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5" name="Oval 1444">
              <a:extLst>
                <a:ext uri="{FF2B5EF4-FFF2-40B4-BE49-F238E27FC236}">
                  <a16:creationId xmlns:a16="http://schemas.microsoft.com/office/drawing/2014/main" id="{D25E245F-BA68-F335-7858-85ECBA40B91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46" name="Group 1445">
            <a:extLst>
              <a:ext uri="{FF2B5EF4-FFF2-40B4-BE49-F238E27FC236}">
                <a16:creationId xmlns:a16="http://schemas.microsoft.com/office/drawing/2014/main" id="{88256553-ECB3-B69E-2D5E-763E2D1BD02D}"/>
              </a:ext>
            </a:extLst>
          </p:cNvPr>
          <p:cNvGrpSpPr/>
          <p:nvPr/>
        </p:nvGrpSpPr>
        <p:grpSpPr>
          <a:xfrm rot="21588307">
            <a:off x="5257322" y="1220907"/>
            <a:ext cx="141158" cy="141158"/>
            <a:chOff x="3354375" y="4234433"/>
            <a:chExt cx="131191" cy="131191"/>
          </a:xfrm>
        </p:grpSpPr>
        <p:sp>
          <p:nvSpPr>
            <p:cNvPr id="1447" name="Oval 1446">
              <a:extLst>
                <a:ext uri="{FF2B5EF4-FFF2-40B4-BE49-F238E27FC236}">
                  <a16:creationId xmlns:a16="http://schemas.microsoft.com/office/drawing/2014/main" id="{A8039A9E-3924-E649-1B58-4CEF8FA4285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8" name="Oval 1447">
              <a:extLst>
                <a:ext uri="{FF2B5EF4-FFF2-40B4-BE49-F238E27FC236}">
                  <a16:creationId xmlns:a16="http://schemas.microsoft.com/office/drawing/2014/main" id="{0BD2372A-0829-BB51-7DBE-3F2A56DADC4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49" name="Group 1448">
            <a:extLst>
              <a:ext uri="{FF2B5EF4-FFF2-40B4-BE49-F238E27FC236}">
                <a16:creationId xmlns:a16="http://schemas.microsoft.com/office/drawing/2014/main" id="{6DFF4112-518B-2987-A750-5E084118CBEB}"/>
              </a:ext>
            </a:extLst>
          </p:cNvPr>
          <p:cNvGrpSpPr/>
          <p:nvPr/>
        </p:nvGrpSpPr>
        <p:grpSpPr>
          <a:xfrm rot="21588307">
            <a:off x="5124005" y="1082934"/>
            <a:ext cx="76198" cy="76198"/>
            <a:chOff x="3354375" y="4234433"/>
            <a:chExt cx="131191" cy="131191"/>
          </a:xfrm>
        </p:grpSpPr>
        <p:sp>
          <p:nvSpPr>
            <p:cNvPr id="1450" name="Oval 1449">
              <a:extLst>
                <a:ext uri="{FF2B5EF4-FFF2-40B4-BE49-F238E27FC236}">
                  <a16:creationId xmlns:a16="http://schemas.microsoft.com/office/drawing/2014/main" id="{A9F1454E-6187-7885-167B-B7F5881A11F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1" name="Oval 1450">
              <a:extLst>
                <a:ext uri="{FF2B5EF4-FFF2-40B4-BE49-F238E27FC236}">
                  <a16:creationId xmlns:a16="http://schemas.microsoft.com/office/drawing/2014/main" id="{C0DCEE61-78A7-0DFF-528D-EA52B1D23DC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52" name="Group 1451">
            <a:extLst>
              <a:ext uri="{FF2B5EF4-FFF2-40B4-BE49-F238E27FC236}">
                <a16:creationId xmlns:a16="http://schemas.microsoft.com/office/drawing/2014/main" id="{77A0BE83-723F-27BF-BB39-4045AEEC2F56}"/>
              </a:ext>
            </a:extLst>
          </p:cNvPr>
          <p:cNvGrpSpPr/>
          <p:nvPr/>
        </p:nvGrpSpPr>
        <p:grpSpPr>
          <a:xfrm>
            <a:off x="5413686" y="1329823"/>
            <a:ext cx="209043" cy="209043"/>
            <a:chOff x="3354375" y="4234433"/>
            <a:chExt cx="131191" cy="131191"/>
          </a:xfrm>
        </p:grpSpPr>
        <p:sp>
          <p:nvSpPr>
            <p:cNvPr id="1453" name="Oval 1452">
              <a:extLst>
                <a:ext uri="{FF2B5EF4-FFF2-40B4-BE49-F238E27FC236}">
                  <a16:creationId xmlns:a16="http://schemas.microsoft.com/office/drawing/2014/main" id="{8BB92FBD-1FBF-2709-4972-54B55AC7D96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4" name="Oval 1453">
              <a:extLst>
                <a:ext uri="{FF2B5EF4-FFF2-40B4-BE49-F238E27FC236}">
                  <a16:creationId xmlns:a16="http://schemas.microsoft.com/office/drawing/2014/main" id="{18ABB5B9-612A-ED1D-1F5B-43FA8518B4A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55" name="Group 1454">
            <a:extLst>
              <a:ext uri="{FF2B5EF4-FFF2-40B4-BE49-F238E27FC236}">
                <a16:creationId xmlns:a16="http://schemas.microsoft.com/office/drawing/2014/main" id="{1CD4C0B2-85A4-DC28-7665-8088139DAD63}"/>
              </a:ext>
            </a:extLst>
          </p:cNvPr>
          <p:cNvGrpSpPr/>
          <p:nvPr/>
        </p:nvGrpSpPr>
        <p:grpSpPr>
          <a:xfrm>
            <a:off x="5212511" y="1517911"/>
            <a:ext cx="141158" cy="141158"/>
            <a:chOff x="3354375" y="4234433"/>
            <a:chExt cx="131191" cy="131191"/>
          </a:xfrm>
        </p:grpSpPr>
        <p:sp>
          <p:nvSpPr>
            <p:cNvPr id="1456" name="Oval 1455">
              <a:extLst>
                <a:ext uri="{FF2B5EF4-FFF2-40B4-BE49-F238E27FC236}">
                  <a16:creationId xmlns:a16="http://schemas.microsoft.com/office/drawing/2014/main" id="{2DF05B14-8938-6711-A83C-1D25531E7E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7" name="Oval 1456">
              <a:extLst>
                <a:ext uri="{FF2B5EF4-FFF2-40B4-BE49-F238E27FC236}">
                  <a16:creationId xmlns:a16="http://schemas.microsoft.com/office/drawing/2014/main" id="{8779C247-E8C7-F1B3-172F-AA839DAE9B8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58" name="Group 1457">
            <a:extLst>
              <a:ext uri="{FF2B5EF4-FFF2-40B4-BE49-F238E27FC236}">
                <a16:creationId xmlns:a16="http://schemas.microsoft.com/office/drawing/2014/main" id="{FB352AB4-BF29-E70C-7E86-E2B499D5A8DD}"/>
              </a:ext>
            </a:extLst>
          </p:cNvPr>
          <p:cNvGrpSpPr/>
          <p:nvPr/>
        </p:nvGrpSpPr>
        <p:grpSpPr>
          <a:xfrm>
            <a:off x="5031029" y="1611812"/>
            <a:ext cx="117664" cy="117664"/>
            <a:chOff x="3354375" y="4234433"/>
            <a:chExt cx="131191" cy="131191"/>
          </a:xfrm>
        </p:grpSpPr>
        <p:sp>
          <p:nvSpPr>
            <p:cNvPr id="1459" name="Oval 1458">
              <a:extLst>
                <a:ext uri="{FF2B5EF4-FFF2-40B4-BE49-F238E27FC236}">
                  <a16:creationId xmlns:a16="http://schemas.microsoft.com/office/drawing/2014/main" id="{E0569027-6998-2C7A-8C9E-D7D5E37D1FA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0" name="Oval 1459">
              <a:extLst>
                <a:ext uri="{FF2B5EF4-FFF2-40B4-BE49-F238E27FC236}">
                  <a16:creationId xmlns:a16="http://schemas.microsoft.com/office/drawing/2014/main" id="{12BE10CD-C29C-D26D-7031-D70AD0EBBBC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461" name="Group 1460">
            <a:extLst>
              <a:ext uri="{FF2B5EF4-FFF2-40B4-BE49-F238E27FC236}">
                <a16:creationId xmlns:a16="http://schemas.microsoft.com/office/drawing/2014/main" id="{BD4E1F7C-8D17-9BB6-ED7E-9F179FC1DEE9}"/>
              </a:ext>
            </a:extLst>
          </p:cNvPr>
          <p:cNvGrpSpPr/>
          <p:nvPr/>
        </p:nvGrpSpPr>
        <p:grpSpPr>
          <a:xfrm rot="639845">
            <a:off x="3422163" y="1531244"/>
            <a:ext cx="209043" cy="209043"/>
            <a:chOff x="3354375" y="4234433"/>
            <a:chExt cx="131191" cy="131191"/>
          </a:xfrm>
        </p:grpSpPr>
        <p:sp>
          <p:nvSpPr>
            <p:cNvPr id="1462" name="Oval 1461">
              <a:extLst>
                <a:ext uri="{FF2B5EF4-FFF2-40B4-BE49-F238E27FC236}">
                  <a16:creationId xmlns:a16="http://schemas.microsoft.com/office/drawing/2014/main" id="{F525A51B-ECD5-25BE-B9BC-EC0FABD58C6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3" name="Oval 1462">
              <a:extLst>
                <a:ext uri="{FF2B5EF4-FFF2-40B4-BE49-F238E27FC236}">
                  <a16:creationId xmlns:a16="http://schemas.microsoft.com/office/drawing/2014/main" id="{5B82D924-2881-55FC-1144-57641AD4457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64" name="Group 1463">
            <a:extLst>
              <a:ext uri="{FF2B5EF4-FFF2-40B4-BE49-F238E27FC236}">
                <a16:creationId xmlns:a16="http://schemas.microsoft.com/office/drawing/2014/main" id="{B25025C7-72B9-F874-DE2A-D2985BFE420C}"/>
              </a:ext>
            </a:extLst>
          </p:cNvPr>
          <p:cNvGrpSpPr/>
          <p:nvPr/>
        </p:nvGrpSpPr>
        <p:grpSpPr>
          <a:xfrm rot="21588307">
            <a:off x="3561057" y="1736789"/>
            <a:ext cx="150955" cy="150955"/>
            <a:chOff x="3354375" y="4234433"/>
            <a:chExt cx="131191" cy="131191"/>
          </a:xfrm>
        </p:grpSpPr>
        <p:sp>
          <p:nvSpPr>
            <p:cNvPr id="1465" name="Oval 1464">
              <a:extLst>
                <a:ext uri="{FF2B5EF4-FFF2-40B4-BE49-F238E27FC236}">
                  <a16:creationId xmlns:a16="http://schemas.microsoft.com/office/drawing/2014/main" id="{BDBD26CC-C68B-79C7-FD3E-32CC307A4EB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6" name="Oval 1465">
              <a:extLst>
                <a:ext uri="{FF2B5EF4-FFF2-40B4-BE49-F238E27FC236}">
                  <a16:creationId xmlns:a16="http://schemas.microsoft.com/office/drawing/2014/main" id="{9FC6588F-359F-4572-8832-4B4772D0881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67" name="Group 1466">
            <a:extLst>
              <a:ext uri="{FF2B5EF4-FFF2-40B4-BE49-F238E27FC236}">
                <a16:creationId xmlns:a16="http://schemas.microsoft.com/office/drawing/2014/main" id="{6F08FD70-D901-F821-E751-64AB077A7694}"/>
              </a:ext>
            </a:extLst>
          </p:cNvPr>
          <p:cNvGrpSpPr/>
          <p:nvPr/>
        </p:nvGrpSpPr>
        <p:grpSpPr>
          <a:xfrm rot="21588307">
            <a:off x="3560208" y="1432479"/>
            <a:ext cx="76198" cy="76198"/>
            <a:chOff x="3354375" y="4234433"/>
            <a:chExt cx="131191" cy="131191"/>
          </a:xfrm>
        </p:grpSpPr>
        <p:sp>
          <p:nvSpPr>
            <p:cNvPr id="1468" name="Oval 1467">
              <a:extLst>
                <a:ext uri="{FF2B5EF4-FFF2-40B4-BE49-F238E27FC236}">
                  <a16:creationId xmlns:a16="http://schemas.microsoft.com/office/drawing/2014/main" id="{2F05A4C5-2241-6597-DB82-8F780D0B88E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9" name="Oval 1468">
              <a:extLst>
                <a:ext uri="{FF2B5EF4-FFF2-40B4-BE49-F238E27FC236}">
                  <a16:creationId xmlns:a16="http://schemas.microsoft.com/office/drawing/2014/main" id="{B0C76E71-A88E-3BA1-84E1-CA9BA4408B5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70" name="Group 1469">
            <a:extLst>
              <a:ext uri="{FF2B5EF4-FFF2-40B4-BE49-F238E27FC236}">
                <a16:creationId xmlns:a16="http://schemas.microsoft.com/office/drawing/2014/main" id="{5E940790-259F-0E31-1B3E-9A43A3E7D1CC}"/>
              </a:ext>
            </a:extLst>
          </p:cNvPr>
          <p:cNvGrpSpPr/>
          <p:nvPr/>
        </p:nvGrpSpPr>
        <p:grpSpPr>
          <a:xfrm rot="21588307">
            <a:off x="3389874" y="1774628"/>
            <a:ext cx="141158" cy="141158"/>
            <a:chOff x="3354375" y="4234433"/>
            <a:chExt cx="131191" cy="131191"/>
          </a:xfrm>
        </p:grpSpPr>
        <p:sp>
          <p:nvSpPr>
            <p:cNvPr id="1471" name="Oval 1470">
              <a:extLst>
                <a:ext uri="{FF2B5EF4-FFF2-40B4-BE49-F238E27FC236}">
                  <a16:creationId xmlns:a16="http://schemas.microsoft.com/office/drawing/2014/main" id="{7E0927DA-33EA-2BAC-0C27-60A45CBD0C0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2" name="Oval 1471">
              <a:extLst>
                <a:ext uri="{FF2B5EF4-FFF2-40B4-BE49-F238E27FC236}">
                  <a16:creationId xmlns:a16="http://schemas.microsoft.com/office/drawing/2014/main" id="{F08DD3B5-26C4-77DC-A730-244299CA9B9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73" name="Group 1472">
            <a:extLst>
              <a:ext uri="{FF2B5EF4-FFF2-40B4-BE49-F238E27FC236}">
                <a16:creationId xmlns:a16="http://schemas.microsoft.com/office/drawing/2014/main" id="{4B17FF46-3ACA-34A7-E777-37D05587FD5D}"/>
              </a:ext>
            </a:extLst>
          </p:cNvPr>
          <p:cNvGrpSpPr/>
          <p:nvPr/>
        </p:nvGrpSpPr>
        <p:grpSpPr>
          <a:xfrm rot="21588307">
            <a:off x="4388982" y="1691714"/>
            <a:ext cx="76198" cy="76198"/>
            <a:chOff x="3354375" y="4234433"/>
            <a:chExt cx="131191" cy="131191"/>
          </a:xfrm>
        </p:grpSpPr>
        <p:sp>
          <p:nvSpPr>
            <p:cNvPr id="1474" name="Oval 1473">
              <a:extLst>
                <a:ext uri="{FF2B5EF4-FFF2-40B4-BE49-F238E27FC236}">
                  <a16:creationId xmlns:a16="http://schemas.microsoft.com/office/drawing/2014/main" id="{4C6195A6-2EC2-56C0-7625-897EE84941E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5" name="Oval 1474">
              <a:extLst>
                <a:ext uri="{FF2B5EF4-FFF2-40B4-BE49-F238E27FC236}">
                  <a16:creationId xmlns:a16="http://schemas.microsoft.com/office/drawing/2014/main" id="{08600710-E9D3-A6B6-1DAC-38C0D0E58C1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76" name="Group 1475">
            <a:extLst>
              <a:ext uri="{FF2B5EF4-FFF2-40B4-BE49-F238E27FC236}">
                <a16:creationId xmlns:a16="http://schemas.microsoft.com/office/drawing/2014/main" id="{84C9D50D-592D-335C-E196-68425208A452}"/>
              </a:ext>
            </a:extLst>
          </p:cNvPr>
          <p:cNvGrpSpPr/>
          <p:nvPr/>
        </p:nvGrpSpPr>
        <p:grpSpPr>
          <a:xfrm rot="21588307">
            <a:off x="3517572" y="1248172"/>
            <a:ext cx="150955" cy="150955"/>
            <a:chOff x="3354375" y="4234433"/>
            <a:chExt cx="131191" cy="131191"/>
          </a:xfrm>
        </p:grpSpPr>
        <p:sp>
          <p:nvSpPr>
            <p:cNvPr id="1477" name="Oval 1476">
              <a:extLst>
                <a:ext uri="{FF2B5EF4-FFF2-40B4-BE49-F238E27FC236}">
                  <a16:creationId xmlns:a16="http://schemas.microsoft.com/office/drawing/2014/main" id="{7914BE12-EB87-C708-558D-C9C8E40C118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8" name="Oval 1477">
              <a:extLst>
                <a:ext uri="{FF2B5EF4-FFF2-40B4-BE49-F238E27FC236}">
                  <a16:creationId xmlns:a16="http://schemas.microsoft.com/office/drawing/2014/main" id="{420854B3-9D6B-49C7-0AB0-1F1FF31588B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79" name="Group 1478">
            <a:extLst>
              <a:ext uri="{FF2B5EF4-FFF2-40B4-BE49-F238E27FC236}">
                <a16:creationId xmlns:a16="http://schemas.microsoft.com/office/drawing/2014/main" id="{A2D8FBFA-4DC9-60F8-78B6-119C8D5CE224}"/>
              </a:ext>
            </a:extLst>
          </p:cNvPr>
          <p:cNvGrpSpPr/>
          <p:nvPr/>
        </p:nvGrpSpPr>
        <p:grpSpPr>
          <a:xfrm rot="21588307">
            <a:off x="4287563" y="1263316"/>
            <a:ext cx="150955" cy="150955"/>
            <a:chOff x="3354375" y="4234433"/>
            <a:chExt cx="131191" cy="131191"/>
          </a:xfrm>
        </p:grpSpPr>
        <p:sp>
          <p:nvSpPr>
            <p:cNvPr id="1480" name="Oval 1479">
              <a:extLst>
                <a:ext uri="{FF2B5EF4-FFF2-40B4-BE49-F238E27FC236}">
                  <a16:creationId xmlns:a16="http://schemas.microsoft.com/office/drawing/2014/main" id="{B17E8A82-33D9-25D6-60DD-1B0E52B00FF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1481" name="Oval 1480">
              <a:extLst>
                <a:ext uri="{FF2B5EF4-FFF2-40B4-BE49-F238E27FC236}">
                  <a16:creationId xmlns:a16="http://schemas.microsoft.com/office/drawing/2014/main" id="{6B0976D6-A45B-6F57-E1B9-82337420275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1482" name="Group 1481">
            <a:extLst>
              <a:ext uri="{FF2B5EF4-FFF2-40B4-BE49-F238E27FC236}">
                <a16:creationId xmlns:a16="http://schemas.microsoft.com/office/drawing/2014/main" id="{CC026E2B-0088-F68C-91C3-4F19A4350370}"/>
              </a:ext>
            </a:extLst>
          </p:cNvPr>
          <p:cNvGrpSpPr/>
          <p:nvPr/>
        </p:nvGrpSpPr>
        <p:grpSpPr>
          <a:xfrm>
            <a:off x="3699263" y="1254477"/>
            <a:ext cx="209043" cy="209043"/>
            <a:chOff x="3354375" y="4234433"/>
            <a:chExt cx="131191" cy="131191"/>
          </a:xfrm>
        </p:grpSpPr>
        <p:sp>
          <p:nvSpPr>
            <p:cNvPr id="1483" name="Oval 1482">
              <a:extLst>
                <a:ext uri="{FF2B5EF4-FFF2-40B4-BE49-F238E27FC236}">
                  <a16:creationId xmlns:a16="http://schemas.microsoft.com/office/drawing/2014/main" id="{79743CA3-4D33-1007-DFCD-416BFC76CFA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4" name="Oval 1483">
              <a:extLst>
                <a:ext uri="{FF2B5EF4-FFF2-40B4-BE49-F238E27FC236}">
                  <a16:creationId xmlns:a16="http://schemas.microsoft.com/office/drawing/2014/main" id="{480E9A8A-41A0-81B6-254A-426EAE9278F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85" name="Group 1484">
            <a:extLst>
              <a:ext uri="{FF2B5EF4-FFF2-40B4-BE49-F238E27FC236}">
                <a16:creationId xmlns:a16="http://schemas.microsoft.com/office/drawing/2014/main" id="{8A3646F8-37E0-F91F-ABEC-4496B48B05BC}"/>
              </a:ext>
            </a:extLst>
          </p:cNvPr>
          <p:cNvGrpSpPr/>
          <p:nvPr/>
        </p:nvGrpSpPr>
        <p:grpSpPr>
          <a:xfrm>
            <a:off x="3612903" y="1037904"/>
            <a:ext cx="209043" cy="209043"/>
            <a:chOff x="3354375" y="4234433"/>
            <a:chExt cx="131191" cy="131191"/>
          </a:xfrm>
        </p:grpSpPr>
        <p:sp>
          <p:nvSpPr>
            <p:cNvPr id="1486" name="Oval 1485">
              <a:extLst>
                <a:ext uri="{FF2B5EF4-FFF2-40B4-BE49-F238E27FC236}">
                  <a16:creationId xmlns:a16="http://schemas.microsoft.com/office/drawing/2014/main" id="{E2EB0FAA-45E9-5892-065E-EB60E54289D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7" name="Oval 1486">
              <a:extLst>
                <a:ext uri="{FF2B5EF4-FFF2-40B4-BE49-F238E27FC236}">
                  <a16:creationId xmlns:a16="http://schemas.microsoft.com/office/drawing/2014/main" id="{430C49F6-139F-AD2E-FD9E-17AB1D17F2D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88" name="Group 1487">
            <a:extLst>
              <a:ext uri="{FF2B5EF4-FFF2-40B4-BE49-F238E27FC236}">
                <a16:creationId xmlns:a16="http://schemas.microsoft.com/office/drawing/2014/main" id="{3C32306B-26EE-8513-4B58-5D24226813B9}"/>
              </a:ext>
            </a:extLst>
          </p:cNvPr>
          <p:cNvGrpSpPr/>
          <p:nvPr/>
        </p:nvGrpSpPr>
        <p:grpSpPr>
          <a:xfrm rot="21588307">
            <a:off x="5298976" y="2511607"/>
            <a:ext cx="150955" cy="150955"/>
            <a:chOff x="3354375" y="4234433"/>
            <a:chExt cx="131191" cy="131191"/>
          </a:xfrm>
        </p:grpSpPr>
        <p:sp>
          <p:nvSpPr>
            <p:cNvPr id="1489" name="Oval 1488">
              <a:extLst>
                <a:ext uri="{FF2B5EF4-FFF2-40B4-BE49-F238E27FC236}">
                  <a16:creationId xmlns:a16="http://schemas.microsoft.com/office/drawing/2014/main" id="{123C931B-6164-27F6-B7D6-E429211516B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0" name="Oval 1489">
              <a:extLst>
                <a:ext uri="{FF2B5EF4-FFF2-40B4-BE49-F238E27FC236}">
                  <a16:creationId xmlns:a16="http://schemas.microsoft.com/office/drawing/2014/main" id="{2C195B35-8551-7AF1-26E1-4BA7B1B87AA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91" name="Group 1490">
            <a:extLst>
              <a:ext uri="{FF2B5EF4-FFF2-40B4-BE49-F238E27FC236}">
                <a16:creationId xmlns:a16="http://schemas.microsoft.com/office/drawing/2014/main" id="{C29994CE-154C-9FB8-8937-4327DF1A5451}"/>
              </a:ext>
            </a:extLst>
          </p:cNvPr>
          <p:cNvGrpSpPr/>
          <p:nvPr/>
        </p:nvGrpSpPr>
        <p:grpSpPr>
          <a:xfrm>
            <a:off x="4573437" y="2280364"/>
            <a:ext cx="209043" cy="209043"/>
            <a:chOff x="3354375" y="4234433"/>
            <a:chExt cx="131191" cy="131191"/>
          </a:xfrm>
        </p:grpSpPr>
        <p:sp>
          <p:nvSpPr>
            <p:cNvPr id="1492" name="Oval 1491">
              <a:extLst>
                <a:ext uri="{FF2B5EF4-FFF2-40B4-BE49-F238E27FC236}">
                  <a16:creationId xmlns:a16="http://schemas.microsoft.com/office/drawing/2014/main" id="{63080AE6-01C2-105F-A924-5BFDB8F48E7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3" name="Oval 1492">
              <a:extLst>
                <a:ext uri="{FF2B5EF4-FFF2-40B4-BE49-F238E27FC236}">
                  <a16:creationId xmlns:a16="http://schemas.microsoft.com/office/drawing/2014/main" id="{878FD580-C72B-3ECE-C96E-B74E1EDA525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94" name="Group 1493">
            <a:extLst>
              <a:ext uri="{FF2B5EF4-FFF2-40B4-BE49-F238E27FC236}">
                <a16:creationId xmlns:a16="http://schemas.microsoft.com/office/drawing/2014/main" id="{71E67FCE-ED30-B2F3-933E-7B9B00C303FE}"/>
              </a:ext>
            </a:extLst>
          </p:cNvPr>
          <p:cNvGrpSpPr/>
          <p:nvPr/>
        </p:nvGrpSpPr>
        <p:grpSpPr>
          <a:xfrm>
            <a:off x="5141897" y="2425994"/>
            <a:ext cx="141158" cy="141158"/>
            <a:chOff x="3354375" y="4234433"/>
            <a:chExt cx="131191" cy="131191"/>
          </a:xfrm>
        </p:grpSpPr>
        <p:sp>
          <p:nvSpPr>
            <p:cNvPr id="1495" name="Oval 1494">
              <a:extLst>
                <a:ext uri="{FF2B5EF4-FFF2-40B4-BE49-F238E27FC236}">
                  <a16:creationId xmlns:a16="http://schemas.microsoft.com/office/drawing/2014/main" id="{67F0F523-1617-2B0A-D933-ED564AEC8E6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6" name="Oval 1495">
              <a:extLst>
                <a:ext uri="{FF2B5EF4-FFF2-40B4-BE49-F238E27FC236}">
                  <a16:creationId xmlns:a16="http://schemas.microsoft.com/office/drawing/2014/main" id="{DD3D250A-E08D-04D9-A209-1B398AA18F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497" name="Group 1496">
            <a:extLst>
              <a:ext uri="{FF2B5EF4-FFF2-40B4-BE49-F238E27FC236}">
                <a16:creationId xmlns:a16="http://schemas.microsoft.com/office/drawing/2014/main" id="{7A12A4D7-A575-A600-7990-CF69C5634410}"/>
              </a:ext>
            </a:extLst>
          </p:cNvPr>
          <p:cNvGrpSpPr/>
          <p:nvPr/>
        </p:nvGrpSpPr>
        <p:grpSpPr>
          <a:xfrm rot="639845">
            <a:off x="4179496" y="2330985"/>
            <a:ext cx="209043" cy="209043"/>
            <a:chOff x="3354375" y="4234433"/>
            <a:chExt cx="131191" cy="131191"/>
          </a:xfrm>
        </p:grpSpPr>
        <p:sp>
          <p:nvSpPr>
            <p:cNvPr id="1498" name="Oval 1497">
              <a:extLst>
                <a:ext uri="{FF2B5EF4-FFF2-40B4-BE49-F238E27FC236}">
                  <a16:creationId xmlns:a16="http://schemas.microsoft.com/office/drawing/2014/main" id="{2ED5AD5A-5909-7AC2-917D-7A368A2C03F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9" name="Oval 1498">
              <a:extLst>
                <a:ext uri="{FF2B5EF4-FFF2-40B4-BE49-F238E27FC236}">
                  <a16:creationId xmlns:a16="http://schemas.microsoft.com/office/drawing/2014/main" id="{1AE6C59D-836F-5D1A-8D94-A0A4B9240CB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00" name="Group 1499">
            <a:extLst>
              <a:ext uri="{FF2B5EF4-FFF2-40B4-BE49-F238E27FC236}">
                <a16:creationId xmlns:a16="http://schemas.microsoft.com/office/drawing/2014/main" id="{576E61A0-06CF-715B-C5F7-E4AA5484CBE2}"/>
              </a:ext>
            </a:extLst>
          </p:cNvPr>
          <p:cNvGrpSpPr/>
          <p:nvPr/>
        </p:nvGrpSpPr>
        <p:grpSpPr>
          <a:xfrm>
            <a:off x="4819972" y="2329094"/>
            <a:ext cx="76198" cy="76198"/>
            <a:chOff x="3354375" y="4234433"/>
            <a:chExt cx="131191" cy="131191"/>
          </a:xfrm>
        </p:grpSpPr>
        <p:sp>
          <p:nvSpPr>
            <p:cNvPr id="1501" name="Oval 1500">
              <a:extLst>
                <a:ext uri="{FF2B5EF4-FFF2-40B4-BE49-F238E27FC236}">
                  <a16:creationId xmlns:a16="http://schemas.microsoft.com/office/drawing/2014/main" id="{9C4F8D4E-259B-1CCA-34DC-6113CA36B6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2" name="Oval 1501">
              <a:extLst>
                <a:ext uri="{FF2B5EF4-FFF2-40B4-BE49-F238E27FC236}">
                  <a16:creationId xmlns:a16="http://schemas.microsoft.com/office/drawing/2014/main" id="{99397641-08AE-532D-F3E8-D6A4CF2E167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03" name="Group 1502">
            <a:extLst>
              <a:ext uri="{FF2B5EF4-FFF2-40B4-BE49-F238E27FC236}">
                <a16:creationId xmlns:a16="http://schemas.microsoft.com/office/drawing/2014/main" id="{06089606-DCBA-7A99-6B1B-C351EC445E6E}"/>
              </a:ext>
            </a:extLst>
          </p:cNvPr>
          <p:cNvGrpSpPr/>
          <p:nvPr/>
        </p:nvGrpSpPr>
        <p:grpSpPr>
          <a:xfrm rot="21588307">
            <a:off x="4761831" y="2426249"/>
            <a:ext cx="150955" cy="150955"/>
            <a:chOff x="3354375" y="4234433"/>
            <a:chExt cx="131191" cy="131191"/>
          </a:xfrm>
        </p:grpSpPr>
        <p:sp>
          <p:nvSpPr>
            <p:cNvPr id="1504" name="Oval 1503">
              <a:extLst>
                <a:ext uri="{FF2B5EF4-FFF2-40B4-BE49-F238E27FC236}">
                  <a16:creationId xmlns:a16="http://schemas.microsoft.com/office/drawing/2014/main" id="{FB4A3A77-71D0-5728-FCDE-8185C0F2B8A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5" name="Oval 1504">
              <a:extLst>
                <a:ext uri="{FF2B5EF4-FFF2-40B4-BE49-F238E27FC236}">
                  <a16:creationId xmlns:a16="http://schemas.microsoft.com/office/drawing/2014/main" id="{5081F31F-6AC9-739D-BB86-5D3F7A553AE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06" name="Group 1505">
            <a:extLst>
              <a:ext uri="{FF2B5EF4-FFF2-40B4-BE49-F238E27FC236}">
                <a16:creationId xmlns:a16="http://schemas.microsoft.com/office/drawing/2014/main" id="{5DFF05EE-3978-2DBD-3FD9-EDD968E8A99F}"/>
              </a:ext>
            </a:extLst>
          </p:cNvPr>
          <p:cNvGrpSpPr/>
          <p:nvPr/>
        </p:nvGrpSpPr>
        <p:grpSpPr>
          <a:xfrm rot="21588307">
            <a:off x="5049180" y="2426123"/>
            <a:ext cx="76198" cy="76198"/>
            <a:chOff x="3354375" y="4234433"/>
            <a:chExt cx="131191" cy="131191"/>
          </a:xfrm>
        </p:grpSpPr>
        <p:sp>
          <p:nvSpPr>
            <p:cNvPr id="1507" name="Oval 1506">
              <a:extLst>
                <a:ext uri="{FF2B5EF4-FFF2-40B4-BE49-F238E27FC236}">
                  <a16:creationId xmlns:a16="http://schemas.microsoft.com/office/drawing/2014/main" id="{19FB088C-38F7-9F0C-73F1-CC91BC7A296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8" name="Oval 1507">
              <a:extLst>
                <a:ext uri="{FF2B5EF4-FFF2-40B4-BE49-F238E27FC236}">
                  <a16:creationId xmlns:a16="http://schemas.microsoft.com/office/drawing/2014/main" id="{DCEA5B4A-DA49-F733-28B1-6825027C4DE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09" name="Group 1508">
            <a:extLst>
              <a:ext uri="{FF2B5EF4-FFF2-40B4-BE49-F238E27FC236}">
                <a16:creationId xmlns:a16="http://schemas.microsoft.com/office/drawing/2014/main" id="{CEA0DB8C-6808-0E4E-FE81-3C01291EACE6}"/>
              </a:ext>
            </a:extLst>
          </p:cNvPr>
          <p:cNvGrpSpPr/>
          <p:nvPr/>
        </p:nvGrpSpPr>
        <p:grpSpPr>
          <a:xfrm rot="21588307">
            <a:off x="4713335" y="2571839"/>
            <a:ext cx="76198" cy="76198"/>
            <a:chOff x="3354375" y="4234433"/>
            <a:chExt cx="131191" cy="131191"/>
          </a:xfrm>
        </p:grpSpPr>
        <p:sp>
          <p:nvSpPr>
            <p:cNvPr id="1510" name="Oval 1509">
              <a:extLst>
                <a:ext uri="{FF2B5EF4-FFF2-40B4-BE49-F238E27FC236}">
                  <a16:creationId xmlns:a16="http://schemas.microsoft.com/office/drawing/2014/main" id="{B5BAE4AD-A128-C558-D81C-3B9CCC1A192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1" name="Oval 1510">
              <a:extLst>
                <a:ext uri="{FF2B5EF4-FFF2-40B4-BE49-F238E27FC236}">
                  <a16:creationId xmlns:a16="http://schemas.microsoft.com/office/drawing/2014/main" id="{26959AAB-0C78-300D-F3D3-4BEDA50CE60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12" name="Group 1511">
            <a:extLst>
              <a:ext uri="{FF2B5EF4-FFF2-40B4-BE49-F238E27FC236}">
                <a16:creationId xmlns:a16="http://schemas.microsoft.com/office/drawing/2014/main" id="{3D3B95F5-480F-2C10-D7F2-5B590729773F}"/>
              </a:ext>
            </a:extLst>
          </p:cNvPr>
          <p:cNvGrpSpPr/>
          <p:nvPr/>
        </p:nvGrpSpPr>
        <p:grpSpPr>
          <a:xfrm rot="21588307">
            <a:off x="5448913" y="2487938"/>
            <a:ext cx="76198" cy="76198"/>
            <a:chOff x="3354375" y="4234433"/>
            <a:chExt cx="131191" cy="131191"/>
          </a:xfrm>
        </p:grpSpPr>
        <p:sp>
          <p:nvSpPr>
            <p:cNvPr id="1513" name="Oval 1512">
              <a:extLst>
                <a:ext uri="{FF2B5EF4-FFF2-40B4-BE49-F238E27FC236}">
                  <a16:creationId xmlns:a16="http://schemas.microsoft.com/office/drawing/2014/main" id="{84EE36B1-6A83-53D2-9212-A19807F0C7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4" name="Oval 1513">
              <a:extLst>
                <a:ext uri="{FF2B5EF4-FFF2-40B4-BE49-F238E27FC236}">
                  <a16:creationId xmlns:a16="http://schemas.microsoft.com/office/drawing/2014/main" id="{AF1E66BA-350C-CD92-440F-83C0F8719EB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15" name="Group 1514">
            <a:extLst>
              <a:ext uri="{FF2B5EF4-FFF2-40B4-BE49-F238E27FC236}">
                <a16:creationId xmlns:a16="http://schemas.microsoft.com/office/drawing/2014/main" id="{271DAFEF-35CA-9FEF-164A-AEC887518721}"/>
              </a:ext>
            </a:extLst>
          </p:cNvPr>
          <p:cNvGrpSpPr/>
          <p:nvPr/>
        </p:nvGrpSpPr>
        <p:grpSpPr>
          <a:xfrm>
            <a:off x="4473165" y="2195520"/>
            <a:ext cx="141158" cy="141158"/>
            <a:chOff x="3354375" y="4234433"/>
            <a:chExt cx="131191" cy="131191"/>
          </a:xfrm>
        </p:grpSpPr>
        <p:sp>
          <p:nvSpPr>
            <p:cNvPr id="1516" name="Oval 1515">
              <a:extLst>
                <a:ext uri="{FF2B5EF4-FFF2-40B4-BE49-F238E27FC236}">
                  <a16:creationId xmlns:a16="http://schemas.microsoft.com/office/drawing/2014/main" id="{F9D0B841-696E-CDA4-A088-AE0EE752A39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7" name="Oval 1516">
              <a:extLst>
                <a:ext uri="{FF2B5EF4-FFF2-40B4-BE49-F238E27FC236}">
                  <a16:creationId xmlns:a16="http://schemas.microsoft.com/office/drawing/2014/main" id="{510B6EF6-71C4-80D9-3ED8-F5370255D24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18" name="Group 1517">
            <a:extLst>
              <a:ext uri="{FF2B5EF4-FFF2-40B4-BE49-F238E27FC236}">
                <a16:creationId xmlns:a16="http://schemas.microsoft.com/office/drawing/2014/main" id="{3A7D290A-3061-EBC7-5B30-0D00A5AFAB7D}"/>
              </a:ext>
            </a:extLst>
          </p:cNvPr>
          <p:cNvGrpSpPr/>
          <p:nvPr/>
        </p:nvGrpSpPr>
        <p:grpSpPr>
          <a:xfrm rot="21588307">
            <a:off x="4780181" y="2257464"/>
            <a:ext cx="76198" cy="76198"/>
            <a:chOff x="3354375" y="4234433"/>
            <a:chExt cx="131191" cy="131191"/>
          </a:xfrm>
        </p:grpSpPr>
        <p:sp>
          <p:nvSpPr>
            <p:cNvPr id="1519" name="Oval 1518">
              <a:extLst>
                <a:ext uri="{FF2B5EF4-FFF2-40B4-BE49-F238E27FC236}">
                  <a16:creationId xmlns:a16="http://schemas.microsoft.com/office/drawing/2014/main" id="{1E40788C-445D-A02F-C828-43BC72542E1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0" name="Oval 1519">
              <a:extLst>
                <a:ext uri="{FF2B5EF4-FFF2-40B4-BE49-F238E27FC236}">
                  <a16:creationId xmlns:a16="http://schemas.microsoft.com/office/drawing/2014/main" id="{F1BEF361-B6B5-2BE8-8729-4E966F32FA3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21" name="Group 1520">
            <a:extLst>
              <a:ext uri="{FF2B5EF4-FFF2-40B4-BE49-F238E27FC236}">
                <a16:creationId xmlns:a16="http://schemas.microsoft.com/office/drawing/2014/main" id="{E633FBB0-8EE2-99B9-6DF9-4B4FBA03195D}"/>
              </a:ext>
            </a:extLst>
          </p:cNvPr>
          <p:cNvGrpSpPr/>
          <p:nvPr/>
        </p:nvGrpSpPr>
        <p:grpSpPr>
          <a:xfrm>
            <a:off x="5086311" y="2166482"/>
            <a:ext cx="141158" cy="141158"/>
            <a:chOff x="3354375" y="4234433"/>
            <a:chExt cx="131191" cy="131191"/>
          </a:xfrm>
        </p:grpSpPr>
        <p:sp>
          <p:nvSpPr>
            <p:cNvPr id="1522" name="Oval 1521">
              <a:extLst>
                <a:ext uri="{FF2B5EF4-FFF2-40B4-BE49-F238E27FC236}">
                  <a16:creationId xmlns:a16="http://schemas.microsoft.com/office/drawing/2014/main" id="{E1CD0A0C-4B9A-C32D-CBF1-A5B74B8FA8B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3" name="Oval 1522">
              <a:extLst>
                <a:ext uri="{FF2B5EF4-FFF2-40B4-BE49-F238E27FC236}">
                  <a16:creationId xmlns:a16="http://schemas.microsoft.com/office/drawing/2014/main" id="{CAFFF8AC-96F7-F7D5-E96C-CFA54469311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24" name="Group 1523">
            <a:extLst>
              <a:ext uri="{FF2B5EF4-FFF2-40B4-BE49-F238E27FC236}">
                <a16:creationId xmlns:a16="http://schemas.microsoft.com/office/drawing/2014/main" id="{B3E92AF5-DB58-78FD-D4DE-32040C63B5D6}"/>
              </a:ext>
            </a:extLst>
          </p:cNvPr>
          <p:cNvGrpSpPr/>
          <p:nvPr/>
        </p:nvGrpSpPr>
        <p:grpSpPr>
          <a:xfrm rot="639845">
            <a:off x="4623271" y="1987301"/>
            <a:ext cx="494283" cy="373376"/>
            <a:chOff x="2668037" y="3745142"/>
            <a:chExt cx="494283" cy="373376"/>
          </a:xfrm>
        </p:grpSpPr>
        <p:grpSp>
          <p:nvGrpSpPr>
            <p:cNvPr id="1525" name="Group 1524">
              <a:extLst>
                <a:ext uri="{FF2B5EF4-FFF2-40B4-BE49-F238E27FC236}">
                  <a16:creationId xmlns:a16="http://schemas.microsoft.com/office/drawing/2014/main" id="{B0000FA6-CDA2-434A-9164-2242049330B8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1539" name="Oval 1538">
                <a:extLst>
                  <a:ext uri="{FF2B5EF4-FFF2-40B4-BE49-F238E27FC236}">
                    <a16:creationId xmlns:a16="http://schemas.microsoft.com/office/drawing/2014/main" id="{18B2C47B-917A-90C0-D4CD-BEAB025C1212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540" name="Oval 1539">
                <a:extLst>
                  <a:ext uri="{FF2B5EF4-FFF2-40B4-BE49-F238E27FC236}">
                    <a16:creationId xmlns:a16="http://schemas.microsoft.com/office/drawing/2014/main" id="{A6C0997B-526E-364A-74BA-95E415E1059C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526" name="Group 1525">
              <a:extLst>
                <a:ext uri="{FF2B5EF4-FFF2-40B4-BE49-F238E27FC236}">
                  <a16:creationId xmlns:a16="http://schemas.microsoft.com/office/drawing/2014/main" id="{091FBEFB-DE08-4A0E-11BF-E8934791B471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1527" name="Group 1526">
                <a:extLst>
                  <a:ext uri="{FF2B5EF4-FFF2-40B4-BE49-F238E27FC236}">
                    <a16:creationId xmlns:a16="http://schemas.microsoft.com/office/drawing/2014/main" id="{E3BAC1CC-B9F9-0129-6110-5E6BE40C475C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1537" name="Oval 1536">
                  <a:extLst>
                    <a:ext uri="{FF2B5EF4-FFF2-40B4-BE49-F238E27FC236}">
                      <a16:creationId xmlns:a16="http://schemas.microsoft.com/office/drawing/2014/main" id="{603C0977-62CE-9A57-21A3-32F5ABFACB56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8" name="Oval 1537">
                  <a:extLst>
                    <a:ext uri="{FF2B5EF4-FFF2-40B4-BE49-F238E27FC236}">
                      <a16:creationId xmlns:a16="http://schemas.microsoft.com/office/drawing/2014/main" id="{33BC70D0-3E39-D709-0045-14C7BB421E1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28" name="Group 1527">
                <a:extLst>
                  <a:ext uri="{FF2B5EF4-FFF2-40B4-BE49-F238E27FC236}">
                    <a16:creationId xmlns:a16="http://schemas.microsoft.com/office/drawing/2014/main" id="{1E2B5359-0975-7A32-2627-347E48F7AE38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1535" name="Oval 1534">
                  <a:extLst>
                    <a:ext uri="{FF2B5EF4-FFF2-40B4-BE49-F238E27FC236}">
                      <a16:creationId xmlns:a16="http://schemas.microsoft.com/office/drawing/2014/main" id="{31C49870-92EE-4DFA-8994-414C0C4E3274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6" name="Oval 1535">
                  <a:extLst>
                    <a:ext uri="{FF2B5EF4-FFF2-40B4-BE49-F238E27FC236}">
                      <a16:creationId xmlns:a16="http://schemas.microsoft.com/office/drawing/2014/main" id="{31EE21D7-F9A4-A232-E5AF-A52F4C296AB1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29" name="Group 1528">
                <a:extLst>
                  <a:ext uri="{FF2B5EF4-FFF2-40B4-BE49-F238E27FC236}">
                    <a16:creationId xmlns:a16="http://schemas.microsoft.com/office/drawing/2014/main" id="{BF7E7D4A-FDB2-1564-6A37-1953F2264F60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1533" name="Oval 1532">
                  <a:extLst>
                    <a:ext uri="{FF2B5EF4-FFF2-40B4-BE49-F238E27FC236}">
                      <a16:creationId xmlns:a16="http://schemas.microsoft.com/office/drawing/2014/main" id="{1E2328F6-1C61-052E-65BA-4C228ACA6BC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4" name="Oval 1533">
                  <a:extLst>
                    <a:ext uri="{FF2B5EF4-FFF2-40B4-BE49-F238E27FC236}">
                      <a16:creationId xmlns:a16="http://schemas.microsoft.com/office/drawing/2014/main" id="{06C3E8B3-74F7-A62C-CAAB-990399DB2DE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1530" name="Group 1529">
                <a:extLst>
                  <a:ext uri="{FF2B5EF4-FFF2-40B4-BE49-F238E27FC236}">
                    <a16:creationId xmlns:a16="http://schemas.microsoft.com/office/drawing/2014/main" id="{01549427-31DA-B9EE-4467-C4F3CA3F5714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1531" name="Oval 1530">
                  <a:extLst>
                    <a:ext uri="{FF2B5EF4-FFF2-40B4-BE49-F238E27FC236}">
                      <a16:creationId xmlns:a16="http://schemas.microsoft.com/office/drawing/2014/main" id="{B14A700A-E004-4D49-DB9A-5760F214C970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532" name="Oval 1531">
                  <a:extLst>
                    <a:ext uri="{FF2B5EF4-FFF2-40B4-BE49-F238E27FC236}">
                      <a16:creationId xmlns:a16="http://schemas.microsoft.com/office/drawing/2014/main" id="{22C325D5-81B6-9944-3D26-0EC918A4EC3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1541" name="Group 1540">
            <a:extLst>
              <a:ext uri="{FF2B5EF4-FFF2-40B4-BE49-F238E27FC236}">
                <a16:creationId xmlns:a16="http://schemas.microsoft.com/office/drawing/2014/main" id="{235C408D-9F69-1DA4-3300-ACFE7F225AB7}"/>
              </a:ext>
            </a:extLst>
          </p:cNvPr>
          <p:cNvGrpSpPr/>
          <p:nvPr/>
        </p:nvGrpSpPr>
        <p:grpSpPr>
          <a:xfrm>
            <a:off x="5246334" y="2292911"/>
            <a:ext cx="76198" cy="76198"/>
            <a:chOff x="3354375" y="4234433"/>
            <a:chExt cx="131191" cy="131191"/>
          </a:xfrm>
        </p:grpSpPr>
        <p:sp>
          <p:nvSpPr>
            <p:cNvPr id="1542" name="Oval 1541">
              <a:extLst>
                <a:ext uri="{FF2B5EF4-FFF2-40B4-BE49-F238E27FC236}">
                  <a16:creationId xmlns:a16="http://schemas.microsoft.com/office/drawing/2014/main" id="{750232CD-BBAF-84CE-8EF4-3F0521711DD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3" name="Oval 1542">
              <a:extLst>
                <a:ext uri="{FF2B5EF4-FFF2-40B4-BE49-F238E27FC236}">
                  <a16:creationId xmlns:a16="http://schemas.microsoft.com/office/drawing/2014/main" id="{60DB4333-0B87-F67F-D006-D2E89C6516E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44" name="Group 1543">
            <a:extLst>
              <a:ext uri="{FF2B5EF4-FFF2-40B4-BE49-F238E27FC236}">
                <a16:creationId xmlns:a16="http://schemas.microsoft.com/office/drawing/2014/main" id="{ECB44950-BE74-A781-0D73-5AE543EBE28F}"/>
              </a:ext>
            </a:extLst>
          </p:cNvPr>
          <p:cNvGrpSpPr/>
          <p:nvPr/>
        </p:nvGrpSpPr>
        <p:grpSpPr>
          <a:xfrm rot="21588307">
            <a:off x="4580985" y="1652822"/>
            <a:ext cx="150955" cy="150955"/>
            <a:chOff x="3354375" y="4234433"/>
            <a:chExt cx="131191" cy="131191"/>
          </a:xfrm>
        </p:grpSpPr>
        <p:sp>
          <p:nvSpPr>
            <p:cNvPr id="1545" name="Oval 1544">
              <a:extLst>
                <a:ext uri="{FF2B5EF4-FFF2-40B4-BE49-F238E27FC236}">
                  <a16:creationId xmlns:a16="http://schemas.microsoft.com/office/drawing/2014/main" id="{21196AD1-6433-2983-A0ED-22D28871ED1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6" name="Oval 1545">
              <a:extLst>
                <a:ext uri="{FF2B5EF4-FFF2-40B4-BE49-F238E27FC236}">
                  <a16:creationId xmlns:a16="http://schemas.microsoft.com/office/drawing/2014/main" id="{D48D2FCE-164E-AAFE-1ADC-34C695C5F5B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47" name="Group 1546">
            <a:extLst>
              <a:ext uri="{FF2B5EF4-FFF2-40B4-BE49-F238E27FC236}">
                <a16:creationId xmlns:a16="http://schemas.microsoft.com/office/drawing/2014/main" id="{3B9C02C2-13DC-3467-AFD3-2CCDE633D444}"/>
              </a:ext>
            </a:extLst>
          </p:cNvPr>
          <p:cNvGrpSpPr/>
          <p:nvPr/>
        </p:nvGrpSpPr>
        <p:grpSpPr>
          <a:xfrm rot="21588307">
            <a:off x="5209937" y="1867243"/>
            <a:ext cx="76198" cy="76198"/>
            <a:chOff x="3354375" y="4234433"/>
            <a:chExt cx="131191" cy="131191"/>
          </a:xfrm>
        </p:grpSpPr>
        <p:sp>
          <p:nvSpPr>
            <p:cNvPr id="1548" name="Oval 1547">
              <a:extLst>
                <a:ext uri="{FF2B5EF4-FFF2-40B4-BE49-F238E27FC236}">
                  <a16:creationId xmlns:a16="http://schemas.microsoft.com/office/drawing/2014/main" id="{CD3086C6-B3AB-4C55-CC55-B4E6CD1432B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9" name="Oval 1548">
              <a:extLst>
                <a:ext uri="{FF2B5EF4-FFF2-40B4-BE49-F238E27FC236}">
                  <a16:creationId xmlns:a16="http://schemas.microsoft.com/office/drawing/2014/main" id="{0132F269-AAF6-204A-C31C-4B46DBDF791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0" name="Group 1549">
            <a:extLst>
              <a:ext uri="{FF2B5EF4-FFF2-40B4-BE49-F238E27FC236}">
                <a16:creationId xmlns:a16="http://schemas.microsoft.com/office/drawing/2014/main" id="{F78728BD-7C2D-163A-F6AB-FB9C92B7831C}"/>
              </a:ext>
            </a:extLst>
          </p:cNvPr>
          <p:cNvGrpSpPr/>
          <p:nvPr/>
        </p:nvGrpSpPr>
        <p:grpSpPr>
          <a:xfrm>
            <a:off x="4390027" y="1776323"/>
            <a:ext cx="141158" cy="141158"/>
            <a:chOff x="3354375" y="4234433"/>
            <a:chExt cx="131191" cy="131191"/>
          </a:xfrm>
        </p:grpSpPr>
        <p:sp>
          <p:nvSpPr>
            <p:cNvPr id="1551" name="Oval 1550">
              <a:extLst>
                <a:ext uri="{FF2B5EF4-FFF2-40B4-BE49-F238E27FC236}">
                  <a16:creationId xmlns:a16="http://schemas.microsoft.com/office/drawing/2014/main" id="{B8074FCB-17D7-BE2A-F750-9E727444FBC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2" name="Oval 1551">
              <a:extLst>
                <a:ext uri="{FF2B5EF4-FFF2-40B4-BE49-F238E27FC236}">
                  <a16:creationId xmlns:a16="http://schemas.microsoft.com/office/drawing/2014/main" id="{B94B59AF-B9E7-5648-2680-F9BF0FCBAA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54" name="Group 1553">
            <a:extLst>
              <a:ext uri="{FF2B5EF4-FFF2-40B4-BE49-F238E27FC236}">
                <a16:creationId xmlns:a16="http://schemas.microsoft.com/office/drawing/2014/main" id="{09D2A1BC-7658-A4C7-5D0A-049205ACFF2B}"/>
              </a:ext>
            </a:extLst>
          </p:cNvPr>
          <p:cNvGrpSpPr/>
          <p:nvPr/>
        </p:nvGrpSpPr>
        <p:grpSpPr>
          <a:xfrm rot="639845">
            <a:off x="4931506" y="1946132"/>
            <a:ext cx="209043" cy="209043"/>
            <a:chOff x="3354375" y="4234433"/>
            <a:chExt cx="131191" cy="131191"/>
          </a:xfrm>
        </p:grpSpPr>
        <p:sp>
          <p:nvSpPr>
            <p:cNvPr id="1568" name="Oval 1567">
              <a:extLst>
                <a:ext uri="{FF2B5EF4-FFF2-40B4-BE49-F238E27FC236}">
                  <a16:creationId xmlns:a16="http://schemas.microsoft.com/office/drawing/2014/main" id="{6017C4CC-2988-9D09-156E-23EB91317E9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9" name="Oval 1568">
              <a:extLst>
                <a:ext uri="{FF2B5EF4-FFF2-40B4-BE49-F238E27FC236}">
                  <a16:creationId xmlns:a16="http://schemas.microsoft.com/office/drawing/2014/main" id="{D1043AF4-462F-3970-F73D-9BCCCDA9F11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6" name="Group 1555">
            <a:extLst>
              <a:ext uri="{FF2B5EF4-FFF2-40B4-BE49-F238E27FC236}">
                <a16:creationId xmlns:a16="http://schemas.microsoft.com/office/drawing/2014/main" id="{B898E219-D724-92E0-DFAA-7BAC17B34F76}"/>
              </a:ext>
            </a:extLst>
          </p:cNvPr>
          <p:cNvGrpSpPr/>
          <p:nvPr/>
        </p:nvGrpSpPr>
        <p:grpSpPr>
          <a:xfrm rot="21588307">
            <a:off x="4839874" y="1798274"/>
            <a:ext cx="150955" cy="150955"/>
            <a:chOff x="3354375" y="4234433"/>
            <a:chExt cx="131191" cy="131191"/>
          </a:xfrm>
        </p:grpSpPr>
        <p:sp>
          <p:nvSpPr>
            <p:cNvPr id="1566" name="Oval 1565">
              <a:extLst>
                <a:ext uri="{FF2B5EF4-FFF2-40B4-BE49-F238E27FC236}">
                  <a16:creationId xmlns:a16="http://schemas.microsoft.com/office/drawing/2014/main" id="{7AE4D7A1-CC40-64C9-43DC-2E66326482A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7" name="Oval 1566">
              <a:extLst>
                <a:ext uri="{FF2B5EF4-FFF2-40B4-BE49-F238E27FC236}">
                  <a16:creationId xmlns:a16="http://schemas.microsoft.com/office/drawing/2014/main" id="{97CCC027-D862-00CC-392A-F9AAA5297F9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7" name="Group 1556">
            <a:extLst>
              <a:ext uri="{FF2B5EF4-FFF2-40B4-BE49-F238E27FC236}">
                <a16:creationId xmlns:a16="http://schemas.microsoft.com/office/drawing/2014/main" id="{780CEB46-9496-525F-AEF8-DC280AB30EC3}"/>
              </a:ext>
            </a:extLst>
          </p:cNvPr>
          <p:cNvGrpSpPr/>
          <p:nvPr/>
        </p:nvGrpSpPr>
        <p:grpSpPr>
          <a:xfrm rot="21588307">
            <a:off x="4866880" y="2002168"/>
            <a:ext cx="76198" cy="76198"/>
            <a:chOff x="3354375" y="4234433"/>
            <a:chExt cx="131191" cy="131191"/>
          </a:xfrm>
        </p:grpSpPr>
        <p:sp>
          <p:nvSpPr>
            <p:cNvPr id="1564" name="Oval 1563">
              <a:extLst>
                <a:ext uri="{FF2B5EF4-FFF2-40B4-BE49-F238E27FC236}">
                  <a16:creationId xmlns:a16="http://schemas.microsoft.com/office/drawing/2014/main" id="{036D2FAF-A19A-FA6F-1BCD-6E828DE8E76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5" name="Oval 1564">
              <a:extLst>
                <a:ext uri="{FF2B5EF4-FFF2-40B4-BE49-F238E27FC236}">
                  <a16:creationId xmlns:a16="http://schemas.microsoft.com/office/drawing/2014/main" id="{1C509F91-9B75-5A49-4959-DE70141D25E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8" name="Group 1557">
            <a:extLst>
              <a:ext uri="{FF2B5EF4-FFF2-40B4-BE49-F238E27FC236}">
                <a16:creationId xmlns:a16="http://schemas.microsoft.com/office/drawing/2014/main" id="{5ABD45DC-8DA7-07E4-0CB9-7CB16E48D240}"/>
              </a:ext>
            </a:extLst>
          </p:cNvPr>
          <p:cNvGrpSpPr/>
          <p:nvPr/>
        </p:nvGrpSpPr>
        <p:grpSpPr>
          <a:xfrm rot="21588307">
            <a:off x="4687474" y="1793898"/>
            <a:ext cx="141158" cy="141158"/>
            <a:chOff x="3354375" y="4234433"/>
            <a:chExt cx="131191" cy="131191"/>
          </a:xfrm>
        </p:grpSpPr>
        <p:sp>
          <p:nvSpPr>
            <p:cNvPr id="1562" name="Oval 1561">
              <a:extLst>
                <a:ext uri="{FF2B5EF4-FFF2-40B4-BE49-F238E27FC236}">
                  <a16:creationId xmlns:a16="http://schemas.microsoft.com/office/drawing/2014/main" id="{37E054CE-B303-A217-7302-76E1D96FBA9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3" name="Oval 1562">
              <a:extLst>
                <a:ext uri="{FF2B5EF4-FFF2-40B4-BE49-F238E27FC236}">
                  <a16:creationId xmlns:a16="http://schemas.microsoft.com/office/drawing/2014/main" id="{E270B0ED-B0D2-43DB-C91A-E2D09F290EA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59" name="Group 1558">
            <a:extLst>
              <a:ext uri="{FF2B5EF4-FFF2-40B4-BE49-F238E27FC236}">
                <a16:creationId xmlns:a16="http://schemas.microsoft.com/office/drawing/2014/main" id="{AA26B1D7-8723-3B28-4AA9-256D67CAD83B}"/>
              </a:ext>
            </a:extLst>
          </p:cNvPr>
          <p:cNvGrpSpPr/>
          <p:nvPr/>
        </p:nvGrpSpPr>
        <p:grpSpPr>
          <a:xfrm rot="21588307">
            <a:off x="4494007" y="1704792"/>
            <a:ext cx="76198" cy="76198"/>
            <a:chOff x="3354375" y="4234433"/>
            <a:chExt cx="131191" cy="131191"/>
          </a:xfrm>
        </p:grpSpPr>
        <p:sp>
          <p:nvSpPr>
            <p:cNvPr id="1560" name="Oval 1559">
              <a:extLst>
                <a:ext uri="{FF2B5EF4-FFF2-40B4-BE49-F238E27FC236}">
                  <a16:creationId xmlns:a16="http://schemas.microsoft.com/office/drawing/2014/main" id="{C47A6DD7-EABE-B83D-4B8A-A8D2EE86F20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1" name="Oval 1560">
              <a:extLst>
                <a:ext uri="{FF2B5EF4-FFF2-40B4-BE49-F238E27FC236}">
                  <a16:creationId xmlns:a16="http://schemas.microsoft.com/office/drawing/2014/main" id="{7768AD01-CB9D-FA65-CBD5-FE1FCD72C4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70" name="Group 1569">
            <a:extLst>
              <a:ext uri="{FF2B5EF4-FFF2-40B4-BE49-F238E27FC236}">
                <a16:creationId xmlns:a16="http://schemas.microsoft.com/office/drawing/2014/main" id="{17941395-867B-5205-5B29-BF4544602D80}"/>
              </a:ext>
            </a:extLst>
          </p:cNvPr>
          <p:cNvGrpSpPr/>
          <p:nvPr/>
        </p:nvGrpSpPr>
        <p:grpSpPr>
          <a:xfrm>
            <a:off x="4566880" y="1826378"/>
            <a:ext cx="76198" cy="76198"/>
            <a:chOff x="3354375" y="4234433"/>
            <a:chExt cx="131191" cy="131191"/>
          </a:xfrm>
        </p:grpSpPr>
        <p:sp>
          <p:nvSpPr>
            <p:cNvPr id="1571" name="Oval 1570">
              <a:extLst>
                <a:ext uri="{FF2B5EF4-FFF2-40B4-BE49-F238E27FC236}">
                  <a16:creationId xmlns:a16="http://schemas.microsoft.com/office/drawing/2014/main" id="{E764F20A-18C1-8441-C64F-819CDD0DCFD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2" name="Oval 1571">
              <a:extLst>
                <a:ext uri="{FF2B5EF4-FFF2-40B4-BE49-F238E27FC236}">
                  <a16:creationId xmlns:a16="http://schemas.microsoft.com/office/drawing/2014/main" id="{6F09DECB-DFC1-A53F-6E72-BEA8F6FBABE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73" name="Group 1572">
            <a:extLst>
              <a:ext uri="{FF2B5EF4-FFF2-40B4-BE49-F238E27FC236}">
                <a16:creationId xmlns:a16="http://schemas.microsoft.com/office/drawing/2014/main" id="{375C42A7-6C18-77F3-CCA8-DE88F0A0D1A3}"/>
              </a:ext>
            </a:extLst>
          </p:cNvPr>
          <p:cNvGrpSpPr/>
          <p:nvPr/>
        </p:nvGrpSpPr>
        <p:grpSpPr>
          <a:xfrm rot="639845">
            <a:off x="5275496" y="1883197"/>
            <a:ext cx="209043" cy="209043"/>
            <a:chOff x="3354375" y="4234433"/>
            <a:chExt cx="131191" cy="131191"/>
          </a:xfrm>
        </p:grpSpPr>
        <p:sp>
          <p:nvSpPr>
            <p:cNvPr id="1574" name="Oval 1573">
              <a:extLst>
                <a:ext uri="{FF2B5EF4-FFF2-40B4-BE49-F238E27FC236}">
                  <a16:creationId xmlns:a16="http://schemas.microsoft.com/office/drawing/2014/main" id="{A6C864D4-5815-18FC-2701-E22AB212693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5" name="Oval 1574">
              <a:extLst>
                <a:ext uri="{FF2B5EF4-FFF2-40B4-BE49-F238E27FC236}">
                  <a16:creationId xmlns:a16="http://schemas.microsoft.com/office/drawing/2014/main" id="{2D716542-34CA-E42B-D219-87F61E871F2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76" name="Group 1575">
            <a:extLst>
              <a:ext uri="{FF2B5EF4-FFF2-40B4-BE49-F238E27FC236}">
                <a16:creationId xmlns:a16="http://schemas.microsoft.com/office/drawing/2014/main" id="{6E5A7F64-FCEA-D865-FC27-FD0551D92ED9}"/>
              </a:ext>
            </a:extLst>
          </p:cNvPr>
          <p:cNvGrpSpPr/>
          <p:nvPr/>
        </p:nvGrpSpPr>
        <p:grpSpPr>
          <a:xfrm rot="21588307">
            <a:off x="5659048" y="1470241"/>
            <a:ext cx="150955" cy="150955"/>
            <a:chOff x="3354375" y="4234433"/>
            <a:chExt cx="131191" cy="131191"/>
          </a:xfrm>
        </p:grpSpPr>
        <p:sp>
          <p:nvSpPr>
            <p:cNvPr id="1577" name="Oval 1576">
              <a:extLst>
                <a:ext uri="{FF2B5EF4-FFF2-40B4-BE49-F238E27FC236}">
                  <a16:creationId xmlns:a16="http://schemas.microsoft.com/office/drawing/2014/main" id="{F0A78726-D77C-3B18-4964-A8D8CF9C86D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8" name="Oval 1577">
              <a:extLst>
                <a:ext uri="{FF2B5EF4-FFF2-40B4-BE49-F238E27FC236}">
                  <a16:creationId xmlns:a16="http://schemas.microsoft.com/office/drawing/2014/main" id="{4B3D7BA4-8AC8-05A2-F818-31A0BCA5446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79" name="Group 1578">
            <a:extLst>
              <a:ext uri="{FF2B5EF4-FFF2-40B4-BE49-F238E27FC236}">
                <a16:creationId xmlns:a16="http://schemas.microsoft.com/office/drawing/2014/main" id="{92D84A02-2E48-9EB8-F5CE-F6786A4FAF4A}"/>
              </a:ext>
            </a:extLst>
          </p:cNvPr>
          <p:cNvGrpSpPr/>
          <p:nvPr/>
        </p:nvGrpSpPr>
        <p:grpSpPr>
          <a:xfrm rot="21588307">
            <a:off x="5360806" y="1805811"/>
            <a:ext cx="76198" cy="76198"/>
            <a:chOff x="3354375" y="4234433"/>
            <a:chExt cx="131191" cy="131191"/>
          </a:xfrm>
        </p:grpSpPr>
        <p:sp>
          <p:nvSpPr>
            <p:cNvPr id="1580" name="Oval 1579">
              <a:extLst>
                <a:ext uri="{FF2B5EF4-FFF2-40B4-BE49-F238E27FC236}">
                  <a16:creationId xmlns:a16="http://schemas.microsoft.com/office/drawing/2014/main" id="{9E145A0B-15A2-3C15-D892-EAD4D36FB70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1" name="Oval 1580">
              <a:extLst>
                <a:ext uri="{FF2B5EF4-FFF2-40B4-BE49-F238E27FC236}">
                  <a16:creationId xmlns:a16="http://schemas.microsoft.com/office/drawing/2014/main" id="{EE5D1947-1559-620A-17F6-C548B484B29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82" name="Group 1581">
            <a:extLst>
              <a:ext uri="{FF2B5EF4-FFF2-40B4-BE49-F238E27FC236}">
                <a16:creationId xmlns:a16="http://schemas.microsoft.com/office/drawing/2014/main" id="{B46961DF-4F71-995C-F15B-A4EE10D41C4B}"/>
              </a:ext>
            </a:extLst>
          </p:cNvPr>
          <p:cNvGrpSpPr/>
          <p:nvPr/>
        </p:nvGrpSpPr>
        <p:grpSpPr>
          <a:xfrm rot="21588307">
            <a:off x="5144948" y="2011135"/>
            <a:ext cx="141158" cy="141158"/>
            <a:chOff x="3354375" y="4234433"/>
            <a:chExt cx="131191" cy="131191"/>
          </a:xfrm>
        </p:grpSpPr>
        <p:sp>
          <p:nvSpPr>
            <p:cNvPr id="1583" name="Oval 1582">
              <a:extLst>
                <a:ext uri="{FF2B5EF4-FFF2-40B4-BE49-F238E27FC236}">
                  <a16:creationId xmlns:a16="http://schemas.microsoft.com/office/drawing/2014/main" id="{3106FC82-7B61-D1C6-3761-9BF16E75A7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4" name="Oval 1583">
              <a:extLst>
                <a:ext uri="{FF2B5EF4-FFF2-40B4-BE49-F238E27FC236}">
                  <a16:creationId xmlns:a16="http://schemas.microsoft.com/office/drawing/2014/main" id="{1B361482-40A4-4B1F-E92C-429516ACBB6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85" name="Group 1584">
            <a:extLst>
              <a:ext uri="{FF2B5EF4-FFF2-40B4-BE49-F238E27FC236}">
                <a16:creationId xmlns:a16="http://schemas.microsoft.com/office/drawing/2014/main" id="{337F5CD2-C3D7-49DB-C39D-E998C6F7C28A}"/>
              </a:ext>
            </a:extLst>
          </p:cNvPr>
          <p:cNvGrpSpPr/>
          <p:nvPr/>
        </p:nvGrpSpPr>
        <p:grpSpPr>
          <a:xfrm rot="21588307">
            <a:off x="5137361" y="1941024"/>
            <a:ext cx="76198" cy="76198"/>
            <a:chOff x="3354375" y="4234433"/>
            <a:chExt cx="131191" cy="131191"/>
          </a:xfrm>
        </p:grpSpPr>
        <p:sp>
          <p:nvSpPr>
            <p:cNvPr id="1586" name="Oval 1585">
              <a:extLst>
                <a:ext uri="{FF2B5EF4-FFF2-40B4-BE49-F238E27FC236}">
                  <a16:creationId xmlns:a16="http://schemas.microsoft.com/office/drawing/2014/main" id="{DFB84E0B-B4D6-8FA2-8E4B-08395190DBA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7" name="Oval 1586">
              <a:extLst>
                <a:ext uri="{FF2B5EF4-FFF2-40B4-BE49-F238E27FC236}">
                  <a16:creationId xmlns:a16="http://schemas.microsoft.com/office/drawing/2014/main" id="{48329696-6B61-7D74-3591-49AD4BA0291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88" name="Group 1587">
            <a:extLst>
              <a:ext uri="{FF2B5EF4-FFF2-40B4-BE49-F238E27FC236}">
                <a16:creationId xmlns:a16="http://schemas.microsoft.com/office/drawing/2014/main" id="{7DA3F935-F831-E61C-8DA6-08EEBEC9986C}"/>
              </a:ext>
            </a:extLst>
          </p:cNvPr>
          <p:cNvGrpSpPr/>
          <p:nvPr/>
        </p:nvGrpSpPr>
        <p:grpSpPr>
          <a:xfrm>
            <a:off x="5360676" y="1592665"/>
            <a:ext cx="209043" cy="209043"/>
            <a:chOff x="3354375" y="4234433"/>
            <a:chExt cx="131191" cy="131191"/>
          </a:xfrm>
        </p:grpSpPr>
        <p:sp>
          <p:nvSpPr>
            <p:cNvPr id="1589" name="Oval 1588">
              <a:extLst>
                <a:ext uri="{FF2B5EF4-FFF2-40B4-BE49-F238E27FC236}">
                  <a16:creationId xmlns:a16="http://schemas.microsoft.com/office/drawing/2014/main" id="{9D3789EB-72FE-5F8C-F81F-DA7F60345CE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90" name="Oval 1589">
              <a:extLst>
                <a:ext uri="{FF2B5EF4-FFF2-40B4-BE49-F238E27FC236}">
                  <a16:creationId xmlns:a16="http://schemas.microsoft.com/office/drawing/2014/main" id="{92503391-8763-CE74-EF2C-42E3A135BE8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91" name="Group 1590">
            <a:extLst>
              <a:ext uri="{FF2B5EF4-FFF2-40B4-BE49-F238E27FC236}">
                <a16:creationId xmlns:a16="http://schemas.microsoft.com/office/drawing/2014/main" id="{57F82800-054D-B788-17D4-41FD5BA77D1A}"/>
              </a:ext>
            </a:extLst>
          </p:cNvPr>
          <p:cNvGrpSpPr/>
          <p:nvPr/>
        </p:nvGrpSpPr>
        <p:grpSpPr>
          <a:xfrm>
            <a:off x="5100137" y="2308139"/>
            <a:ext cx="141158" cy="141158"/>
            <a:chOff x="3354375" y="4234433"/>
            <a:chExt cx="131191" cy="131191"/>
          </a:xfrm>
        </p:grpSpPr>
        <p:sp>
          <p:nvSpPr>
            <p:cNvPr id="1592" name="Oval 1591">
              <a:extLst>
                <a:ext uri="{FF2B5EF4-FFF2-40B4-BE49-F238E27FC236}">
                  <a16:creationId xmlns:a16="http://schemas.microsoft.com/office/drawing/2014/main" id="{9A6DDFF9-BAA9-91C3-D338-2715C48530A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93" name="Oval 1592">
              <a:extLst>
                <a:ext uri="{FF2B5EF4-FFF2-40B4-BE49-F238E27FC236}">
                  <a16:creationId xmlns:a16="http://schemas.microsoft.com/office/drawing/2014/main" id="{D2763EAE-429B-E9DE-6D02-2BC3A6532EA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94" name="Group 1593">
            <a:extLst>
              <a:ext uri="{FF2B5EF4-FFF2-40B4-BE49-F238E27FC236}">
                <a16:creationId xmlns:a16="http://schemas.microsoft.com/office/drawing/2014/main" id="{595BBB13-8FB7-ABDC-7E7F-9A293BCE7D99}"/>
              </a:ext>
            </a:extLst>
          </p:cNvPr>
          <p:cNvGrpSpPr/>
          <p:nvPr/>
        </p:nvGrpSpPr>
        <p:grpSpPr>
          <a:xfrm>
            <a:off x="4918655" y="2402040"/>
            <a:ext cx="117664" cy="117664"/>
            <a:chOff x="3354375" y="4234433"/>
            <a:chExt cx="131191" cy="131191"/>
          </a:xfrm>
        </p:grpSpPr>
        <p:sp>
          <p:nvSpPr>
            <p:cNvPr id="1595" name="Oval 1594">
              <a:extLst>
                <a:ext uri="{FF2B5EF4-FFF2-40B4-BE49-F238E27FC236}">
                  <a16:creationId xmlns:a16="http://schemas.microsoft.com/office/drawing/2014/main" id="{F9A47593-6885-3FBB-DA9B-BB4230F98AE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96" name="Oval 1595">
              <a:extLst>
                <a:ext uri="{FF2B5EF4-FFF2-40B4-BE49-F238E27FC236}">
                  <a16:creationId xmlns:a16="http://schemas.microsoft.com/office/drawing/2014/main" id="{CBD68CD9-F829-AFEA-06CF-83CC5F571F6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97" name="Group 1596">
            <a:extLst>
              <a:ext uri="{FF2B5EF4-FFF2-40B4-BE49-F238E27FC236}">
                <a16:creationId xmlns:a16="http://schemas.microsoft.com/office/drawing/2014/main" id="{BA9F0F93-6C99-D99A-B99E-AD19546A0C41}"/>
              </a:ext>
            </a:extLst>
          </p:cNvPr>
          <p:cNvGrpSpPr/>
          <p:nvPr/>
        </p:nvGrpSpPr>
        <p:grpSpPr>
          <a:xfrm>
            <a:off x="4533598" y="1924600"/>
            <a:ext cx="209043" cy="209043"/>
            <a:chOff x="3354375" y="4234433"/>
            <a:chExt cx="131191" cy="131191"/>
          </a:xfrm>
        </p:grpSpPr>
        <p:sp>
          <p:nvSpPr>
            <p:cNvPr id="1598" name="Oval 1597">
              <a:extLst>
                <a:ext uri="{FF2B5EF4-FFF2-40B4-BE49-F238E27FC236}">
                  <a16:creationId xmlns:a16="http://schemas.microsoft.com/office/drawing/2014/main" id="{32A4F481-0FD5-C0A5-BC75-D3389E2E746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99" name="Oval 1598">
              <a:extLst>
                <a:ext uri="{FF2B5EF4-FFF2-40B4-BE49-F238E27FC236}">
                  <a16:creationId xmlns:a16="http://schemas.microsoft.com/office/drawing/2014/main" id="{742ED8E0-FAE3-3387-317C-1600852178B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00" name="Group 1599">
            <a:extLst>
              <a:ext uri="{FF2B5EF4-FFF2-40B4-BE49-F238E27FC236}">
                <a16:creationId xmlns:a16="http://schemas.microsoft.com/office/drawing/2014/main" id="{08A4AD81-6343-811C-7F54-2771A0E92CE6}"/>
              </a:ext>
            </a:extLst>
          </p:cNvPr>
          <p:cNvGrpSpPr/>
          <p:nvPr/>
        </p:nvGrpSpPr>
        <p:grpSpPr>
          <a:xfrm rot="21588307">
            <a:off x="4423371" y="2411152"/>
            <a:ext cx="150955" cy="150955"/>
            <a:chOff x="3354375" y="4234433"/>
            <a:chExt cx="131191" cy="131191"/>
          </a:xfrm>
        </p:grpSpPr>
        <p:sp>
          <p:nvSpPr>
            <p:cNvPr id="1601" name="Oval 1600">
              <a:extLst>
                <a:ext uri="{FF2B5EF4-FFF2-40B4-BE49-F238E27FC236}">
                  <a16:creationId xmlns:a16="http://schemas.microsoft.com/office/drawing/2014/main" id="{E786701B-EF66-26BE-15F6-C736495EB8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02" name="Oval 1601">
              <a:extLst>
                <a:ext uri="{FF2B5EF4-FFF2-40B4-BE49-F238E27FC236}">
                  <a16:creationId xmlns:a16="http://schemas.microsoft.com/office/drawing/2014/main" id="{C3FBEE14-6ED8-5B5A-CB2B-15F7A915A6C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03" name="Group 1602">
            <a:extLst>
              <a:ext uri="{FF2B5EF4-FFF2-40B4-BE49-F238E27FC236}">
                <a16:creationId xmlns:a16="http://schemas.microsoft.com/office/drawing/2014/main" id="{09B68F05-15CF-3677-6B69-A2A1B735B885}"/>
              </a:ext>
            </a:extLst>
          </p:cNvPr>
          <p:cNvGrpSpPr/>
          <p:nvPr/>
        </p:nvGrpSpPr>
        <p:grpSpPr>
          <a:xfrm rot="21588307">
            <a:off x="4605109" y="2509618"/>
            <a:ext cx="76198" cy="76198"/>
            <a:chOff x="3354375" y="4234433"/>
            <a:chExt cx="131191" cy="131191"/>
          </a:xfrm>
        </p:grpSpPr>
        <p:sp>
          <p:nvSpPr>
            <p:cNvPr id="1604" name="Oval 1603">
              <a:extLst>
                <a:ext uri="{FF2B5EF4-FFF2-40B4-BE49-F238E27FC236}">
                  <a16:creationId xmlns:a16="http://schemas.microsoft.com/office/drawing/2014/main" id="{D0944D39-6E02-6849-A778-486E1275D4F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05" name="Oval 1604">
              <a:extLst>
                <a:ext uri="{FF2B5EF4-FFF2-40B4-BE49-F238E27FC236}">
                  <a16:creationId xmlns:a16="http://schemas.microsoft.com/office/drawing/2014/main" id="{06FB6145-99E9-FD94-5450-9E41B055926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606" name="Oval 1605">
            <a:extLst>
              <a:ext uri="{FF2B5EF4-FFF2-40B4-BE49-F238E27FC236}">
                <a16:creationId xmlns:a16="http://schemas.microsoft.com/office/drawing/2014/main" id="{D5EE03DC-AAAD-4008-54CA-810F94858AAA}"/>
              </a:ext>
            </a:extLst>
          </p:cNvPr>
          <p:cNvSpPr/>
          <p:nvPr/>
        </p:nvSpPr>
        <p:spPr>
          <a:xfrm rot="9262909">
            <a:off x="11065690" y="4178314"/>
            <a:ext cx="131191" cy="1311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7" name="Oval 1606">
            <a:extLst>
              <a:ext uri="{FF2B5EF4-FFF2-40B4-BE49-F238E27FC236}">
                <a16:creationId xmlns:a16="http://schemas.microsoft.com/office/drawing/2014/main" id="{D58EBB35-D1A9-BB97-4171-D00DCF835367}"/>
              </a:ext>
            </a:extLst>
          </p:cNvPr>
          <p:cNvSpPr/>
          <p:nvPr/>
        </p:nvSpPr>
        <p:spPr>
          <a:xfrm>
            <a:off x="11808582" y="4168964"/>
            <a:ext cx="162455" cy="16245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8" name="Oval 1607">
            <a:extLst>
              <a:ext uri="{FF2B5EF4-FFF2-40B4-BE49-F238E27FC236}">
                <a16:creationId xmlns:a16="http://schemas.microsoft.com/office/drawing/2014/main" id="{91814ADC-1CFE-9B07-A0EE-5EDB7BA9DAC1}"/>
              </a:ext>
            </a:extLst>
          </p:cNvPr>
          <p:cNvSpPr/>
          <p:nvPr/>
        </p:nvSpPr>
        <p:spPr>
          <a:xfrm>
            <a:off x="11859814" y="4353318"/>
            <a:ext cx="131191" cy="131191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9" name="Oval 1608">
            <a:extLst>
              <a:ext uri="{FF2B5EF4-FFF2-40B4-BE49-F238E27FC236}">
                <a16:creationId xmlns:a16="http://schemas.microsoft.com/office/drawing/2014/main" id="{9D9B27E8-C2D3-F523-1A2C-6FD493368373}"/>
              </a:ext>
            </a:extLst>
          </p:cNvPr>
          <p:cNvSpPr/>
          <p:nvPr/>
        </p:nvSpPr>
        <p:spPr>
          <a:xfrm>
            <a:off x="11805143" y="4080555"/>
            <a:ext cx="75845" cy="75845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10" name="Group 1609">
            <a:extLst>
              <a:ext uri="{FF2B5EF4-FFF2-40B4-BE49-F238E27FC236}">
                <a16:creationId xmlns:a16="http://schemas.microsoft.com/office/drawing/2014/main" id="{8965B559-0D49-73DF-3B41-D46D748EC4FD}"/>
              </a:ext>
            </a:extLst>
          </p:cNvPr>
          <p:cNvGrpSpPr/>
          <p:nvPr/>
        </p:nvGrpSpPr>
        <p:grpSpPr>
          <a:xfrm>
            <a:off x="10990127" y="3910832"/>
            <a:ext cx="141158" cy="141158"/>
            <a:chOff x="3354375" y="4234433"/>
            <a:chExt cx="131191" cy="131191"/>
          </a:xfrm>
        </p:grpSpPr>
        <p:sp>
          <p:nvSpPr>
            <p:cNvPr id="1611" name="Oval 1610">
              <a:extLst>
                <a:ext uri="{FF2B5EF4-FFF2-40B4-BE49-F238E27FC236}">
                  <a16:creationId xmlns:a16="http://schemas.microsoft.com/office/drawing/2014/main" id="{06D6877F-3A92-986F-C3B7-A3CE3DB2207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12" name="Oval 1611">
              <a:extLst>
                <a:ext uri="{FF2B5EF4-FFF2-40B4-BE49-F238E27FC236}">
                  <a16:creationId xmlns:a16="http://schemas.microsoft.com/office/drawing/2014/main" id="{F29E90F7-FD09-601A-BA55-F1058C33853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13" name="Group 1612">
            <a:extLst>
              <a:ext uri="{FF2B5EF4-FFF2-40B4-BE49-F238E27FC236}">
                <a16:creationId xmlns:a16="http://schemas.microsoft.com/office/drawing/2014/main" id="{E02131BB-9616-728D-27FF-88FFC61EB93A}"/>
              </a:ext>
            </a:extLst>
          </p:cNvPr>
          <p:cNvGrpSpPr/>
          <p:nvPr/>
        </p:nvGrpSpPr>
        <p:grpSpPr>
          <a:xfrm>
            <a:off x="11053541" y="4076458"/>
            <a:ext cx="76198" cy="76198"/>
            <a:chOff x="3354375" y="4234433"/>
            <a:chExt cx="131191" cy="131191"/>
          </a:xfrm>
        </p:grpSpPr>
        <p:sp>
          <p:nvSpPr>
            <p:cNvPr id="1614" name="Oval 1613">
              <a:extLst>
                <a:ext uri="{FF2B5EF4-FFF2-40B4-BE49-F238E27FC236}">
                  <a16:creationId xmlns:a16="http://schemas.microsoft.com/office/drawing/2014/main" id="{9B6DF252-BDD1-0ED0-E229-CC828BF37F7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15" name="Oval 1614">
              <a:extLst>
                <a:ext uri="{FF2B5EF4-FFF2-40B4-BE49-F238E27FC236}">
                  <a16:creationId xmlns:a16="http://schemas.microsoft.com/office/drawing/2014/main" id="{50A9C685-468E-D7B7-E142-7A50B7D9681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16" name="Group 1615">
            <a:extLst>
              <a:ext uri="{FF2B5EF4-FFF2-40B4-BE49-F238E27FC236}">
                <a16:creationId xmlns:a16="http://schemas.microsoft.com/office/drawing/2014/main" id="{D0AEC3D7-AEF7-E4C4-710F-CBCB9B186FD6}"/>
              </a:ext>
            </a:extLst>
          </p:cNvPr>
          <p:cNvGrpSpPr/>
          <p:nvPr/>
        </p:nvGrpSpPr>
        <p:grpSpPr>
          <a:xfrm rot="21588307">
            <a:off x="10931935" y="3847339"/>
            <a:ext cx="76198" cy="76198"/>
            <a:chOff x="3354375" y="4234433"/>
            <a:chExt cx="131191" cy="131191"/>
          </a:xfrm>
        </p:grpSpPr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A83ECA1A-A468-2EFE-E12D-354BCFA1FFC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5E4C320-02CB-15E6-FD80-865FE4DE68C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19" name="Group 1618">
            <a:extLst>
              <a:ext uri="{FF2B5EF4-FFF2-40B4-BE49-F238E27FC236}">
                <a16:creationId xmlns:a16="http://schemas.microsoft.com/office/drawing/2014/main" id="{523C93AB-47F4-A4EC-214B-1B832C402521}"/>
              </a:ext>
            </a:extLst>
          </p:cNvPr>
          <p:cNvGrpSpPr/>
          <p:nvPr/>
        </p:nvGrpSpPr>
        <p:grpSpPr>
          <a:xfrm rot="21588307">
            <a:off x="10892565" y="3677082"/>
            <a:ext cx="150955" cy="150955"/>
            <a:chOff x="3354375" y="4234433"/>
            <a:chExt cx="131191" cy="131191"/>
          </a:xfrm>
        </p:grpSpPr>
        <p:sp>
          <p:nvSpPr>
            <p:cNvPr id="1620" name="Oval 1619">
              <a:extLst>
                <a:ext uri="{FF2B5EF4-FFF2-40B4-BE49-F238E27FC236}">
                  <a16:creationId xmlns:a16="http://schemas.microsoft.com/office/drawing/2014/main" id="{E477A626-CA14-1734-80BB-1AEBA46D65C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21" name="Oval 1620">
              <a:extLst>
                <a:ext uri="{FF2B5EF4-FFF2-40B4-BE49-F238E27FC236}">
                  <a16:creationId xmlns:a16="http://schemas.microsoft.com/office/drawing/2014/main" id="{10E5DF39-6727-A50F-836D-D8B0EC960C9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22" name="Group 1621">
            <a:extLst>
              <a:ext uri="{FF2B5EF4-FFF2-40B4-BE49-F238E27FC236}">
                <a16:creationId xmlns:a16="http://schemas.microsoft.com/office/drawing/2014/main" id="{6B0A17E1-067E-652D-0176-3B23483FE62E}"/>
              </a:ext>
            </a:extLst>
          </p:cNvPr>
          <p:cNvGrpSpPr/>
          <p:nvPr/>
        </p:nvGrpSpPr>
        <p:grpSpPr>
          <a:xfrm>
            <a:off x="11047041" y="3684345"/>
            <a:ext cx="209043" cy="209043"/>
            <a:chOff x="3354375" y="4234433"/>
            <a:chExt cx="131191" cy="131191"/>
          </a:xfrm>
        </p:grpSpPr>
        <p:sp>
          <p:nvSpPr>
            <p:cNvPr id="1623" name="Oval 1622">
              <a:extLst>
                <a:ext uri="{FF2B5EF4-FFF2-40B4-BE49-F238E27FC236}">
                  <a16:creationId xmlns:a16="http://schemas.microsoft.com/office/drawing/2014/main" id="{3A0FF65F-7130-DD3B-596A-A7292B1D85A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24" name="Oval 1623">
              <a:extLst>
                <a:ext uri="{FF2B5EF4-FFF2-40B4-BE49-F238E27FC236}">
                  <a16:creationId xmlns:a16="http://schemas.microsoft.com/office/drawing/2014/main" id="{CF20F1F6-E00A-A42A-9D52-E32F47EC1A9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25" name="Group 1624">
            <a:extLst>
              <a:ext uri="{FF2B5EF4-FFF2-40B4-BE49-F238E27FC236}">
                <a16:creationId xmlns:a16="http://schemas.microsoft.com/office/drawing/2014/main" id="{2CBF373D-314D-2FAA-126E-DAD56BB3AD5E}"/>
              </a:ext>
            </a:extLst>
          </p:cNvPr>
          <p:cNvGrpSpPr/>
          <p:nvPr/>
        </p:nvGrpSpPr>
        <p:grpSpPr>
          <a:xfrm>
            <a:off x="10960681" y="3467772"/>
            <a:ext cx="209043" cy="209043"/>
            <a:chOff x="3354375" y="4234433"/>
            <a:chExt cx="131191" cy="131191"/>
          </a:xfrm>
        </p:grpSpPr>
        <p:sp>
          <p:nvSpPr>
            <p:cNvPr id="1626" name="Oval 1625">
              <a:extLst>
                <a:ext uri="{FF2B5EF4-FFF2-40B4-BE49-F238E27FC236}">
                  <a16:creationId xmlns:a16="http://schemas.microsoft.com/office/drawing/2014/main" id="{DDD189C7-34B9-8EA1-7422-226FAA518CB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27" name="Oval 1626">
              <a:extLst>
                <a:ext uri="{FF2B5EF4-FFF2-40B4-BE49-F238E27FC236}">
                  <a16:creationId xmlns:a16="http://schemas.microsoft.com/office/drawing/2014/main" id="{A7DF5920-EB35-E3D1-9259-66DF60D7952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28" name="Group 1627">
            <a:extLst>
              <a:ext uri="{FF2B5EF4-FFF2-40B4-BE49-F238E27FC236}">
                <a16:creationId xmlns:a16="http://schemas.microsoft.com/office/drawing/2014/main" id="{2CA69424-7483-1D55-3654-679848710572}"/>
              </a:ext>
            </a:extLst>
          </p:cNvPr>
          <p:cNvGrpSpPr/>
          <p:nvPr/>
        </p:nvGrpSpPr>
        <p:grpSpPr>
          <a:xfrm>
            <a:off x="11320019" y="3706324"/>
            <a:ext cx="141158" cy="141158"/>
            <a:chOff x="3354375" y="4234433"/>
            <a:chExt cx="131191" cy="131191"/>
          </a:xfrm>
        </p:grpSpPr>
        <p:sp>
          <p:nvSpPr>
            <p:cNvPr id="1629" name="Oval 1628">
              <a:extLst>
                <a:ext uri="{FF2B5EF4-FFF2-40B4-BE49-F238E27FC236}">
                  <a16:creationId xmlns:a16="http://schemas.microsoft.com/office/drawing/2014/main" id="{69AF3766-6ABD-09C2-28E4-949D404F206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0" name="Oval 1629">
              <a:extLst>
                <a:ext uri="{FF2B5EF4-FFF2-40B4-BE49-F238E27FC236}">
                  <a16:creationId xmlns:a16="http://schemas.microsoft.com/office/drawing/2014/main" id="{8976A74A-902C-1EB4-4783-3BE835325E8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31" name="Group 1630">
            <a:extLst>
              <a:ext uri="{FF2B5EF4-FFF2-40B4-BE49-F238E27FC236}">
                <a16:creationId xmlns:a16="http://schemas.microsoft.com/office/drawing/2014/main" id="{34FEE62D-65F5-87DD-DB9E-F31373DF0492}"/>
              </a:ext>
            </a:extLst>
          </p:cNvPr>
          <p:cNvGrpSpPr/>
          <p:nvPr/>
        </p:nvGrpSpPr>
        <p:grpSpPr>
          <a:xfrm>
            <a:off x="11180696" y="3529247"/>
            <a:ext cx="76198" cy="76198"/>
            <a:chOff x="3354375" y="4234433"/>
            <a:chExt cx="131191" cy="131191"/>
          </a:xfrm>
        </p:grpSpPr>
        <p:sp>
          <p:nvSpPr>
            <p:cNvPr id="1632" name="Oval 1631">
              <a:extLst>
                <a:ext uri="{FF2B5EF4-FFF2-40B4-BE49-F238E27FC236}">
                  <a16:creationId xmlns:a16="http://schemas.microsoft.com/office/drawing/2014/main" id="{C0130685-2E09-3E0E-7110-D0B3A824C5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3" name="Oval 1632">
              <a:extLst>
                <a:ext uri="{FF2B5EF4-FFF2-40B4-BE49-F238E27FC236}">
                  <a16:creationId xmlns:a16="http://schemas.microsoft.com/office/drawing/2014/main" id="{16BE10E2-5415-75A5-3A80-9C429359EFF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34" name="Group 1633">
            <a:extLst>
              <a:ext uri="{FF2B5EF4-FFF2-40B4-BE49-F238E27FC236}">
                <a16:creationId xmlns:a16="http://schemas.microsoft.com/office/drawing/2014/main" id="{E77B780B-CA1C-D5B4-9B9E-266CFEE0F5D7}"/>
              </a:ext>
            </a:extLst>
          </p:cNvPr>
          <p:cNvGrpSpPr/>
          <p:nvPr/>
        </p:nvGrpSpPr>
        <p:grpSpPr>
          <a:xfrm rot="21588307">
            <a:off x="11821714" y="3829238"/>
            <a:ext cx="76198" cy="76198"/>
            <a:chOff x="3354375" y="4234433"/>
            <a:chExt cx="131191" cy="131191"/>
          </a:xfrm>
        </p:grpSpPr>
        <p:sp>
          <p:nvSpPr>
            <p:cNvPr id="1635" name="Oval 1634">
              <a:extLst>
                <a:ext uri="{FF2B5EF4-FFF2-40B4-BE49-F238E27FC236}">
                  <a16:creationId xmlns:a16="http://schemas.microsoft.com/office/drawing/2014/main" id="{CE39E96B-C35E-71FA-D379-B802535A12A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6" name="Oval 1635">
              <a:extLst>
                <a:ext uri="{FF2B5EF4-FFF2-40B4-BE49-F238E27FC236}">
                  <a16:creationId xmlns:a16="http://schemas.microsoft.com/office/drawing/2014/main" id="{ADB8C3D1-A6B2-FCB0-1CA5-9474BA8D0FE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37" name="Group 1636">
            <a:extLst>
              <a:ext uri="{FF2B5EF4-FFF2-40B4-BE49-F238E27FC236}">
                <a16:creationId xmlns:a16="http://schemas.microsoft.com/office/drawing/2014/main" id="{CB60BB77-773B-41D3-D582-2AC4A76CE457}"/>
              </a:ext>
            </a:extLst>
          </p:cNvPr>
          <p:cNvGrpSpPr/>
          <p:nvPr/>
        </p:nvGrpSpPr>
        <p:grpSpPr>
          <a:xfrm rot="21588307">
            <a:off x="11164719" y="3366492"/>
            <a:ext cx="150955" cy="150955"/>
            <a:chOff x="3354375" y="4234433"/>
            <a:chExt cx="131191" cy="131191"/>
          </a:xfrm>
        </p:grpSpPr>
        <p:sp>
          <p:nvSpPr>
            <p:cNvPr id="1638" name="Oval 1637">
              <a:extLst>
                <a:ext uri="{FF2B5EF4-FFF2-40B4-BE49-F238E27FC236}">
                  <a16:creationId xmlns:a16="http://schemas.microsoft.com/office/drawing/2014/main" id="{7025CE95-6ED4-93F6-8483-B7F022A34A9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9" name="Oval 1638">
              <a:extLst>
                <a:ext uri="{FF2B5EF4-FFF2-40B4-BE49-F238E27FC236}">
                  <a16:creationId xmlns:a16="http://schemas.microsoft.com/office/drawing/2014/main" id="{7E094F43-8F3E-2E7F-2A6D-7566CBC2C63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40" name="Group 1639">
            <a:extLst>
              <a:ext uri="{FF2B5EF4-FFF2-40B4-BE49-F238E27FC236}">
                <a16:creationId xmlns:a16="http://schemas.microsoft.com/office/drawing/2014/main" id="{BF794A3A-B7DB-DCCC-8F57-07BA7B58A739}"/>
              </a:ext>
            </a:extLst>
          </p:cNvPr>
          <p:cNvGrpSpPr/>
          <p:nvPr/>
        </p:nvGrpSpPr>
        <p:grpSpPr>
          <a:xfrm>
            <a:off x="11346410" y="3372797"/>
            <a:ext cx="209043" cy="209043"/>
            <a:chOff x="3354375" y="4234433"/>
            <a:chExt cx="131191" cy="131191"/>
          </a:xfrm>
        </p:grpSpPr>
        <p:sp>
          <p:nvSpPr>
            <p:cNvPr id="1641" name="Oval 1640">
              <a:extLst>
                <a:ext uri="{FF2B5EF4-FFF2-40B4-BE49-F238E27FC236}">
                  <a16:creationId xmlns:a16="http://schemas.microsoft.com/office/drawing/2014/main" id="{2983A53B-B1EB-6195-ECD2-BF923BE080C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2" name="Oval 1641">
              <a:extLst>
                <a:ext uri="{FF2B5EF4-FFF2-40B4-BE49-F238E27FC236}">
                  <a16:creationId xmlns:a16="http://schemas.microsoft.com/office/drawing/2014/main" id="{141EC899-9995-FC78-47FE-37AF6258251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43" name="Group 1642">
            <a:extLst>
              <a:ext uri="{FF2B5EF4-FFF2-40B4-BE49-F238E27FC236}">
                <a16:creationId xmlns:a16="http://schemas.microsoft.com/office/drawing/2014/main" id="{E6A452D9-25BA-B469-0937-DE91822E237D}"/>
              </a:ext>
            </a:extLst>
          </p:cNvPr>
          <p:cNvGrpSpPr/>
          <p:nvPr/>
        </p:nvGrpSpPr>
        <p:grpSpPr>
          <a:xfrm>
            <a:off x="11231044" y="3179342"/>
            <a:ext cx="209043" cy="209043"/>
            <a:chOff x="3354375" y="4234433"/>
            <a:chExt cx="131191" cy="131191"/>
          </a:xfrm>
        </p:grpSpPr>
        <p:sp>
          <p:nvSpPr>
            <p:cNvPr id="1644" name="Oval 1643">
              <a:extLst>
                <a:ext uri="{FF2B5EF4-FFF2-40B4-BE49-F238E27FC236}">
                  <a16:creationId xmlns:a16="http://schemas.microsoft.com/office/drawing/2014/main" id="{18A09A3E-069F-B9C0-2CF2-46DAA746667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5" name="Oval 1644">
              <a:extLst>
                <a:ext uri="{FF2B5EF4-FFF2-40B4-BE49-F238E27FC236}">
                  <a16:creationId xmlns:a16="http://schemas.microsoft.com/office/drawing/2014/main" id="{7FCF1BCF-539C-DBFC-2C5A-5E805B9A230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46" name="Group 1645">
            <a:extLst>
              <a:ext uri="{FF2B5EF4-FFF2-40B4-BE49-F238E27FC236}">
                <a16:creationId xmlns:a16="http://schemas.microsoft.com/office/drawing/2014/main" id="{6314A3CD-6347-B82E-6C0B-65E69E2E3729}"/>
              </a:ext>
            </a:extLst>
          </p:cNvPr>
          <p:cNvGrpSpPr/>
          <p:nvPr/>
        </p:nvGrpSpPr>
        <p:grpSpPr>
          <a:xfrm>
            <a:off x="11550622" y="3810935"/>
            <a:ext cx="141158" cy="141158"/>
            <a:chOff x="3354375" y="4234433"/>
            <a:chExt cx="131191" cy="131191"/>
          </a:xfrm>
        </p:grpSpPr>
        <p:sp>
          <p:nvSpPr>
            <p:cNvPr id="1647" name="Oval 1646">
              <a:extLst>
                <a:ext uri="{FF2B5EF4-FFF2-40B4-BE49-F238E27FC236}">
                  <a16:creationId xmlns:a16="http://schemas.microsoft.com/office/drawing/2014/main" id="{CD60B40A-345D-53AD-3952-C4AC7D6D646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48" name="Oval 1647">
              <a:extLst>
                <a:ext uri="{FF2B5EF4-FFF2-40B4-BE49-F238E27FC236}">
                  <a16:creationId xmlns:a16="http://schemas.microsoft.com/office/drawing/2014/main" id="{06644B4A-5296-3943-FC94-D264D4A19F6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49" name="Group 1648">
            <a:extLst>
              <a:ext uri="{FF2B5EF4-FFF2-40B4-BE49-F238E27FC236}">
                <a16:creationId xmlns:a16="http://schemas.microsoft.com/office/drawing/2014/main" id="{32547E16-0B2F-9A7D-3767-D092998F5077}"/>
              </a:ext>
            </a:extLst>
          </p:cNvPr>
          <p:cNvGrpSpPr/>
          <p:nvPr/>
        </p:nvGrpSpPr>
        <p:grpSpPr>
          <a:xfrm>
            <a:off x="11627701" y="4010692"/>
            <a:ext cx="76198" cy="76198"/>
            <a:chOff x="3354375" y="4234433"/>
            <a:chExt cx="131191" cy="131191"/>
          </a:xfrm>
        </p:grpSpPr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DC24020F-8A69-6CB3-568A-2094205538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A441B9A2-5CBA-9E78-EC69-B9CFA64D2A5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52" name="Group 1651">
            <a:extLst>
              <a:ext uri="{FF2B5EF4-FFF2-40B4-BE49-F238E27FC236}">
                <a16:creationId xmlns:a16="http://schemas.microsoft.com/office/drawing/2014/main" id="{8CDECA3D-7C6C-AF67-BF34-326A7B5139A9}"/>
              </a:ext>
            </a:extLst>
          </p:cNvPr>
          <p:cNvGrpSpPr/>
          <p:nvPr/>
        </p:nvGrpSpPr>
        <p:grpSpPr>
          <a:xfrm rot="21588307">
            <a:off x="11482146" y="3796581"/>
            <a:ext cx="76198" cy="76198"/>
            <a:chOff x="3354375" y="4234433"/>
            <a:chExt cx="131191" cy="131191"/>
          </a:xfrm>
        </p:grpSpPr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107E335E-F94B-4F78-8B11-8F38F6C3365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9F5FB7D3-0DB5-18A1-2F9D-C474E94346E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55" name="Group 1654">
            <a:extLst>
              <a:ext uri="{FF2B5EF4-FFF2-40B4-BE49-F238E27FC236}">
                <a16:creationId xmlns:a16="http://schemas.microsoft.com/office/drawing/2014/main" id="{C27F23E5-854F-2D33-34DF-F661498D3A00}"/>
              </a:ext>
            </a:extLst>
          </p:cNvPr>
          <p:cNvGrpSpPr/>
          <p:nvPr/>
        </p:nvGrpSpPr>
        <p:grpSpPr>
          <a:xfrm rot="21588307">
            <a:off x="11439510" y="3612274"/>
            <a:ext cx="150955" cy="150955"/>
            <a:chOff x="3354375" y="4234433"/>
            <a:chExt cx="131191" cy="131191"/>
          </a:xfrm>
        </p:grpSpPr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6AB24C11-F01E-3429-FA58-F5BE5CAF482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57" name="Oval 1656">
              <a:extLst>
                <a:ext uri="{FF2B5EF4-FFF2-40B4-BE49-F238E27FC236}">
                  <a16:creationId xmlns:a16="http://schemas.microsoft.com/office/drawing/2014/main" id="{AE5251E4-A029-84FB-3511-871568A3D7C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58" name="Group 1657">
            <a:extLst>
              <a:ext uri="{FF2B5EF4-FFF2-40B4-BE49-F238E27FC236}">
                <a16:creationId xmlns:a16="http://schemas.microsoft.com/office/drawing/2014/main" id="{937C47CC-61E8-305C-7F0C-31F141F28241}"/>
              </a:ext>
            </a:extLst>
          </p:cNvPr>
          <p:cNvGrpSpPr/>
          <p:nvPr/>
        </p:nvGrpSpPr>
        <p:grpSpPr>
          <a:xfrm>
            <a:off x="11621201" y="3618579"/>
            <a:ext cx="209043" cy="209043"/>
            <a:chOff x="3354375" y="4234433"/>
            <a:chExt cx="131191" cy="131191"/>
          </a:xfrm>
        </p:grpSpPr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3FB0B1FF-7E1D-AD10-A518-20DABDA8EEE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0" name="Oval 1659">
              <a:extLst>
                <a:ext uri="{FF2B5EF4-FFF2-40B4-BE49-F238E27FC236}">
                  <a16:creationId xmlns:a16="http://schemas.microsoft.com/office/drawing/2014/main" id="{CBCEFD4A-510D-965D-859F-D65F07CEC52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61" name="Group 1660">
            <a:extLst>
              <a:ext uri="{FF2B5EF4-FFF2-40B4-BE49-F238E27FC236}">
                <a16:creationId xmlns:a16="http://schemas.microsoft.com/office/drawing/2014/main" id="{9463C993-8B15-6AAF-AD51-7498C4124A1F}"/>
              </a:ext>
            </a:extLst>
          </p:cNvPr>
          <p:cNvGrpSpPr/>
          <p:nvPr/>
        </p:nvGrpSpPr>
        <p:grpSpPr>
          <a:xfrm>
            <a:off x="11304400" y="3850932"/>
            <a:ext cx="209043" cy="209043"/>
            <a:chOff x="3354375" y="4234433"/>
            <a:chExt cx="131191" cy="131191"/>
          </a:xfrm>
        </p:grpSpPr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25C25682-9413-97EC-9D36-7C02E362062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3" name="Oval 1662">
              <a:extLst>
                <a:ext uri="{FF2B5EF4-FFF2-40B4-BE49-F238E27FC236}">
                  <a16:creationId xmlns:a16="http://schemas.microsoft.com/office/drawing/2014/main" id="{978A01F5-533D-9631-CACE-A2AEA779981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64" name="Group 1663">
            <a:extLst>
              <a:ext uri="{FF2B5EF4-FFF2-40B4-BE49-F238E27FC236}">
                <a16:creationId xmlns:a16="http://schemas.microsoft.com/office/drawing/2014/main" id="{8458B0EE-3B84-C3FA-EFD7-D99F65E21DEE}"/>
              </a:ext>
            </a:extLst>
          </p:cNvPr>
          <p:cNvGrpSpPr/>
          <p:nvPr/>
        </p:nvGrpSpPr>
        <p:grpSpPr>
          <a:xfrm>
            <a:off x="10695167" y="3816425"/>
            <a:ext cx="209043" cy="209043"/>
            <a:chOff x="3354375" y="4234433"/>
            <a:chExt cx="131191" cy="131191"/>
          </a:xfrm>
        </p:grpSpPr>
        <p:sp>
          <p:nvSpPr>
            <p:cNvPr id="1665" name="Oval 1664">
              <a:extLst>
                <a:ext uri="{FF2B5EF4-FFF2-40B4-BE49-F238E27FC236}">
                  <a16:creationId xmlns:a16="http://schemas.microsoft.com/office/drawing/2014/main" id="{26A6C564-4BC1-466E-E05A-028134FBDF2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20895179-FE2C-6BB1-2AB8-AC15E0DC42E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67" name="Group 1666">
            <a:extLst>
              <a:ext uri="{FF2B5EF4-FFF2-40B4-BE49-F238E27FC236}">
                <a16:creationId xmlns:a16="http://schemas.microsoft.com/office/drawing/2014/main" id="{EB0D0F27-7B5A-B8E3-48C2-3B7F97916F53}"/>
              </a:ext>
            </a:extLst>
          </p:cNvPr>
          <p:cNvGrpSpPr/>
          <p:nvPr/>
        </p:nvGrpSpPr>
        <p:grpSpPr>
          <a:xfrm rot="21588307">
            <a:off x="10644628" y="4004227"/>
            <a:ext cx="76198" cy="76198"/>
            <a:chOff x="3354375" y="4234433"/>
            <a:chExt cx="131191" cy="131191"/>
          </a:xfrm>
        </p:grpSpPr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4919DD54-738B-BE4C-A70A-3FD5FF7FD68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9" name="Oval 1668">
              <a:extLst>
                <a:ext uri="{FF2B5EF4-FFF2-40B4-BE49-F238E27FC236}">
                  <a16:creationId xmlns:a16="http://schemas.microsoft.com/office/drawing/2014/main" id="{5FF52FF6-910A-25C5-02B3-FC5E1C978C6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70" name="Group 1669">
            <a:extLst>
              <a:ext uri="{FF2B5EF4-FFF2-40B4-BE49-F238E27FC236}">
                <a16:creationId xmlns:a16="http://schemas.microsoft.com/office/drawing/2014/main" id="{7C50A55A-DFD9-6EC1-4736-45CCC9208683}"/>
              </a:ext>
            </a:extLst>
          </p:cNvPr>
          <p:cNvGrpSpPr/>
          <p:nvPr/>
        </p:nvGrpSpPr>
        <p:grpSpPr>
          <a:xfrm rot="21588307">
            <a:off x="11142718" y="3905068"/>
            <a:ext cx="76198" cy="76198"/>
            <a:chOff x="3354375" y="4234433"/>
            <a:chExt cx="131191" cy="131191"/>
          </a:xfrm>
        </p:grpSpPr>
        <p:sp>
          <p:nvSpPr>
            <p:cNvPr id="1671" name="Oval 1670">
              <a:extLst>
                <a:ext uri="{FF2B5EF4-FFF2-40B4-BE49-F238E27FC236}">
                  <a16:creationId xmlns:a16="http://schemas.microsoft.com/office/drawing/2014/main" id="{A53914FF-3DF6-04AB-8769-76D9281CBBA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2" name="Oval 1671">
              <a:extLst>
                <a:ext uri="{FF2B5EF4-FFF2-40B4-BE49-F238E27FC236}">
                  <a16:creationId xmlns:a16="http://schemas.microsoft.com/office/drawing/2014/main" id="{E877993C-7593-EC62-0B67-3001D273458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73" name="Group 1672">
            <a:extLst>
              <a:ext uri="{FF2B5EF4-FFF2-40B4-BE49-F238E27FC236}">
                <a16:creationId xmlns:a16="http://schemas.microsoft.com/office/drawing/2014/main" id="{DD39BE42-51D5-C61C-B2A2-73A79AB1BB05}"/>
              </a:ext>
            </a:extLst>
          </p:cNvPr>
          <p:cNvGrpSpPr/>
          <p:nvPr/>
        </p:nvGrpSpPr>
        <p:grpSpPr>
          <a:xfrm>
            <a:off x="10736745" y="3657389"/>
            <a:ext cx="141158" cy="141158"/>
            <a:chOff x="3354375" y="4234433"/>
            <a:chExt cx="131191" cy="131191"/>
          </a:xfrm>
        </p:grpSpPr>
        <p:sp>
          <p:nvSpPr>
            <p:cNvPr id="1674" name="Oval 1673">
              <a:extLst>
                <a:ext uri="{FF2B5EF4-FFF2-40B4-BE49-F238E27FC236}">
                  <a16:creationId xmlns:a16="http://schemas.microsoft.com/office/drawing/2014/main" id="{9EC42AD7-C35E-E18B-A3C5-0B24C02FC4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5" name="Oval 1674">
              <a:extLst>
                <a:ext uri="{FF2B5EF4-FFF2-40B4-BE49-F238E27FC236}">
                  <a16:creationId xmlns:a16="http://schemas.microsoft.com/office/drawing/2014/main" id="{8BACAAD9-944E-DA37-CB3A-CE0F2B0A23F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76" name="Group 1675">
            <a:extLst>
              <a:ext uri="{FF2B5EF4-FFF2-40B4-BE49-F238E27FC236}">
                <a16:creationId xmlns:a16="http://schemas.microsoft.com/office/drawing/2014/main" id="{CD5AE74D-B1A2-F3E2-2A73-A9CA4C6FD6BF}"/>
              </a:ext>
            </a:extLst>
          </p:cNvPr>
          <p:cNvGrpSpPr/>
          <p:nvPr/>
        </p:nvGrpSpPr>
        <p:grpSpPr>
          <a:xfrm>
            <a:off x="11037607" y="3287842"/>
            <a:ext cx="141158" cy="141158"/>
            <a:chOff x="3354375" y="4234433"/>
            <a:chExt cx="131191" cy="131191"/>
          </a:xfrm>
        </p:grpSpPr>
        <p:sp>
          <p:nvSpPr>
            <p:cNvPr id="1677" name="Oval 1676">
              <a:extLst>
                <a:ext uri="{FF2B5EF4-FFF2-40B4-BE49-F238E27FC236}">
                  <a16:creationId xmlns:a16="http://schemas.microsoft.com/office/drawing/2014/main" id="{A305CF14-77B4-BD24-B437-29D4E0F821B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EE1C5ED8-5A24-45AE-B16C-DAECC1CDA1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79" name="Group 1678">
            <a:extLst>
              <a:ext uri="{FF2B5EF4-FFF2-40B4-BE49-F238E27FC236}">
                <a16:creationId xmlns:a16="http://schemas.microsoft.com/office/drawing/2014/main" id="{7A5B44E6-43BF-3939-76FB-219136B1B546}"/>
              </a:ext>
            </a:extLst>
          </p:cNvPr>
          <p:cNvGrpSpPr/>
          <p:nvPr/>
        </p:nvGrpSpPr>
        <p:grpSpPr>
          <a:xfrm>
            <a:off x="11718656" y="3922482"/>
            <a:ext cx="141158" cy="141158"/>
            <a:chOff x="3354375" y="4234433"/>
            <a:chExt cx="131191" cy="131191"/>
          </a:xfrm>
        </p:grpSpPr>
        <p:sp>
          <p:nvSpPr>
            <p:cNvPr id="1680" name="Oval 1679">
              <a:extLst>
                <a:ext uri="{FF2B5EF4-FFF2-40B4-BE49-F238E27FC236}">
                  <a16:creationId xmlns:a16="http://schemas.microsoft.com/office/drawing/2014/main" id="{70FD2821-B867-4CE4-4AD3-FE93627838B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81" name="Oval 1680">
              <a:extLst>
                <a:ext uri="{FF2B5EF4-FFF2-40B4-BE49-F238E27FC236}">
                  <a16:creationId xmlns:a16="http://schemas.microsoft.com/office/drawing/2014/main" id="{0FDCBBAC-DD7B-3217-4B66-4AFD5A9E149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82" name="Group 1681">
            <a:extLst>
              <a:ext uri="{FF2B5EF4-FFF2-40B4-BE49-F238E27FC236}">
                <a16:creationId xmlns:a16="http://schemas.microsoft.com/office/drawing/2014/main" id="{8F101C85-C403-0D29-D83C-1FA0319F22C8}"/>
              </a:ext>
            </a:extLst>
          </p:cNvPr>
          <p:cNvGrpSpPr/>
          <p:nvPr/>
        </p:nvGrpSpPr>
        <p:grpSpPr>
          <a:xfrm>
            <a:off x="11577515" y="3472132"/>
            <a:ext cx="141158" cy="141158"/>
            <a:chOff x="3354375" y="4234433"/>
            <a:chExt cx="131191" cy="131191"/>
          </a:xfrm>
        </p:grpSpPr>
        <p:sp>
          <p:nvSpPr>
            <p:cNvPr id="1683" name="Oval 1682">
              <a:extLst>
                <a:ext uri="{FF2B5EF4-FFF2-40B4-BE49-F238E27FC236}">
                  <a16:creationId xmlns:a16="http://schemas.microsoft.com/office/drawing/2014/main" id="{7D05A648-0E11-6A15-7A60-8D459F99868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84" name="Oval 1683">
              <a:extLst>
                <a:ext uri="{FF2B5EF4-FFF2-40B4-BE49-F238E27FC236}">
                  <a16:creationId xmlns:a16="http://schemas.microsoft.com/office/drawing/2014/main" id="{EC02D99F-A3F6-931E-A758-2B83BEE79C3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685" name="Group 1684">
            <a:extLst>
              <a:ext uri="{FF2B5EF4-FFF2-40B4-BE49-F238E27FC236}">
                <a16:creationId xmlns:a16="http://schemas.microsoft.com/office/drawing/2014/main" id="{81D72BE5-84B4-CFE6-5D7D-0F51564F9111}"/>
              </a:ext>
            </a:extLst>
          </p:cNvPr>
          <p:cNvGrpSpPr/>
          <p:nvPr/>
        </p:nvGrpSpPr>
        <p:grpSpPr>
          <a:xfrm rot="21588307">
            <a:off x="10858333" y="3567476"/>
            <a:ext cx="76198" cy="76198"/>
            <a:chOff x="3354375" y="4234433"/>
            <a:chExt cx="131191" cy="131191"/>
          </a:xfrm>
        </p:grpSpPr>
        <p:sp>
          <p:nvSpPr>
            <p:cNvPr id="1686" name="Oval 1685">
              <a:extLst>
                <a:ext uri="{FF2B5EF4-FFF2-40B4-BE49-F238E27FC236}">
                  <a16:creationId xmlns:a16="http://schemas.microsoft.com/office/drawing/2014/main" id="{79E56E6F-E8FF-1300-CDC9-5F465EB53A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87" name="Oval 1686">
              <a:extLst>
                <a:ext uri="{FF2B5EF4-FFF2-40B4-BE49-F238E27FC236}">
                  <a16:creationId xmlns:a16="http://schemas.microsoft.com/office/drawing/2014/main" id="{D5F1477E-8B20-0C41-31B3-6958A369B50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88" name="Group 1687">
            <a:extLst>
              <a:ext uri="{FF2B5EF4-FFF2-40B4-BE49-F238E27FC236}">
                <a16:creationId xmlns:a16="http://schemas.microsoft.com/office/drawing/2014/main" id="{710A3E1E-02B3-EC55-659E-653595E0E296}"/>
              </a:ext>
            </a:extLst>
          </p:cNvPr>
          <p:cNvGrpSpPr/>
          <p:nvPr/>
        </p:nvGrpSpPr>
        <p:grpSpPr>
          <a:xfrm rot="21588307">
            <a:off x="10878032" y="3987368"/>
            <a:ext cx="76198" cy="76198"/>
            <a:chOff x="3354375" y="4234433"/>
            <a:chExt cx="131191" cy="131191"/>
          </a:xfrm>
        </p:grpSpPr>
        <p:sp>
          <p:nvSpPr>
            <p:cNvPr id="1689" name="Oval 1688">
              <a:extLst>
                <a:ext uri="{FF2B5EF4-FFF2-40B4-BE49-F238E27FC236}">
                  <a16:creationId xmlns:a16="http://schemas.microsoft.com/office/drawing/2014/main" id="{81DC52A6-20EB-25B8-5D4B-3E449B4952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0" name="Oval 1689">
              <a:extLst>
                <a:ext uri="{FF2B5EF4-FFF2-40B4-BE49-F238E27FC236}">
                  <a16:creationId xmlns:a16="http://schemas.microsoft.com/office/drawing/2014/main" id="{08D4EF95-E40A-3B69-3F2B-E461A54F176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91" name="Group 1690">
            <a:extLst>
              <a:ext uri="{FF2B5EF4-FFF2-40B4-BE49-F238E27FC236}">
                <a16:creationId xmlns:a16="http://schemas.microsoft.com/office/drawing/2014/main" id="{78B75848-0885-446A-0C22-E83A831DDB04}"/>
              </a:ext>
            </a:extLst>
          </p:cNvPr>
          <p:cNvGrpSpPr/>
          <p:nvPr/>
        </p:nvGrpSpPr>
        <p:grpSpPr>
          <a:xfrm>
            <a:off x="11218924" y="3980273"/>
            <a:ext cx="76198" cy="76198"/>
            <a:chOff x="3354375" y="4234433"/>
            <a:chExt cx="131191" cy="131191"/>
          </a:xfrm>
        </p:grpSpPr>
        <p:sp>
          <p:nvSpPr>
            <p:cNvPr id="1692" name="Oval 1691">
              <a:extLst>
                <a:ext uri="{FF2B5EF4-FFF2-40B4-BE49-F238E27FC236}">
                  <a16:creationId xmlns:a16="http://schemas.microsoft.com/office/drawing/2014/main" id="{1E0113C8-EEB8-407B-42E4-94D7B295F49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3" name="Oval 1692">
              <a:extLst>
                <a:ext uri="{FF2B5EF4-FFF2-40B4-BE49-F238E27FC236}">
                  <a16:creationId xmlns:a16="http://schemas.microsoft.com/office/drawing/2014/main" id="{82B1207A-31D3-8B5E-94F7-1FAE6E3FC4E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94" name="Group 1693">
            <a:extLst>
              <a:ext uri="{FF2B5EF4-FFF2-40B4-BE49-F238E27FC236}">
                <a16:creationId xmlns:a16="http://schemas.microsoft.com/office/drawing/2014/main" id="{F55B89DA-1747-DCDF-6FC9-E530458DCF92}"/>
              </a:ext>
            </a:extLst>
          </p:cNvPr>
          <p:cNvGrpSpPr/>
          <p:nvPr/>
        </p:nvGrpSpPr>
        <p:grpSpPr>
          <a:xfrm rot="21588307">
            <a:off x="11213943" y="3586332"/>
            <a:ext cx="150955" cy="150955"/>
            <a:chOff x="3354375" y="4234433"/>
            <a:chExt cx="131191" cy="131191"/>
          </a:xfrm>
        </p:grpSpPr>
        <p:sp>
          <p:nvSpPr>
            <p:cNvPr id="1695" name="Oval 1694">
              <a:extLst>
                <a:ext uri="{FF2B5EF4-FFF2-40B4-BE49-F238E27FC236}">
                  <a16:creationId xmlns:a16="http://schemas.microsoft.com/office/drawing/2014/main" id="{CAF40011-2AA6-B6D8-5914-AF808C875A4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6" name="Oval 1695">
              <a:extLst>
                <a:ext uri="{FF2B5EF4-FFF2-40B4-BE49-F238E27FC236}">
                  <a16:creationId xmlns:a16="http://schemas.microsoft.com/office/drawing/2014/main" id="{EB65227A-5D0C-586F-35C0-555A4F36F26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97" name="Group 1696">
            <a:extLst>
              <a:ext uri="{FF2B5EF4-FFF2-40B4-BE49-F238E27FC236}">
                <a16:creationId xmlns:a16="http://schemas.microsoft.com/office/drawing/2014/main" id="{54D4BB87-5288-3229-D8C1-EEA419AF08ED}"/>
              </a:ext>
            </a:extLst>
          </p:cNvPr>
          <p:cNvGrpSpPr/>
          <p:nvPr/>
        </p:nvGrpSpPr>
        <p:grpSpPr>
          <a:xfrm>
            <a:off x="11239204" y="3841156"/>
            <a:ext cx="76198" cy="76198"/>
            <a:chOff x="3354375" y="4234433"/>
            <a:chExt cx="131191" cy="131191"/>
          </a:xfrm>
        </p:grpSpPr>
        <p:sp>
          <p:nvSpPr>
            <p:cNvPr id="1698" name="Oval 1697">
              <a:extLst>
                <a:ext uri="{FF2B5EF4-FFF2-40B4-BE49-F238E27FC236}">
                  <a16:creationId xmlns:a16="http://schemas.microsoft.com/office/drawing/2014/main" id="{5BCE18CF-CC15-F243-8ACE-670C4FDF7B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9" name="Oval 1698">
              <a:extLst>
                <a:ext uri="{FF2B5EF4-FFF2-40B4-BE49-F238E27FC236}">
                  <a16:creationId xmlns:a16="http://schemas.microsoft.com/office/drawing/2014/main" id="{F83C26CA-7278-911A-8591-93FBC747F31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00" name="Group 1699">
            <a:extLst>
              <a:ext uri="{FF2B5EF4-FFF2-40B4-BE49-F238E27FC236}">
                <a16:creationId xmlns:a16="http://schemas.microsoft.com/office/drawing/2014/main" id="{C3B91115-18D5-BB35-D7CD-6E71A243FF65}"/>
              </a:ext>
            </a:extLst>
          </p:cNvPr>
          <p:cNvGrpSpPr/>
          <p:nvPr/>
        </p:nvGrpSpPr>
        <p:grpSpPr>
          <a:xfrm>
            <a:off x="10891711" y="3333920"/>
            <a:ext cx="141158" cy="141158"/>
            <a:chOff x="3354375" y="4234433"/>
            <a:chExt cx="131191" cy="131191"/>
          </a:xfrm>
        </p:grpSpPr>
        <p:sp>
          <p:nvSpPr>
            <p:cNvPr id="1701" name="Oval 1700">
              <a:extLst>
                <a:ext uri="{FF2B5EF4-FFF2-40B4-BE49-F238E27FC236}">
                  <a16:creationId xmlns:a16="http://schemas.microsoft.com/office/drawing/2014/main" id="{5C6FFC8E-6B3D-2611-B1F6-0264C53EBEB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02" name="Oval 1701">
              <a:extLst>
                <a:ext uri="{FF2B5EF4-FFF2-40B4-BE49-F238E27FC236}">
                  <a16:creationId xmlns:a16="http://schemas.microsoft.com/office/drawing/2014/main" id="{CE39452C-1612-6573-EE9B-D787DA1D627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03" name="Group 1702">
            <a:extLst>
              <a:ext uri="{FF2B5EF4-FFF2-40B4-BE49-F238E27FC236}">
                <a16:creationId xmlns:a16="http://schemas.microsoft.com/office/drawing/2014/main" id="{A7206EF0-1A9C-84B5-AC14-816426F5B666}"/>
              </a:ext>
            </a:extLst>
          </p:cNvPr>
          <p:cNvGrpSpPr/>
          <p:nvPr/>
        </p:nvGrpSpPr>
        <p:grpSpPr>
          <a:xfrm>
            <a:off x="11229150" y="3014515"/>
            <a:ext cx="141158" cy="141158"/>
            <a:chOff x="3354375" y="4234433"/>
            <a:chExt cx="131191" cy="131191"/>
          </a:xfrm>
        </p:grpSpPr>
        <p:sp>
          <p:nvSpPr>
            <p:cNvPr id="1704" name="Oval 1703">
              <a:extLst>
                <a:ext uri="{FF2B5EF4-FFF2-40B4-BE49-F238E27FC236}">
                  <a16:creationId xmlns:a16="http://schemas.microsoft.com/office/drawing/2014/main" id="{BF245A9F-F093-58C9-2A1C-8ACE3C64F61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05" name="Oval 1704">
              <a:extLst>
                <a:ext uri="{FF2B5EF4-FFF2-40B4-BE49-F238E27FC236}">
                  <a16:creationId xmlns:a16="http://schemas.microsoft.com/office/drawing/2014/main" id="{67F49AAC-845E-75B8-746D-DD86BA81269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06" name="Group 1705">
            <a:extLst>
              <a:ext uri="{FF2B5EF4-FFF2-40B4-BE49-F238E27FC236}">
                <a16:creationId xmlns:a16="http://schemas.microsoft.com/office/drawing/2014/main" id="{259D1EDC-5EF7-C64E-C770-23D7B3891A0C}"/>
              </a:ext>
            </a:extLst>
          </p:cNvPr>
          <p:cNvGrpSpPr/>
          <p:nvPr/>
        </p:nvGrpSpPr>
        <p:grpSpPr>
          <a:xfrm>
            <a:off x="11009752" y="3046526"/>
            <a:ext cx="209043" cy="209043"/>
            <a:chOff x="3354375" y="4234433"/>
            <a:chExt cx="131191" cy="131191"/>
          </a:xfrm>
        </p:grpSpPr>
        <p:sp>
          <p:nvSpPr>
            <p:cNvPr id="1707" name="Oval 1706">
              <a:extLst>
                <a:ext uri="{FF2B5EF4-FFF2-40B4-BE49-F238E27FC236}">
                  <a16:creationId xmlns:a16="http://schemas.microsoft.com/office/drawing/2014/main" id="{8BFB32C5-71C3-E5B4-06BA-6AF0389FBE3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08" name="Oval 1707">
              <a:extLst>
                <a:ext uri="{FF2B5EF4-FFF2-40B4-BE49-F238E27FC236}">
                  <a16:creationId xmlns:a16="http://schemas.microsoft.com/office/drawing/2014/main" id="{1B169F33-5C5A-DFBF-3801-66F66555DC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09" name="Group 1708">
            <a:extLst>
              <a:ext uri="{FF2B5EF4-FFF2-40B4-BE49-F238E27FC236}">
                <a16:creationId xmlns:a16="http://schemas.microsoft.com/office/drawing/2014/main" id="{896FA236-FC39-90D3-9774-473C925DD524}"/>
              </a:ext>
            </a:extLst>
          </p:cNvPr>
          <p:cNvGrpSpPr/>
          <p:nvPr/>
        </p:nvGrpSpPr>
        <p:grpSpPr>
          <a:xfrm rot="21588307">
            <a:off x="10839804" y="3474207"/>
            <a:ext cx="76198" cy="76198"/>
            <a:chOff x="3354375" y="4234433"/>
            <a:chExt cx="131191" cy="131191"/>
          </a:xfrm>
        </p:grpSpPr>
        <p:sp>
          <p:nvSpPr>
            <p:cNvPr id="1710" name="Oval 1709">
              <a:extLst>
                <a:ext uri="{FF2B5EF4-FFF2-40B4-BE49-F238E27FC236}">
                  <a16:creationId xmlns:a16="http://schemas.microsoft.com/office/drawing/2014/main" id="{2C71CDA6-DEC0-C0D9-8D2D-0F68D47BA71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11" name="Oval 1710">
              <a:extLst>
                <a:ext uri="{FF2B5EF4-FFF2-40B4-BE49-F238E27FC236}">
                  <a16:creationId xmlns:a16="http://schemas.microsoft.com/office/drawing/2014/main" id="{5874412D-3F8C-6FCA-F416-054B2DD4052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12" name="Group 1711">
            <a:extLst>
              <a:ext uri="{FF2B5EF4-FFF2-40B4-BE49-F238E27FC236}">
                <a16:creationId xmlns:a16="http://schemas.microsoft.com/office/drawing/2014/main" id="{A43ED9F5-D978-A1BD-41B0-BBCE145B5D31}"/>
              </a:ext>
            </a:extLst>
          </p:cNvPr>
          <p:cNvGrpSpPr/>
          <p:nvPr/>
        </p:nvGrpSpPr>
        <p:grpSpPr>
          <a:xfrm>
            <a:off x="11436854" y="3242090"/>
            <a:ext cx="141158" cy="141158"/>
            <a:chOff x="3354375" y="4234433"/>
            <a:chExt cx="131191" cy="131191"/>
          </a:xfrm>
        </p:grpSpPr>
        <p:sp>
          <p:nvSpPr>
            <p:cNvPr id="1713" name="Oval 1712">
              <a:extLst>
                <a:ext uri="{FF2B5EF4-FFF2-40B4-BE49-F238E27FC236}">
                  <a16:creationId xmlns:a16="http://schemas.microsoft.com/office/drawing/2014/main" id="{7D05528F-E02F-A8CA-B59F-04507915F2A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14" name="Oval 1713">
              <a:extLst>
                <a:ext uri="{FF2B5EF4-FFF2-40B4-BE49-F238E27FC236}">
                  <a16:creationId xmlns:a16="http://schemas.microsoft.com/office/drawing/2014/main" id="{6D39AC80-78B3-01BB-2630-C4918A1A195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15" name="Group 1714">
            <a:extLst>
              <a:ext uri="{FF2B5EF4-FFF2-40B4-BE49-F238E27FC236}">
                <a16:creationId xmlns:a16="http://schemas.microsoft.com/office/drawing/2014/main" id="{C51FD0DA-2B02-FE16-FA90-3E385FD50D67}"/>
              </a:ext>
            </a:extLst>
          </p:cNvPr>
          <p:cNvGrpSpPr/>
          <p:nvPr/>
        </p:nvGrpSpPr>
        <p:grpSpPr>
          <a:xfrm>
            <a:off x="11601158" y="3287842"/>
            <a:ext cx="141158" cy="141158"/>
            <a:chOff x="3354375" y="4234433"/>
            <a:chExt cx="131191" cy="131191"/>
          </a:xfrm>
        </p:grpSpPr>
        <p:sp>
          <p:nvSpPr>
            <p:cNvPr id="1716" name="Oval 1715">
              <a:extLst>
                <a:ext uri="{FF2B5EF4-FFF2-40B4-BE49-F238E27FC236}">
                  <a16:creationId xmlns:a16="http://schemas.microsoft.com/office/drawing/2014/main" id="{3A906ACD-5F70-B8C5-B84B-31B8D1D90BB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17" name="Oval 1716">
              <a:extLst>
                <a:ext uri="{FF2B5EF4-FFF2-40B4-BE49-F238E27FC236}">
                  <a16:creationId xmlns:a16="http://schemas.microsoft.com/office/drawing/2014/main" id="{3DD908D4-7CFA-A073-A66D-3C43F3CE95D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18" name="Group 1717">
            <a:extLst>
              <a:ext uri="{FF2B5EF4-FFF2-40B4-BE49-F238E27FC236}">
                <a16:creationId xmlns:a16="http://schemas.microsoft.com/office/drawing/2014/main" id="{1ADD5020-E8A3-17DC-5943-F76C464DCA49}"/>
              </a:ext>
            </a:extLst>
          </p:cNvPr>
          <p:cNvGrpSpPr/>
          <p:nvPr/>
        </p:nvGrpSpPr>
        <p:grpSpPr>
          <a:xfrm>
            <a:off x="11083032" y="2876070"/>
            <a:ext cx="141158" cy="141158"/>
            <a:chOff x="3354375" y="4234433"/>
            <a:chExt cx="131191" cy="131191"/>
          </a:xfrm>
        </p:grpSpPr>
        <p:sp>
          <p:nvSpPr>
            <p:cNvPr id="1719" name="Oval 1718">
              <a:extLst>
                <a:ext uri="{FF2B5EF4-FFF2-40B4-BE49-F238E27FC236}">
                  <a16:creationId xmlns:a16="http://schemas.microsoft.com/office/drawing/2014/main" id="{A746A7F9-BB89-47FE-8874-83316D72D90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0" name="Oval 1719">
              <a:extLst>
                <a:ext uri="{FF2B5EF4-FFF2-40B4-BE49-F238E27FC236}">
                  <a16:creationId xmlns:a16="http://schemas.microsoft.com/office/drawing/2014/main" id="{A1E62512-E591-37B0-1473-663A63E2C98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21" name="Group 1720">
            <a:extLst>
              <a:ext uri="{FF2B5EF4-FFF2-40B4-BE49-F238E27FC236}">
                <a16:creationId xmlns:a16="http://schemas.microsoft.com/office/drawing/2014/main" id="{FBB4D1AE-4184-E17D-8DAC-E26AA51BEDC9}"/>
              </a:ext>
            </a:extLst>
          </p:cNvPr>
          <p:cNvGrpSpPr/>
          <p:nvPr/>
        </p:nvGrpSpPr>
        <p:grpSpPr>
          <a:xfrm>
            <a:off x="11408921" y="2980572"/>
            <a:ext cx="209043" cy="209043"/>
            <a:chOff x="3354375" y="4234433"/>
            <a:chExt cx="131191" cy="131191"/>
          </a:xfrm>
        </p:grpSpPr>
        <p:sp>
          <p:nvSpPr>
            <p:cNvPr id="1722" name="Oval 1721">
              <a:extLst>
                <a:ext uri="{FF2B5EF4-FFF2-40B4-BE49-F238E27FC236}">
                  <a16:creationId xmlns:a16="http://schemas.microsoft.com/office/drawing/2014/main" id="{BFA2DC98-AFA0-7DF2-FA3C-C7B9AE5E154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3" name="Oval 1722">
              <a:extLst>
                <a:ext uri="{FF2B5EF4-FFF2-40B4-BE49-F238E27FC236}">
                  <a16:creationId xmlns:a16="http://schemas.microsoft.com/office/drawing/2014/main" id="{1B2AC110-7F48-12CA-2BE8-3A46C9E09D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24" name="Group 1723">
            <a:extLst>
              <a:ext uri="{FF2B5EF4-FFF2-40B4-BE49-F238E27FC236}">
                <a16:creationId xmlns:a16="http://schemas.microsoft.com/office/drawing/2014/main" id="{F0B67515-B7DD-5E84-6EEC-000B2B1C5D3D}"/>
              </a:ext>
            </a:extLst>
          </p:cNvPr>
          <p:cNvGrpSpPr/>
          <p:nvPr/>
        </p:nvGrpSpPr>
        <p:grpSpPr>
          <a:xfrm rot="21588307">
            <a:off x="11595410" y="3165764"/>
            <a:ext cx="76198" cy="76198"/>
            <a:chOff x="3354375" y="4234433"/>
            <a:chExt cx="131191" cy="131191"/>
          </a:xfrm>
        </p:grpSpPr>
        <p:sp>
          <p:nvSpPr>
            <p:cNvPr id="1725" name="Oval 1724">
              <a:extLst>
                <a:ext uri="{FF2B5EF4-FFF2-40B4-BE49-F238E27FC236}">
                  <a16:creationId xmlns:a16="http://schemas.microsoft.com/office/drawing/2014/main" id="{755960F3-AF3A-1AD9-5A25-768C9F96C1B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6" name="Oval 1725">
              <a:extLst>
                <a:ext uri="{FF2B5EF4-FFF2-40B4-BE49-F238E27FC236}">
                  <a16:creationId xmlns:a16="http://schemas.microsoft.com/office/drawing/2014/main" id="{CA913C57-9A9F-ACA8-B303-0C4DF4AC860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27" name="Group 1726">
            <a:extLst>
              <a:ext uri="{FF2B5EF4-FFF2-40B4-BE49-F238E27FC236}">
                <a16:creationId xmlns:a16="http://schemas.microsoft.com/office/drawing/2014/main" id="{5FF8ECD5-BECE-8656-4BCB-D6FAF145D1E0}"/>
              </a:ext>
            </a:extLst>
          </p:cNvPr>
          <p:cNvGrpSpPr/>
          <p:nvPr/>
        </p:nvGrpSpPr>
        <p:grpSpPr>
          <a:xfrm rot="21588307">
            <a:off x="11728816" y="3491502"/>
            <a:ext cx="76198" cy="76198"/>
            <a:chOff x="3354375" y="4234433"/>
            <a:chExt cx="131191" cy="131191"/>
          </a:xfrm>
        </p:grpSpPr>
        <p:sp>
          <p:nvSpPr>
            <p:cNvPr id="1728" name="Oval 1727">
              <a:extLst>
                <a:ext uri="{FF2B5EF4-FFF2-40B4-BE49-F238E27FC236}">
                  <a16:creationId xmlns:a16="http://schemas.microsoft.com/office/drawing/2014/main" id="{6150A199-E3C5-3BD7-E6E1-2B3231037C0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9" name="Oval 1728">
              <a:extLst>
                <a:ext uri="{FF2B5EF4-FFF2-40B4-BE49-F238E27FC236}">
                  <a16:creationId xmlns:a16="http://schemas.microsoft.com/office/drawing/2014/main" id="{1FA467D5-59A3-862C-61EC-B500B25AE7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0" name="Group 1729">
            <a:extLst>
              <a:ext uri="{FF2B5EF4-FFF2-40B4-BE49-F238E27FC236}">
                <a16:creationId xmlns:a16="http://schemas.microsoft.com/office/drawing/2014/main" id="{A9B7BD61-45DD-BE24-E487-2D2F1D7F2DE0}"/>
              </a:ext>
            </a:extLst>
          </p:cNvPr>
          <p:cNvGrpSpPr/>
          <p:nvPr/>
        </p:nvGrpSpPr>
        <p:grpSpPr>
          <a:xfrm>
            <a:off x="5919240" y="1557637"/>
            <a:ext cx="141158" cy="141158"/>
            <a:chOff x="3354375" y="4234433"/>
            <a:chExt cx="131191" cy="131191"/>
          </a:xfrm>
        </p:grpSpPr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A3E86C4A-97C7-5BB1-067F-E4E03866B00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74D02370-F244-D30F-DD99-3688EAE8C9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33" name="Group 1732">
            <a:extLst>
              <a:ext uri="{FF2B5EF4-FFF2-40B4-BE49-F238E27FC236}">
                <a16:creationId xmlns:a16="http://schemas.microsoft.com/office/drawing/2014/main" id="{6F2629A5-C3E9-A1D4-8573-768FED3353DD}"/>
              </a:ext>
            </a:extLst>
          </p:cNvPr>
          <p:cNvGrpSpPr/>
          <p:nvPr/>
        </p:nvGrpSpPr>
        <p:grpSpPr>
          <a:xfrm rot="21588307">
            <a:off x="5322577" y="1372687"/>
            <a:ext cx="76198" cy="76198"/>
            <a:chOff x="3354375" y="4234433"/>
            <a:chExt cx="131191" cy="131191"/>
          </a:xfrm>
        </p:grpSpPr>
        <p:sp>
          <p:nvSpPr>
            <p:cNvPr id="1734" name="Oval 1733">
              <a:extLst>
                <a:ext uri="{FF2B5EF4-FFF2-40B4-BE49-F238E27FC236}">
                  <a16:creationId xmlns:a16="http://schemas.microsoft.com/office/drawing/2014/main" id="{8CFF2E0D-9FCA-E78C-17F6-AF9E717608B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35" name="Oval 1734">
              <a:extLst>
                <a:ext uri="{FF2B5EF4-FFF2-40B4-BE49-F238E27FC236}">
                  <a16:creationId xmlns:a16="http://schemas.microsoft.com/office/drawing/2014/main" id="{AB792363-898A-D7C5-1D4F-F15B311FFAB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6" name="Group 1735">
            <a:extLst>
              <a:ext uri="{FF2B5EF4-FFF2-40B4-BE49-F238E27FC236}">
                <a16:creationId xmlns:a16="http://schemas.microsoft.com/office/drawing/2014/main" id="{CF8F0E61-32E1-CA6B-88FC-51E8E8AAAFC9}"/>
              </a:ext>
            </a:extLst>
          </p:cNvPr>
          <p:cNvGrpSpPr/>
          <p:nvPr/>
        </p:nvGrpSpPr>
        <p:grpSpPr>
          <a:xfrm>
            <a:off x="6033304" y="1314847"/>
            <a:ext cx="209043" cy="209043"/>
            <a:chOff x="3354375" y="4234433"/>
            <a:chExt cx="131191" cy="131191"/>
          </a:xfrm>
        </p:grpSpPr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69D78FAA-A4EE-96B8-BDA6-8376FB86271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38" name="Oval 1737">
              <a:extLst>
                <a:ext uri="{FF2B5EF4-FFF2-40B4-BE49-F238E27FC236}">
                  <a16:creationId xmlns:a16="http://schemas.microsoft.com/office/drawing/2014/main" id="{B6CE7401-CFA7-7978-8655-9D71A4F93B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9" name="Group 1738">
            <a:extLst>
              <a:ext uri="{FF2B5EF4-FFF2-40B4-BE49-F238E27FC236}">
                <a16:creationId xmlns:a16="http://schemas.microsoft.com/office/drawing/2014/main" id="{CB1EBEF9-EC9E-B9A2-4756-72A13940F53A}"/>
              </a:ext>
            </a:extLst>
          </p:cNvPr>
          <p:cNvGrpSpPr/>
          <p:nvPr/>
        </p:nvGrpSpPr>
        <p:grpSpPr>
          <a:xfrm>
            <a:off x="5850424" y="1121134"/>
            <a:ext cx="209043" cy="209043"/>
            <a:chOff x="3354375" y="4234433"/>
            <a:chExt cx="131191" cy="131191"/>
          </a:xfrm>
        </p:grpSpPr>
        <p:sp>
          <p:nvSpPr>
            <p:cNvPr id="1740" name="Oval 1739">
              <a:extLst>
                <a:ext uri="{FF2B5EF4-FFF2-40B4-BE49-F238E27FC236}">
                  <a16:creationId xmlns:a16="http://schemas.microsoft.com/office/drawing/2014/main" id="{A019B4EB-D797-D6A1-EBBB-6B36E101BBC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41" name="Oval 1740">
              <a:extLst>
                <a:ext uri="{FF2B5EF4-FFF2-40B4-BE49-F238E27FC236}">
                  <a16:creationId xmlns:a16="http://schemas.microsoft.com/office/drawing/2014/main" id="{ACFA34BE-99E0-CE77-E23C-8CB8F2176A2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42" name="Group 1741">
            <a:extLst>
              <a:ext uri="{FF2B5EF4-FFF2-40B4-BE49-F238E27FC236}">
                <a16:creationId xmlns:a16="http://schemas.microsoft.com/office/drawing/2014/main" id="{A60427E1-9CB9-13BA-E855-38B30CDE279B}"/>
              </a:ext>
            </a:extLst>
          </p:cNvPr>
          <p:cNvGrpSpPr/>
          <p:nvPr/>
        </p:nvGrpSpPr>
        <p:grpSpPr>
          <a:xfrm>
            <a:off x="6306282" y="1336826"/>
            <a:ext cx="141158" cy="141158"/>
            <a:chOff x="3354375" y="4234433"/>
            <a:chExt cx="131191" cy="131191"/>
          </a:xfrm>
        </p:grpSpPr>
        <p:sp>
          <p:nvSpPr>
            <p:cNvPr id="1743" name="Oval 1742">
              <a:extLst>
                <a:ext uri="{FF2B5EF4-FFF2-40B4-BE49-F238E27FC236}">
                  <a16:creationId xmlns:a16="http://schemas.microsoft.com/office/drawing/2014/main" id="{F39B4A76-B6C0-D9CD-B11D-138410002D2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5294D367-CB92-7B79-F15F-3B1AFB82E93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45" name="Group 1744">
            <a:extLst>
              <a:ext uri="{FF2B5EF4-FFF2-40B4-BE49-F238E27FC236}">
                <a16:creationId xmlns:a16="http://schemas.microsoft.com/office/drawing/2014/main" id="{338394AA-8EF4-1305-4080-36A5E7DB8C35}"/>
              </a:ext>
            </a:extLst>
          </p:cNvPr>
          <p:cNvGrpSpPr/>
          <p:nvPr/>
        </p:nvGrpSpPr>
        <p:grpSpPr>
          <a:xfrm>
            <a:off x="6085840" y="1213089"/>
            <a:ext cx="76198" cy="76198"/>
            <a:chOff x="3354375" y="4234433"/>
            <a:chExt cx="131191" cy="131191"/>
          </a:xfrm>
        </p:grpSpPr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39D7058D-BBB6-FEA0-96E2-B001338079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47" name="Oval 1746">
              <a:extLst>
                <a:ext uri="{FF2B5EF4-FFF2-40B4-BE49-F238E27FC236}">
                  <a16:creationId xmlns:a16="http://schemas.microsoft.com/office/drawing/2014/main" id="{C23574B4-5737-15E6-E97A-0618744C838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48" name="Group 1747">
            <a:extLst>
              <a:ext uri="{FF2B5EF4-FFF2-40B4-BE49-F238E27FC236}">
                <a16:creationId xmlns:a16="http://schemas.microsoft.com/office/drawing/2014/main" id="{018A47F2-6B47-648A-1B5C-2FFFF9D33590}"/>
              </a:ext>
            </a:extLst>
          </p:cNvPr>
          <p:cNvGrpSpPr/>
          <p:nvPr/>
        </p:nvGrpSpPr>
        <p:grpSpPr>
          <a:xfrm rot="21588307">
            <a:off x="6378493" y="1210821"/>
            <a:ext cx="76198" cy="76198"/>
            <a:chOff x="3354375" y="4234433"/>
            <a:chExt cx="131191" cy="131191"/>
          </a:xfrm>
        </p:grpSpPr>
        <p:sp>
          <p:nvSpPr>
            <p:cNvPr id="1749" name="Oval 1748">
              <a:extLst>
                <a:ext uri="{FF2B5EF4-FFF2-40B4-BE49-F238E27FC236}">
                  <a16:creationId xmlns:a16="http://schemas.microsoft.com/office/drawing/2014/main" id="{C6A5F09C-3D7B-D064-DCAF-C1515FD0E60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0" name="Oval 1749">
              <a:extLst>
                <a:ext uri="{FF2B5EF4-FFF2-40B4-BE49-F238E27FC236}">
                  <a16:creationId xmlns:a16="http://schemas.microsoft.com/office/drawing/2014/main" id="{10E3B11A-B920-FBF0-A50A-52D7A0A67F5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51" name="Group 1750">
            <a:extLst>
              <a:ext uri="{FF2B5EF4-FFF2-40B4-BE49-F238E27FC236}">
                <a16:creationId xmlns:a16="http://schemas.microsoft.com/office/drawing/2014/main" id="{954DECB8-15F3-009D-FB67-28A683BB3FA2}"/>
              </a:ext>
            </a:extLst>
          </p:cNvPr>
          <p:cNvGrpSpPr/>
          <p:nvPr/>
        </p:nvGrpSpPr>
        <p:grpSpPr>
          <a:xfrm rot="21588307">
            <a:off x="6140822" y="1078274"/>
            <a:ext cx="150955" cy="150955"/>
            <a:chOff x="3354375" y="4234433"/>
            <a:chExt cx="131191" cy="131191"/>
          </a:xfrm>
        </p:grpSpPr>
        <p:sp>
          <p:nvSpPr>
            <p:cNvPr id="1752" name="Oval 1751">
              <a:extLst>
                <a:ext uri="{FF2B5EF4-FFF2-40B4-BE49-F238E27FC236}">
                  <a16:creationId xmlns:a16="http://schemas.microsoft.com/office/drawing/2014/main" id="{0E10A950-DCAA-2DE9-72FD-75F852E5C36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3" name="Oval 1752">
              <a:extLst>
                <a:ext uri="{FF2B5EF4-FFF2-40B4-BE49-F238E27FC236}">
                  <a16:creationId xmlns:a16="http://schemas.microsoft.com/office/drawing/2014/main" id="{62D02B40-1207-83FC-5906-0EB1C4A85AC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54" name="Group 1753">
            <a:extLst>
              <a:ext uri="{FF2B5EF4-FFF2-40B4-BE49-F238E27FC236}">
                <a16:creationId xmlns:a16="http://schemas.microsoft.com/office/drawing/2014/main" id="{5B137DAD-AFC8-7861-BB72-587A074B56CD}"/>
              </a:ext>
            </a:extLst>
          </p:cNvPr>
          <p:cNvGrpSpPr/>
          <p:nvPr/>
        </p:nvGrpSpPr>
        <p:grpSpPr>
          <a:xfrm>
            <a:off x="6332673" y="1003299"/>
            <a:ext cx="209043" cy="209043"/>
            <a:chOff x="3354375" y="4234433"/>
            <a:chExt cx="131191" cy="131191"/>
          </a:xfrm>
        </p:grpSpPr>
        <p:sp>
          <p:nvSpPr>
            <p:cNvPr id="1755" name="Oval 1754">
              <a:extLst>
                <a:ext uri="{FF2B5EF4-FFF2-40B4-BE49-F238E27FC236}">
                  <a16:creationId xmlns:a16="http://schemas.microsoft.com/office/drawing/2014/main" id="{B4F08A4E-2000-790E-1E90-11E5F9F52E4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6" name="Oval 1755">
              <a:extLst>
                <a:ext uri="{FF2B5EF4-FFF2-40B4-BE49-F238E27FC236}">
                  <a16:creationId xmlns:a16="http://schemas.microsoft.com/office/drawing/2014/main" id="{D70B4EFE-A861-5893-03AC-1D6C684B1B4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57" name="Group 1756">
            <a:extLst>
              <a:ext uri="{FF2B5EF4-FFF2-40B4-BE49-F238E27FC236}">
                <a16:creationId xmlns:a16="http://schemas.microsoft.com/office/drawing/2014/main" id="{73E005BA-3AA6-8047-FB41-86EFE66F9264}"/>
              </a:ext>
            </a:extLst>
          </p:cNvPr>
          <p:cNvGrpSpPr/>
          <p:nvPr/>
        </p:nvGrpSpPr>
        <p:grpSpPr>
          <a:xfrm>
            <a:off x="6194447" y="826868"/>
            <a:ext cx="209043" cy="209043"/>
            <a:chOff x="3354375" y="4234433"/>
            <a:chExt cx="131191" cy="131191"/>
          </a:xfrm>
        </p:grpSpPr>
        <p:sp>
          <p:nvSpPr>
            <p:cNvPr id="1758" name="Oval 1757">
              <a:extLst>
                <a:ext uri="{FF2B5EF4-FFF2-40B4-BE49-F238E27FC236}">
                  <a16:creationId xmlns:a16="http://schemas.microsoft.com/office/drawing/2014/main" id="{AAF2E997-8412-80C8-D140-16FF9DA0C0C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9" name="Oval 1758">
              <a:extLst>
                <a:ext uri="{FF2B5EF4-FFF2-40B4-BE49-F238E27FC236}">
                  <a16:creationId xmlns:a16="http://schemas.microsoft.com/office/drawing/2014/main" id="{E06A8922-ADEE-92D4-5339-6EF8050965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0" name="Group 1759">
            <a:extLst>
              <a:ext uri="{FF2B5EF4-FFF2-40B4-BE49-F238E27FC236}">
                <a16:creationId xmlns:a16="http://schemas.microsoft.com/office/drawing/2014/main" id="{916AB45D-0325-540E-C599-443129F7CC83}"/>
              </a:ext>
            </a:extLst>
          </p:cNvPr>
          <p:cNvGrpSpPr/>
          <p:nvPr/>
        </p:nvGrpSpPr>
        <p:grpSpPr>
          <a:xfrm>
            <a:off x="6546410" y="1457491"/>
            <a:ext cx="141158" cy="141158"/>
            <a:chOff x="3354375" y="4234433"/>
            <a:chExt cx="131191" cy="131191"/>
          </a:xfrm>
        </p:grpSpPr>
        <p:sp>
          <p:nvSpPr>
            <p:cNvPr id="1761" name="Oval 1760">
              <a:extLst>
                <a:ext uri="{FF2B5EF4-FFF2-40B4-BE49-F238E27FC236}">
                  <a16:creationId xmlns:a16="http://schemas.microsoft.com/office/drawing/2014/main" id="{93FD3E80-5F59-9450-9156-C894D932A5A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62" name="Oval 1761">
              <a:extLst>
                <a:ext uri="{FF2B5EF4-FFF2-40B4-BE49-F238E27FC236}">
                  <a16:creationId xmlns:a16="http://schemas.microsoft.com/office/drawing/2014/main" id="{22C9E337-012C-54A1-C5B9-929F8D18937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3" name="Group 1762">
            <a:extLst>
              <a:ext uri="{FF2B5EF4-FFF2-40B4-BE49-F238E27FC236}">
                <a16:creationId xmlns:a16="http://schemas.microsoft.com/office/drawing/2014/main" id="{90E70E5E-6847-C1F7-6965-39B7814C0B31}"/>
              </a:ext>
            </a:extLst>
          </p:cNvPr>
          <p:cNvGrpSpPr/>
          <p:nvPr/>
        </p:nvGrpSpPr>
        <p:grpSpPr>
          <a:xfrm rot="21588307">
            <a:off x="6481745" y="1414309"/>
            <a:ext cx="76198" cy="76198"/>
            <a:chOff x="3354375" y="4234433"/>
            <a:chExt cx="131191" cy="131191"/>
          </a:xfrm>
        </p:grpSpPr>
        <p:sp>
          <p:nvSpPr>
            <p:cNvPr id="1764" name="Oval 1763">
              <a:extLst>
                <a:ext uri="{FF2B5EF4-FFF2-40B4-BE49-F238E27FC236}">
                  <a16:creationId xmlns:a16="http://schemas.microsoft.com/office/drawing/2014/main" id="{46BB2405-1C94-6D50-FE6D-6D6E00B2320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65" name="Oval 1764">
              <a:extLst>
                <a:ext uri="{FF2B5EF4-FFF2-40B4-BE49-F238E27FC236}">
                  <a16:creationId xmlns:a16="http://schemas.microsoft.com/office/drawing/2014/main" id="{A9EAE3E2-29F3-03DE-4801-80EFB7A85BE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6" name="Group 1765">
            <a:extLst>
              <a:ext uri="{FF2B5EF4-FFF2-40B4-BE49-F238E27FC236}">
                <a16:creationId xmlns:a16="http://schemas.microsoft.com/office/drawing/2014/main" id="{59FF08D9-F8D0-AACD-EFAE-C99178A8FEB4}"/>
              </a:ext>
            </a:extLst>
          </p:cNvPr>
          <p:cNvGrpSpPr/>
          <p:nvPr/>
        </p:nvGrpSpPr>
        <p:grpSpPr>
          <a:xfrm rot="21588307">
            <a:off x="6425773" y="1242776"/>
            <a:ext cx="150955" cy="150955"/>
            <a:chOff x="3354375" y="4234433"/>
            <a:chExt cx="131191" cy="131191"/>
          </a:xfrm>
        </p:grpSpPr>
        <p:sp>
          <p:nvSpPr>
            <p:cNvPr id="1767" name="Oval 1766">
              <a:extLst>
                <a:ext uri="{FF2B5EF4-FFF2-40B4-BE49-F238E27FC236}">
                  <a16:creationId xmlns:a16="http://schemas.microsoft.com/office/drawing/2014/main" id="{8C59C83A-31D4-E985-A5B1-93C934E2899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68" name="Oval 1767">
              <a:extLst>
                <a:ext uri="{FF2B5EF4-FFF2-40B4-BE49-F238E27FC236}">
                  <a16:creationId xmlns:a16="http://schemas.microsoft.com/office/drawing/2014/main" id="{F5EAEC18-5AA1-F17E-E383-06FDB18E8C5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9" name="Group 1768">
            <a:extLst>
              <a:ext uri="{FF2B5EF4-FFF2-40B4-BE49-F238E27FC236}">
                <a16:creationId xmlns:a16="http://schemas.microsoft.com/office/drawing/2014/main" id="{5605B0CF-B2CF-EE2E-0430-20A922863DDA}"/>
              </a:ext>
            </a:extLst>
          </p:cNvPr>
          <p:cNvGrpSpPr/>
          <p:nvPr/>
        </p:nvGrpSpPr>
        <p:grpSpPr>
          <a:xfrm>
            <a:off x="6607464" y="1249081"/>
            <a:ext cx="209043" cy="209043"/>
            <a:chOff x="3354375" y="4234433"/>
            <a:chExt cx="131191" cy="131191"/>
          </a:xfrm>
        </p:grpSpPr>
        <p:sp>
          <p:nvSpPr>
            <p:cNvPr id="1770" name="Oval 1769">
              <a:extLst>
                <a:ext uri="{FF2B5EF4-FFF2-40B4-BE49-F238E27FC236}">
                  <a16:creationId xmlns:a16="http://schemas.microsoft.com/office/drawing/2014/main" id="{5C1836EF-47B5-7E23-7A03-0430C7C1FF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1" name="Oval 1770">
              <a:extLst>
                <a:ext uri="{FF2B5EF4-FFF2-40B4-BE49-F238E27FC236}">
                  <a16:creationId xmlns:a16="http://schemas.microsoft.com/office/drawing/2014/main" id="{BE9957BB-1464-254C-38F7-4E8D608D967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72" name="Group 1771">
            <a:extLst>
              <a:ext uri="{FF2B5EF4-FFF2-40B4-BE49-F238E27FC236}">
                <a16:creationId xmlns:a16="http://schemas.microsoft.com/office/drawing/2014/main" id="{172FA22D-1355-38FB-63F5-73F5D4A648F0}"/>
              </a:ext>
            </a:extLst>
          </p:cNvPr>
          <p:cNvGrpSpPr/>
          <p:nvPr/>
        </p:nvGrpSpPr>
        <p:grpSpPr>
          <a:xfrm>
            <a:off x="6321143" y="1499125"/>
            <a:ext cx="209043" cy="209043"/>
            <a:chOff x="3354375" y="4234433"/>
            <a:chExt cx="131191" cy="131191"/>
          </a:xfrm>
        </p:grpSpPr>
        <p:sp>
          <p:nvSpPr>
            <p:cNvPr id="1773" name="Oval 1772">
              <a:extLst>
                <a:ext uri="{FF2B5EF4-FFF2-40B4-BE49-F238E27FC236}">
                  <a16:creationId xmlns:a16="http://schemas.microsoft.com/office/drawing/2014/main" id="{64257295-D4E7-F037-9D07-A53883FCFC5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4" name="Oval 1773">
              <a:extLst>
                <a:ext uri="{FF2B5EF4-FFF2-40B4-BE49-F238E27FC236}">
                  <a16:creationId xmlns:a16="http://schemas.microsoft.com/office/drawing/2014/main" id="{CE5C8057-CA5E-5E42-60DA-40E78D055F1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75" name="Group 1774">
            <a:extLst>
              <a:ext uri="{FF2B5EF4-FFF2-40B4-BE49-F238E27FC236}">
                <a16:creationId xmlns:a16="http://schemas.microsoft.com/office/drawing/2014/main" id="{3DE26718-DD19-A730-F2C4-1357346A76AB}"/>
              </a:ext>
            </a:extLst>
          </p:cNvPr>
          <p:cNvGrpSpPr/>
          <p:nvPr/>
        </p:nvGrpSpPr>
        <p:grpSpPr>
          <a:xfrm rot="21588307">
            <a:off x="6238837" y="1601692"/>
            <a:ext cx="76198" cy="76198"/>
            <a:chOff x="3354375" y="4234433"/>
            <a:chExt cx="131191" cy="131191"/>
          </a:xfrm>
        </p:grpSpPr>
        <p:sp>
          <p:nvSpPr>
            <p:cNvPr id="1776" name="Oval 1775">
              <a:extLst>
                <a:ext uri="{FF2B5EF4-FFF2-40B4-BE49-F238E27FC236}">
                  <a16:creationId xmlns:a16="http://schemas.microsoft.com/office/drawing/2014/main" id="{40CAB671-C3CB-76C0-4D0D-9B7A6AC936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7" name="Oval 1776">
              <a:extLst>
                <a:ext uri="{FF2B5EF4-FFF2-40B4-BE49-F238E27FC236}">
                  <a16:creationId xmlns:a16="http://schemas.microsoft.com/office/drawing/2014/main" id="{8E4BB79C-3EEF-763E-8466-A63251DA7DA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78" name="Group 1777">
            <a:extLst>
              <a:ext uri="{FF2B5EF4-FFF2-40B4-BE49-F238E27FC236}">
                <a16:creationId xmlns:a16="http://schemas.microsoft.com/office/drawing/2014/main" id="{11B99508-9A2C-3B98-4E0B-C61F10DE9ECB}"/>
              </a:ext>
            </a:extLst>
          </p:cNvPr>
          <p:cNvGrpSpPr/>
          <p:nvPr/>
        </p:nvGrpSpPr>
        <p:grpSpPr>
          <a:xfrm>
            <a:off x="6018438" y="931390"/>
            <a:ext cx="141158" cy="141158"/>
            <a:chOff x="3354375" y="4234433"/>
            <a:chExt cx="131191" cy="131191"/>
          </a:xfrm>
        </p:grpSpPr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99A31BF6-8520-59F9-4FF7-E379E5CE789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0" name="Oval 1779">
              <a:extLst>
                <a:ext uri="{FF2B5EF4-FFF2-40B4-BE49-F238E27FC236}">
                  <a16:creationId xmlns:a16="http://schemas.microsoft.com/office/drawing/2014/main" id="{AF632B5C-4824-1B72-1916-9C6236704F1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81" name="Group 1780">
            <a:extLst>
              <a:ext uri="{FF2B5EF4-FFF2-40B4-BE49-F238E27FC236}">
                <a16:creationId xmlns:a16="http://schemas.microsoft.com/office/drawing/2014/main" id="{DF7EFFB0-49CD-6601-E5B7-06B44DDBA138}"/>
              </a:ext>
            </a:extLst>
          </p:cNvPr>
          <p:cNvGrpSpPr/>
          <p:nvPr/>
        </p:nvGrpSpPr>
        <p:grpSpPr>
          <a:xfrm>
            <a:off x="6657294" y="1553763"/>
            <a:ext cx="141158" cy="141158"/>
            <a:chOff x="3354375" y="4234433"/>
            <a:chExt cx="131191" cy="131191"/>
          </a:xfrm>
        </p:grpSpPr>
        <p:sp>
          <p:nvSpPr>
            <p:cNvPr id="1782" name="Oval 1781">
              <a:extLst>
                <a:ext uri="{FF2B5EF4-FFF2-40B4-BE49-F238E27FC236}">
                  <a16:creationId xmlns:a16="http://schemas.microsoft.com/office/drawing/2014/main" id="{F62ED2C7-3E81-9126-E503-A38C50A9E1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3" name="Oval 1782">
              <a:extLst>
                <a:ext uri="{FF2B5EF4-FFF2-40B4-BE49-F238E27FC236}">
                  <a16:creationId xmlns:a16="http://schemas.microsoft.com/office/drawing/2014/main" id="{5744B665-20D7-4E4D-0C63-2893C2CD4E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84" name="Group 1783">
            <a:extLst>
              <a:ext uri="{FF2B5EF4-FFF2-40B4-BE49-F238E27FC236}">
                <a16:creationId xmlns:a16="http://schemas.microsoft.com/office/drawing/2014/main" id="{0736CDBE-883E-3826-EF2A-9D0C0BC41ECF}"/>
              </a:ext>
            </a:extLst>
          </p:cNvPr>
          <p:cNvGrpSpPr/>
          <p:nvPr/>
        </p:nvGrpSpPr>
        <p:grpSpPr>
          <a:xfrm>
            <a:off x="6563778" y="1102634"/>
            <a:ext cx="141158" cy="141158"/>
            <a:chOff x="3354375" y="4234433"/>
            <a:chExt cx="131191" cy="131191"/>
          </a:xfrm>
        </p:grpSpPr>
        <p:sp>
          <p:nvSpPr>
            <p:cNvPr id="1785" name="Oval 1784">
              <a:extLst>
                <a:ext uri="{FF2B5EF4-FFF2-40B4-BE49-F238E27FC236}">
                  <a16:creationId xmlns:a16="http://schemas.microsoft.com/office/drawing/2014/main" id="{F883FFC5-AEA8-CD7D-20CD-7F1F2332E5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6" name="Oval 1785">
              <a:extLst>
                <a:ext uri="{FF2B5EF4-FFF2-40B4-BE49-F238E27FC236}">
                  <a16:creationId xmlns:a16="http://schemas.microsoft.com/office/drawing/2014/main" id="{E78BE679-AFB6-139B-9987-DA425E55C23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87" name="Group 1786">
            <a:extLst>
              <a:ext uri="{FF2B5EF4-FFF2-40B4-BE49-F238E27FC236}">
                <a16:creationId xmlns:a16="http://schemas.microsoft.com/office/drawing/2014/main" id="{30E542E7-8F21-5F14-9FD4-0AB3990C8DEF}"/>
              </a:ext>
            </a:extLst>
          </p:cNvPr>
          <p:cNvGrpSpPr/>
          <p:nvPr/>
        </p:nvGrpSpPr>
        <p:grpSpPr>
          <a:xfrm>
            <a:off x="6177247" y="1666336"/>
            <a:ext cx="76198" cy="76198"/>
            <a:chOff x="3354375" y="4234433"/>
            <a:chExt cx="131191" cy="131191"/>
          </a:xfrm>
        </p:grpSpPr>
        <p:sp>
          <p:nvSpPr>
            <p:cNvPr id="1788" name="Oval 1787">
              <a:extLst>
                <a:ext uri="{FF2B5EF4-FFF2-40B4-BE49-F238E27FC236}">
                  <a16:creationId xmlns:a16="http://schemas.microsoft.com/office/drawing/2014/main" id="{B0439F0F-5EBE-8D84-9615-65858292FE8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9" name="Oval 1788">
              <a:extLst>
                <a:ext uri="{FF2B5EF4-FFF2-40B4-BE49-F238E27FC236}">
                  <a16:creationId xmlns:a16="http://schemas.microsoft.com/office/drawing/2014/main" id="{91601732-C1ED-446F-0B22-CD971446419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0" name="Group 1789">
            <a:extLst>
              <a:ext uri="{FF2B5EF4-FFF2-40B4-BE49-F238E27FC236}">
                <a16:creationId xmlns:a16="http://schemas.microsoft.com/office/drawing/2014/main" id="{0464C708-72F0-EA91-E45C-3D2786533074}"/>
              </a:ext>
            </a:extLst>
          </p:cNvPr>
          <p:cNvGrpSpPr/>
          <p:nvPr/>
        </p:nvGrpSpPr>
        <p:grpSpPr>
          <a:xfrm rot="21588307">
            <a:off x="6200206" y="1216834"/>
            <a:ext cx="150955" cy="150955"/>
            <a:chOff x="3354375" y="4234433"/>
            <a:chExt cx="131191" cy="131191"/>
          </a:xfrm>
        </p:grpSpPr>
        <p:sp>
          <p:nvSpPr>
            <p:cNvPr id="1791" name="Oval 1790">
              <a:extLst>
                <a:ext uri="{FF2B5EF4-FFF2-40B4-BE49-F238E27FC236}">
                  <a16:creationId xmlns:a16="http://schemas.microsoft.com/office/drawing/2014/main" id="{2E0B5C98-45DA-D672-2EDA-2717D66684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2" name="Oval 1791">
              <a:extLst>
                <a:ext uri="{FF2B5EF4-FFF2-40B4-BE49-F238E27FC236}">
                  <a16:creationId xmlns:a16="http://schemas.microsoft.com/office/drawing/2014/main" id="{F717EE4D-5815-C7CE-6533-0F7371F804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3" name="Group 1792">
            <a:extLst>
              <a:ext uri="{FF2B5EF4-FFF2-40B4-BE49-F238E27FC236}">
                <a16:creationId xmlns:a16="http://schemas.microsoft.com/office/drawing/2014/main" id="{E1368F18-D0D5-3E3F-CFA4-A124F998C0CE}"/>
              </a:ext>
            </a:extLst>
          </p:cNvPr>
          <p:cNvGrpSpPr/>
          <p:nvPr/>
        </p:nvGrpSpPr>
        <p:grpSpPr>
          <a:xfrm>
            <a:off x="6225467" y="1471658"/>
            <a:ext cx="76198" cy="76198"/>
            <a:chOff x="3354375" y="4234433"/>
            <a:chExt cx="131191" cy="131191"/>
          </a:xfrm>
        </p:grpSpPr>
        <p:sp>
          <p:nvSpPr>
            <p:cNvPr id="1794" name="Oval 1793">
              <a:extLst>
                <a:ext uri="{FF2B5EF4-FFF2-40B4-BE49-F238E27FC236}">
                  <a16:creationId xmlns:a16="http://schemas.microsoft.com/office/drawing/2014/main" id="{D56E6163-6FF1-BA0C-9086-8AE8594B91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5" name="Oval 1794">
              <a:extLst>
                <a:ext uri="{FF2B5EF4-FFF2-40B4-BE49-F238E27FC236}">
                  <a16:creationId xmlns:a16="http://schemas.microsoft.com/office/drawing/2014/main" id="{5049FB49-627E-7D4F-7A14-63EEA9E5A3B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6" name="Group 1795">
            <a:extLst>
              <a:ext uri="{FF2B5EF4-FFF2-40B4-BE49-F238E27FC236}">
                <a16:creationId xmlns:a16="http://schemas.microsoft.com/office/drawing/2014/main" id="{08464DAC-FD65-5AB0-DCB0-DD108F059A13}"/>
              </a:ext>
            </a:extLst>
          </p:cNvPr>
          <p:cNvGrpSpPr/>
          <p:nvPr/>
        </p:nvGrpSpPr>
        <p:grpSpPr>
          <a:xfrm>
            <a:off x="6829271" y="991750"/>
            <a:ext cx="141158" cy="141158"/>
            <a:chOff x="3354375" y="4234433"/>
            <a:chExt cx="131191" cy="131191"/>
          </a:xfrm>
        </p:grpSpPr>
        <p:sp>
          <p:nvSpPr>
            <p:cNvPr id="1797" name="Oval 1796">
              <a:extLst>
                <a:ext uri="{FF2B5EF4-FFF2-40B4-BE49-F238E27FC236}">
                  <a16:creationId xmlns:a16="http://schemas.microsoft.com/office/drawing/2014/main" id="{704CE97A-7C5C-00E7-C322-23D45948F5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8" name="Oval 1797">
              <a:extLst>
                <a:ext uri="{FF2B5EF4-FFF2-40B4-BE49-F238E27FC236}">
                  <a16:creationId xmlns:a16="http://schemas.microsoft.com/office/drawing/2014/main" id="{4EBFDC5E-7F0F-450B-D573-19CF11458F8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799" name="Group 1798">
            <a:extLst>
              <a:ext uri="{FF2B5EF4-FFF2-40B4-BE49-F238E27FC236}">
                <a16:creationId xmlns:a16="http://schemas.microsoft.com/office/drawing/2014/main" id="{C2D0FA56-AD47-CB65-2602-B3A131A980F3}"/>
              </a:ext>
            </a:extLst>
          </p:cNvPr>
          <p:cNvGrpSpPr/>
          <p:nvPr/>
        </p:nvGrpSpPr>
        <p:grpSpPr>
          <a:xfrm>
            <a:off x="5996015" y="677028"/>
            <a:ext cx="209043" cy="209043"/>
            <a:chOff x="3354375" y="4234433"/>
            <a:chExt cx="131191" cy="131191"/>
          </a:xfrm>
        </p:grpSpPr>
        <p:sp>
          <p:nvSpPr>
            <p:cNvPr id="1800" name="Oval 1799">
              <a:extLst>
                <a:ext uri="{FF2B5EF4-FFF2-40B4-BE49-F238E27FC236}">
                  <a16:creationId xmlns:a16="http://schemas.microsoft.com/office/drawing/2014/main" id="{72DD2EA0-3BFE-91EA-FC25-DFFB367F279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1" name="Oval 1800">
              <a:extLst>
                <a:ext uri="{FF2B5EF4-FFF2-40B4-BE49-F238E27FC236}">
                  <a16:creationId xmlns:a16="http://schemas.microsoft.com/office/drawing/2014/main" id="{7BE229B8-876D-332F-ECBF-74E1FB0A4CB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02" name="Group 1801">
            <a:extLst>
              <a:ext uri="{FF2B5EF4-FFF2-40B4-BE49-F238E27FC236}">
                <a16:creationId xmlns:a16="http://schemas.microsoft.com/office/drawing/2014/main" id="{D22F9F89-46C5-0F97-90FD-4E1836659271}"/>
              </a:ext>
            </a:extLst>
          </p:cNvPr>
          <p:cNvGrpSpPr/>
          <p:nvPr/>
        </p:nvGrpSpPr>
        <p:grpSpPr>
          <a:xfrm>
            <a:off x="6423117" y="872592"/>
            <a:ext cx="141158" cy="141158"/>
            <a:chOff x="3354375" y="4234433"/>
            <a:chExt cx="131191" cy="131191"/>
          </a:xfrm>
        </p:grpSpPr>
        <p:sp>
          <p:nvSpPr>
            <p:cNvPr id="1803" name="Oval 1802">
              <a:extLst>
                <a:ext uri="{FF2B5EF4-FFF2-40B4-BE49-F238E27FC236}">
                  <a16:creationId xmlns:a16="http://schemas.microsoft.com/office/drawing/2014/main" id="{7EAB03D0-084B-719F-F819-EA88FA35CFC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4" name="Oval 1803">
              <a:extLst>
                <a:ext uri="{FF2B5EF4-FFF2-40B4-BE49-F238E27FC236}">
                  <a16:creationId xmlns:a16="http://schemas.microsoft.com/office/drawing/2014/main" id="{5311E73C-7278-FB15-95A6-DB229422D39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05" name="Group 1804">
            <a:extLst>
              <a:ext uri="{FF2B5EF4-FFF2-40B4-BE49-F238E27FC236}">
                <a16:creationId xmlns:a16="http://schemas.microsoft.com/office/drawing/2014/main" id="{811DB188-189C-2165-B05A-036D7992F473}"/>
              </a:ext>
            </a:extLst>
          </p:cNvPr>
          <p:cNvGrpSpPr/>
          <p:nvPr/>
        </p:nvGrpSpPr>
        <p:grpSpPr>
          <a:xfrm>
            <a:off x="6587421" y="918344"/>
            <a:ext cx="141158" cy="141158"/>
            <a:chOff x="3354375" y="4234433"/>
            <a:chExt cx="131191" cy="131191"/>
          </a:xfrm>
        </p:grpSpPr>
        <p:sp>
          <p:nvSpPr>
            <p:cNvPr id="1806" name="Oval 1805">
              <a:extLst>
                <a:ext uri="{FF2B5EF4-FFF2-40B4-BE49-F238E27FC236}">
                  <a16:creationId xmlns:a16="http://schemas.microsoft.com/office/drawing/2014/main" id="{74FA7C7E-971A-E318-77DD-CDF634BE9D8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7" name="Oval 1806">
              <a:extLst>
                <a:ext uri="{FF2B5EF4-FFF2-40B4-BE49-F238E27FC236}">
                  <a16:creationId xmlns:a16="http://schemas.microsoft.com/office/drawing/2014/main" id="{738BA779-1A5A-9172-C412-50C95DA2335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08" name="Group 1807">
            <a:extLst>
              <a:ext uri="{FF2B5EF4-FFF2-40B4-BE49-F238E27FC236}">
                <a16:creationId xmlns:a16="http://schemas.microsoft.com/office/drawing/2014/main" id="{EDB72985-C86D-3803-4386-2E22EB3131DC}"/>
              </a:ext>
            </a:extLst>
          </p:cNvPr>
          <p:cNvGrpSpPr/>
          <p:nvPr/>
        </p:nvGrpSpPr>
        <p:grpSpPr>
          <a:xfrm>
            <a:off x="6096000" y="535734"/>
            <a:ext cx="141158" cy="141158"/>
            <a:chOff x="3354375" y="4234433"/>
            <a:chExt cx="131191" cy="131191"/>
          </a:xfrm>
        </p:grpSpPr>
        <p:sp>
          <p:nvSpPr>
            <p:cNvPr id="1809" name="Oval 1808">
              <a:extLst>
                <a:ext uri="{FF2B5EF4-FFF2-40B4-BE49-F238E27FC236}">
                  <a16:creationId xmlns:a16="http://schemas.microsoft.com/office/drawing/2014/main" id="{3C12B789-FE7C-23E3-8A1A-A341C7B0576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0" name="Oval 1809">
              <a:extLst>
                <a:ext uri="{FF2B5EF4-FFF2-40B4-BE49-F238E27FC236}">
                  <a16:creationId xmlns:a16="http://schemas.microsoft.com/office/drawing/2014/main" id="{0CCD11DB-B89E-2850-DB43-BC27FED30B6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11" name="Group 1810">
            <a:extLst>
              <a:ext uri="{FF2B5EF4-FFF2-40B4-BE49-F238E27FC236}">
                <a16:creationId xmlns:a16="http://schemas.microsoft.com/office/drawing/2014/main" id="{4CC4D010-9613-39DE-A2D2-8593D156706D}"/>
              </a:ext>
            </a:extLst>
          </p:cNvPr>
          <p:cNvGrpSpPr/>
          <p:nvPr/>
        </p:nvGrpSpPr>
        <p:grpSpPr>
          <a:xfrm>
            <a:off x="6418044" y="618694"/>
            <a:ext cx="209043" cy="209043"/>
            <a:chOff x="3354375" y="4234433"/>
            <a:chExt cx="131191" cy="131191"/>
          </a:xfrm>
        </p:grpSpPr>
        <p:sp>
          <p:nvSpPr>
            <p:cNvPr id="1812" name="Oval 1811">
              <a:extLst>
                <a:ext uri="{FF2B5EF4-FFF2-40B4-BE49-F238E27FC236}">
                  <a16:creationId xmlns:a16="http://schemas.microsoft.com/office/drawing/2014/main" id="{5C2458AB-7CE8-2E30-4522-3971843B5F8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3" name="Oval 1812">
              <a:extLst>
                <a:ext uri="{FF2B5EF4-FFF2-40B4-BE49-F238E27FC236}">
                  <a16:creationId xmlns:a16="http://schemas.microsoft.com/office/drawing/2014/main" id="{D1908AC8-D8D9-3ECB-6C47-07972D5091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14" name="Group 1813">
            <a:extLst>
              <a:ext uri="{FF2B5EF4-FFF2-40B4-BE49-F238E27FC236}">
                <a16:creationId xmlns:a16="http://schemas.microsoft.com/office/drawing/2014/main" id="{75F66ECC-D6CD-B224-E605-2E3BC0457D5F}"/>
              </a:ext>
            </a:extLst>
          </p:cNvPr>
          <p:cNvGrpSpPr/>
          <p:nvPr/>
        </p:nvGrpSpPr>
        <p:grpSpPr>
          <a:xfrm rot="21588307">
            <a:off x="6553734" y="831920"/>
            <a:ext cx="76198" cy="76198"/>
            <a:chOff x="3354375" y="4234433"/>
            <a:chExt cx="131191" cy="131191"/>
          </a:xfrm>
        </p:grpSpPr>
        <p:sp>
          <p:nvSpPr>
            <p:cNvPr id="1815" name="Oval 1814">
              <a:extLst>
                <a:ext uri="{FF2B5EF4-FFF2-40B4-BE49-F238E27FC236}">
                  <a16:creationId xmlns:a16="http://schemas.microsoft.com/office/drawing/2014/main" id="{51BB33BB-1C28-9A9A-8B68-0CFE55129A7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6" name="Oval 1815">
              <a:extLst>
                <a:ext uri="{FF2B5EF4-FFF2-40B4-BE49-F238E27FC236}">
                  <a16:creationId xmlns:a16="http://schemas.microsoft.com/office/drawing/2014/main" id="{76D9E189-3DD5-B7BA-85B1-160502F161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17" name="Group 1816">
            <a:extLst>
              <a:ext uri="{FF2B5EF4-FFF2-40B4-BE49-F238E27FC236}">
                <a16:creationId xmlns:a16="http://schemas.microsoft.com/office/drawing/2014/main" id="{5FB4F53D-ABE6-C884-383E-FE7CC43C5D68}"/>
              </a:ext>
            </a:extLst>
          </p:cNvPr>
          <p:cNvGrpSpPr/>
          <p:nvPr/>
        </p:nvGrpSpPr>
        <p:grpSpPr>
          <a:xfrm rot="21588307">
            <a:off x="6450919" y="1706806"/>
            <a:ext cx="76198" cy="76198"/>
            <a:chOff x="3354375" y="4234433"/>
            <a:chExt cx="131191" cy="131191"/>
          </a:xfrm>
        </p:grpSpPr>
        <p:sp>
          <p:nvSpPr>
            <p:cNvPr id="1818" name="Oval 1817">
              <a:extLst>
                <a:ext uri="{FF2B5EF4-FFF2-40B4-BE49-F238E27FC236}">
                  <a16:creationId xmlns:a16="http://schemas.microsoft.com/office/drawing/2014/main" id="{1F50D52A-7F19-5328-FA50-FFE2EABFA7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9" name="Oval 1818">
              <a:extLst>
                <a:ext uri="{FF2B5EF4-FFF2-40B4-BE49-F238E27FC236}">
                  <a16:creationId xmlns:a16="http://schemas.microsoft.com/office/drawing/2014/main" id="{B8C210B0-6C11-2434-FD95-3A4863367C3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20" name="Group 1819">
            <a:extLst>
              <a:ext uri="{FF2B5EF4-FFF2-40B4-BE49-F238E27FC236}">
                <a16:creationId xmlns:a16="http://schemas.microsoft.com/office/drawing/2014/main" id="{740C70E1-709B-3581-BE61-75D013968EF2}"/>
              </a:ext>
            </a:extLst>
          </p:cNvPr>
          <p:cNvGrpSpPr/>
          <p:nvPr/>
        </p:nvGrpSpPr>
        <p:grpSpPr>
          <a:xfrm>
            <a:off x="7292541" y="2536368"/>
            <a:ext cx="141158" cy="141158"/>
            <a:chOff x="3354375" y="4234433"/>
            <a:chExt cx="131191" cy="131191"/>
          </a:xfrm>
        </p:grpSpPr>
        <p:sp>
          <p:nvSpPr>
            <p:cNvPr id="1821" name="Oval 1820">
              <a:extLst>
                <a:ext uri="{FF2B5EF4-FFF2-40B4-BE49-F238E27FC236}">
                  <a16:creationId xmlns:a16="http://schemas.microsoft.com/office/drawing/2014/main" id="{EBDD4883-72C1-BF6D-32CF-DD0B6EAEA91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2" name="Oval 1821">
              <a:extLst>
                <a:ext uri="{FF2B5EF4-FFF2-40B4-BE49-F238E27FC236}">
                  <a16:creationId xmlns:a16="http://schemas.microsoft.com/office/drawing/2014/main" id="{4E18DD6F-9239-3E73-9874-9C3434AB2B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23" name="Group 1822">
            <a:extLst>
              <a:ext uri="{FF2B5EF4-FFF2-40B4-BE49-F238E27FC236}">
                <a16:creationId xmlns:a16="http://schemas.microsoft.com/office/drawing/2014/main" id="{7AAC1B33-98DE-6D73-64B2-DC41B6563429}"/>
              </a:ext>
            </a:extLst>
          </p:cNvPr>
          <p:cNvGrpSpPr/>
          <p:nvPr/>
        </p:nvGrpSpPr>
        <p:grpSpPr>
          <a:xfrm rot="639845">
            <a:off x="6686164" y="2415691"/>
            <a:ext cx="209043" cy="209043"/>
            <a:chOff x="3354375" y="4234433"/>
            <a:chExt cx="131191" cy="131191"/>
          </a:xfrm>
        </p:grpSpPr>
        <p:sp>
          <p:nvSpPr>
            <p:cNvPr id="1824" name="Oval 1823">
              <a:extLst>
                <a:ext uri="{FF2B5EF4-FFF2-40B4-BE49-F238E27FC236}">
                  <a16:creationId xmlns:a16="http://schemas.microsoft.com/office/drawing/2014/main" id="{F9ECBD97-F0CD-1218-0831-4B20E0324B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5" name="Oval 1824">
              <a:extLst>
                <a:ext uri="{FF2B5EF4-FFF2-40B4-BE49-F238E27FC236}">
                  <a16:creationId xmlns:a16="http://schemas.microsoft.com/office/drawing/2014/main" id="{C457606C-9C83-297A-2B95-99B761FFC00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26" name="Group 1825">
            <a:extLst>
              <a:ext uri="{FF2B5EF4-FFF2-40B4-BE49-F238E27FC236}">
                <a16:creationId xmlns:a16="http://schemas.microsoft.com/office/drawing/2014/main" id="{3B2236CC-176A-BC7E-46B8-B858A816B23B}"/>
              </a:ext>
            </a:extLst>
          </p:cNvPr>
          <p:cNvGrpSpPr/>
          <p:nvPr/>
        </p:nvGrpSpPr>
        <p:grpSpPr>
          <a:xfrm>
            <a:off x="6906072" y="2138094"/>
            <a:ext cx="76198" cy="76198"/>
            <a:chOff x="3354375" y="4234433"/>
            <a:chExt cx="131191" cy="131191"/>
          </a:xfrm>
        </p:grpSpPr>
        <p:sp>
          <p:nvSpPr>
            <p:cNvPr id="1827" name="Oval 1826">
              <a:extLst>
                <a:ext uri="{FF2B5EF4-FFF2-40B4-BE49-F238E27FC236}">
                  <a16:creationId xmlns:a16="http://schemas.microsoft.com/office/drawing/2014/main" id="{EB1AF4DF-0675-6384-4EAC-B28AA424B6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8" name="Oval 1827">
              <a:extLst>
                <a:ext uri="{FF2B5EF4-FFF2-40B4-BE49-F238E27FC236}">
                  <a16:creationId xmlns:a16="http://schemas.microsoft.com/office/drawing/2014/main" id="{0C385AF2-888E-7673-707C-D2170BFE695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2" name="Group 1831">
            <a:extLst>
              <a:ext uri="{FF2B5EF4-FFF2-40B4-BE49-F238E27FC236}">
                <a16:creationId xmlns:a16="http://schemas.microsoft.com/office/drawing/2014/main" id="{BC267157-FE5F-9D01-1AB1-9E7D8E753A08}"/>
              </a:ext>
            </a:extLst>
          </p:cNvPr>
          <p:cNvGrpSpPr/>
          <p:nvPr/>
        </p:nvGrpSpPr>
        <p:grpSpPr>
          <a:xfrm rot="21588307">
            <a:off x="7291663" y="2470155"/>
            <a:ext cx="76198" cy="76198"/>
            <a:chOff x="3354375" y="4234433"/>
            <a:chExt cx="131191" cy="131191"/>
          </a:xfrm>
        </p:grpSpPr>
        <p:sp>
          <p:nvSpPr>
            <p:cNvPr id="1833" name="Oval 1832">
              <a:extLst>
                <a:ext uri="{FF2B5EF4-FFF2-40B4-BE49-F238E27FC236}">
                  <a16:creationId xmlns:a16="http://schemas.microsoft.com/office/drawing/2014/main" id="{8E56E0AE-8A8B-008D-0CD6-9A4828D764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4" name="Oval 1833">
              <a:extLst>
                <a:ext uri="{FF2B5EF4-FFF2-40B4-BE49-F238E27FC236}">
                  <a16:creationId xmlns:a16="http://schemas.microsoft.com/office/drawing/2014/main" id="{F3441EC5-89BD-A2A4-6FC8-A330F4444C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5" name="Group 1834">
            <a:extLst>
              <a:ext uri="{FF2B5EF4-FFF2-40B4-BE49-F238E27FC236}">
                <a16:creationId xmlns:a16="http://schemas.microsoft.com/office/drawing/2014/main" id="{969DDE4B-A764-CCF6-6F31-A6C6FB971C21}"/>
              </a:ext>
            </a:extLst>
          </p:cNvPr>
          <p:cNvGrpSpPr/>
          <p:nvPr/>
        </p:nvGrpSpPr>
        <p:grpSpPr>
          <a:xfrm>
            <a:off x="7114625" y="2319296"/>
            <a:ext cx="76198" cy="76198"/>
            <a:chOff x="3354375" y="4234433"/>
            <a:chExt cx="131191" cy="131191"/>
          </a:xfrm>
        </p:grpSpPr>
        <p:sp>
          <p:nvSpPr>
            <p:cNvPr id="1836" name="Oval 1835">
              <a:extLst>
                <a:ext uri="{FF2B5EF4-FFF2-40B4-BE49-F238E27FC236}">
                  <a16:creationId xmlns:a16="http://schemas.microsoft.com/office/drawing/2014/main" id="{A45D4F5E-97EA-25B4-C67F-5ECDFEC38E5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7" name="Oval 1836">
              <a:extLst>
                <a:ext uri="{FF2B5EF4-FFF2-40B4-BE49-F238E27FC236}">
                  <a16:creationId xmlns:a16="http://schemas.microsoft.com/office/drawing/2014/main" id="{C0DF396B-A90F-3B5F-57E0-04FED11916D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38" name="Group 1837">
            <a:extLst>
              <a:ext uri="{FF2B5EF4-FFF2-40B4-BE49-F238E27FC236}">
                <a16:creationId xmlns:a16="http://schemas.microsoft.com/office/drawing/2014/main" id="{1EB073B2-906A-2DE8-F65F-FFD181985431}"/>
              </a:ext>
            </a:extLst>
          </p:cNvPr>
          <p:cNvGrpSpPr/>
          <p:nvPr/>
        </p:nvGrpSpPr>
        <p:grpSpPr>
          <a:xfrm>
            <a:off x="7151383" y="2460725"/>
            <a:ext cx="141158" cy="141158"/>
            <a:chOff x="3354375" y="4234433"/>
            <a:chExt cx="131191" cy="131191"/>
          </a:xfrm>
        </p:grpSpPr>
        <p:sp>
          <p:nvSpPr>
            <p:cNvPr id="1839" name="Oval 1838">
              <a:extLst>
                <a:ext uri="{FF2B5EF4-FFF2-40B4-BE49-F238E27FC236}">
                  <a16:creationId xmlns:a16="http://schemas.microsoft.com/office/drawing/2014/main" id="{7CB03E9C-3BD0-737C-CF33-E6377237D8C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0" name="Oval 1839">
              <a:extLst>
                <a:ext uri="{FF2B5EF4-FFF2-40B4-BE49-F238E27FC236}">
                  <a16:creationId xmlns:a16="http://schemas.microsoft.com/office/drawing/2014/main" id="{44B1C3EF-FFB7-E1F6-30CA-9E199E13C07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41" name="Group 1840">
            <a:extLst>
              <a:ext uri="{FF2B5EF4-FFF2-40B4-BE49-F238E27FC236}">
                <a16:creationId xmlns:a16="http://schemas.microsoft.com/office/drawing/2014/main" id="{B5AF055A-EE77-6FA8-C4F1-AA43A47B5BC9}"/>
              </a:ext>
            </a:extLst>
          </p:cNvPr>
          <p:cNvGrpSpPr/>
          <p:nvPr/>
        </p:nvGrpSpPr>
        <p:grpSpPr>
          <a:xfrm>
            <a:off x="7208416" y="2322575"/>
            <a:ext cx="117664" cy="117664"/>
            <a:chOff x="3354375" y="4234433"/>
            <a:chExt cx="131191" cy="131191"/>
          </a:xfrm>
        </p:grpSpPr>
        <p:sp>
          <p:nvSpPr>
            <p:cNvPr id="1842" name="Oval 1841">
              <a:extLst>
                <a:ext uri="{FF2B5EF4-FFF2-40B4-BE49-F238E27FC236}">
                  <a16:creationId xmlns:a16="http://schemas.microsoft.com/office/drawing/2014/main" id="{6C8D9212-F89C-2171-0131-8E960F79EA4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3" name="Oval 1842">
              <a:extLst>
                <a:ext uri="{FF2B5EF4-FFF2-40B4-BE49-F238E27FC236}">
                  <a16:creationId xmlns:a16="http://schemas.microsoft.com/office/drawing/2014/main" id="{95A72749-024F-93C4-D019-C7F93A7E7AA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44" name="Group 1843">
            <a:extLst>
              <a:ext uri="{FF2B5EF4-FFF2-40B4-BE49-F238E27FC236}">
                <a16:creationId xmlns:a16="http://schemas.microsoft.com/office/drawing/2014/main" id="{54EAAA73-95DD-91DB-858E-FDA706930FB1}"/>
              </a:ext>
            </a:extLst>
          </p:cNvPr>
          <p:cNvGrpSpPr/>
          <p:nvPr/>
        </p:nvGrpSpPr>
        <p:grpSpPr>
          <a:xfrm>
            <a:off x="6458072" y="2229615"/>
            <a:ext cx="141158" cy="141158"/>
            <a:chOff x="3354375" y="4234433"/>
            <a:chExt cx="131191" cy="131191"/>
          </a:xfrm>
        </p:grpSpPr>
        <p:sp>
          <p:nvSpPr>
            <p:cNvPr id="1845" name="Oval 1844">
              <a:extLst>
                <a:ext uri="{FF2B5EF4-FFF2-40B4-BE49-F238E27FC236}">
                  <a16:creationId xmlns:a16="http://schemas.microsoft.com/office/drawing/2014/main" id="{EE6EFE47-B776-326A-0C0F-ABD74919E20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6" name="Oval 1845">
              <a:extLst>
                <a:ext uri="{FF2B5EF4-FFF2-40B4-BE49-F238E27FC236}">
                  <a16:creationId xmlns:a16="http://schemas.microsoft.com/office/drawing/2014/main" id="{3DC3FEC1-89EE-237F-E629-EA123719D52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47" name="Group 1846">
            <a:extLst>
              <a:ext uri="{FF2B5EF4-FFF2-40B4-BE49-F238E27FC236}">
                <a16:creationId xmlns:a16="http://schemas.microsoft.com/office/drawing/2014/main" id="{FE12A6B0-688F-7D5D-091D-84D473D8BA6B}"/>
              </a:ext>
            </a:extLst>
          </p:cNvPr>
          <p:cNvGrpSpPr/>
          <p:nvPr/>
        </p:nvGrpSpPr>
        <p:grpSpPr>
          <a:xfrm rot="639845">
            <a:off x="5898485" y="2479064"/>
            <a:ext cx="209043" cy="209043"/>
            <a:chOff x="3354375" y="4234433"/>
            <a:chExt cx="131191" cy="131191"/>
          </a:xfrm>
        </p:grpSpPr>
        <p:sp>
          <p:nvSpPr>
            <p:cNvPr id="1848" name="Oval 1847">
              <a:extLst>
                <a:ext uri="{FF2B5EF4-FFF2-40B4-BE49-F238E27FC236}">
                  <a16:creationId xmlns:a16="http://schemas.microsoft.com/office/drawing/2014/main" id="{DC233DEC-1403-E527-A838-9DCFD7F6B2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9" name="Oval 1848">
              <a:extLst>
                <a:ext uri="{FF2B5EF4-FFF2-40B4-BE49-F238E27FC236}">
                  <a16:creationId xmlns:a16="http://schemas.microsoft.com/office/drawing/2014/main" id="{519EB7B7-B60C-5C0A-1274-8A109FEB57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0" name="Group 1849">
            <a:extLst>
              <a:ext uri="{FF2B5EF4-FFF2-40B4-BE49-F238E27FC236}">
                <a16:creationId xmlns:a16="http://schemas.microsoft.com/office/drawing/2014/main" id="{158D1F32-0B71-8FD8-A345-6CCCAF8DFD1A}"/>
              </a:ext>
            </a:extLst>
          </p:cNvPr>
          <p:cNvGrpSpPr/>
          <p:nvPr/>
        </p:nvGrpSpPr>
        <p:grpSpPr>
          <a:xfrm>
            <a:off x="6666820" y="2620956"/>
            <a:ext cx="76198" cy="76198"/>
            <a:chOff x="3354375" y="4234433"/>
            <a:chExt cx="131191" cy="131191"/>
          </a:xfrm>
        </p:grpSpPr>
        <p:sp>
          <p:nvSpPr>
            <p:cNvPr id="1851" name="Oval 1850">
              <a:extLst>
                <a:ext uri="{FF2B5EF4-FFF2-40B4-BE49-F238E27FC236}">
                  <a16:creationId xmlns:a16="http://schemas.microsoft.com/office/drawing/2014/main" id="{9E758F9E-D393-6252-C663-6108EFDADDE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2" name="Oval 1851">
              <a:extLst>
                <a:ext uri="{FF2B5EF4-FFF2-40B4-BE49-F238E27FC236}">
                  <a16:creationId xmlns:a16="http://schemas.microsoft.com/office/drawing/2014/main" id="{A965097B-BAD2-DA3A-CA5E-9A577FF1B8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3" name="Group 1852">
            <a:extLst>
              <a:ext uri="{FF2B5EF4-FFF2-40B4-BE49-F238E27FC236}">
                <a16:creationId xmlns:a16="http://schemas.microsoft.com/office/drawing/2014/main" id="{38A87907-90AE-0E9C-D366-CBE8B09E34B4}"/>
              </a:ext>
            </a:extLst>
          </p:cNvPr>
          <p:cNvGrpSpPr/>
          <p:nvPr/>
        </p:nvGrpSpPr>
        <p:grpSpPr>
          <a:xfrm rot="21588307">
            <a:off x="5831821" y="2328472"/>
            <a:ext cx="150955" cy="150955"/>
            <a:chOff x="3354375" y="4234433"/>
            <a:chExt cx="131191" cy="131191"/>
          </a:xfrm>
        </p:grpSpPr>
        <p:sp>
          <p:nvSpPr>
            <p:cNvPr id="1854" name="Oval 1853">
              <a:extLst>
                <a:ext uri="{FF2B5EF4-FFF2-40B4-BE49-F238E27FC236}">
                  <a16:creationId xmlns:a16="http://schemas.microsoft.com/office/drawing/2014/main" id="{2B7818B7-9390-C6F2-3202-0B0B85715CF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5" name="Oval 1854">
              <a:extLst>
                <a:ext uri="{FF2B5EF4-FFF2-40B4-BE49-F238E27FC236}">
                  <a16:creationId xmlns:a16="http://schemas.microsoft.com/office/drawing/2014/main" id="{DB4082FB-3693-53C5-4656-5551778ECB3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6" name="Group 1855">
            <a:extLst>
              <a:ext uri="{FF2B5EF4-FFF2-40B4-BE49-F238E27FC236}">
                <a16:creationId xmlns:a16="http://schemas.microsoft.com/office/drawing/2014/main" id="{F59CC847-6496-F6A8-EE8E-7CFA7DE84B41}"/>
              </a:ext>
            </a:extLst>
          </p:cNvPr>
          <p:cNvGrpSpPr/>
          <p:nvPr/>
        </p:nvGrpSpPr>
        <p:grpSpPr>
          <a:xfrm rot="21588307">
            <a:off x="5997690" y="2388165"/>
            <a:ext cx="76198" cy="76198"/>
            <a:chOff x="3354375" y="4234433"/>
            <a:chExt cx="131191" cy="131191"/>
          </a:xfrm>
        </p:grpSpPr>
        <p:sp>
          <p:nvSpPr>
            <p:cNvPr id="1857" name="Oval 1856">
              <a:extLst>
                <a:ext uri="{FF2B5EF4-FFF2-40B4-BE49-F238E27FC236}">
                  <a16:creationId xmlns:a16="http://schemas.microsoft.com/office/drawing/2014/main" id="{85415D1C-ED23-A1E7-C3CF-011736E006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8" name="Oval 1857">
              <a:extLst>
                <a:ext uri="{FF2B5EF4-FFF2-40B4-BE49-F238E27FC236}">
                  <a16:creationId xmlns:a16="http://schemas.microsoft.com/office/drawing/2014/main" id="{86B56AE5-0540-3EF9-0089-2E9D910101C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9" name="Group 1858">
            <a:extLst>
              <a:ext uri="{FF2B5EF4-FFF2-40B4-BE49-F238E27FC236}">
                <a16:creationId xmlns:a16="http://schemas.microsoft.com/office/drawing/2014/main" id="{7DCB19C6-A123-55A4-1042-47381E3F427C}"/>
              </a:ext>
            </a:extLst>
          </p:cNvPr>
          <p:cNvGrpSpPr/>
          <p:nvPr/>
        </p:nvGrpSpPr>
        <p:grpSpPr>
          <a:xfrm>
            <a:off x="5547934" y="2211821"/>
            <a:ext cx="76198" cy="76198"/>
            <a:chOff x="3354375" y="4234433"/>
            <a:chExt cx="131191" cy="131191"/>
          </a:xfrm>
        </p:grpSpPr>
        <p:sp>
          <p:nvSpPr>
            <p:cNvPr id="1860" name="Oval 1859">
              <a:extLst>
                <a:ext uri="{FF2B5EF4-FFF2-40B4-BE49-F238E27FC236}">
                  <a16:creationId xmlns:a16="http://schemas.microsoft.com/office/drawing/2014/main" id="{EB5D464D-1BCE-6C6B-28BB-1D8F9ABAEBE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1" name="Oval 1860">
              <a:extLst>
                <a:ext uri="{FF2B5EF4-FFF2-40B4-BE49-F238E27FC236}">
                  <a16:creationId xmlns:a16="http://schemas.microsoft.com/office/drawing/2014/main" id="{99EBCEC2-B06C-CF81-6B28-ED87DFEEBC1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62" name="Group 1861">
            <a:extLst>
              <a:ext uri="{FF2B5EF4-FFF2-40B4-BE49-F238E27FC236}">
                <a16:creationId xmlns:a16="http://schemas.microsoft.com/office/drawing/2014/main" id="{901F2D0E-C7A8-A47A-B163-13C9AC991F88}"/>
              </a:ext>
            </a:extLst>
          </p:cNvPr>
          <p:cNvGrpSpPr/>
          <p:nvPr/>
        </p:nvGrpSpPr>
        <p:grpSpPr>
          <a:xfrm>
            <a:off x="5693177" y="2283356"/>
            <a:ext cx="141158" cy="141158"/>
            <a:chOff x="3354375" y="4234433"/>
            <a:chExt cx="131191" cy="131191"/>
          </a:xfrm>
        </p:grpSpPr>
        <p:sp>
          <p:nvSpPr>
            <p:cNvPr id="1863" name="Oval 1862">
              <a:extLst>
                <a:ext uri="{FF2B5EF4-FFF2-40B4-BE49-F238E27FC236}">
                  <a16:creationId xmlns:a16="http://schemas.microsoft.com/office/drawing/2014/main" id="{51371A40-658E-3002-3153-1010BB3D9B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4" name="Oval 1863">
              <a:extLst>
                <a:ext uri="{FF2B5EF4-FFF2-40B4-BE49-F238E27FC236}">
                  <a16:creationId xmlns:a16="http://schemas.microsoft.com/office/drawing/2014/main" id="{39C3E0A2-2D66-2300-2742-B1AAB6311F0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65" name="Group 1864">
            <a:extLst>
              <a:ext uri="{FF2B5EF4-FFF2-40B4-BE49-F238E27FC236}">
                <a16:creationId xmlns:a16="http://schemas.microsoft.com/office/drawing/2014/main" id="{22BB02AE-5584-D059-688B-4A4DA475C2C7}"/>
              </a:ext>
            </a:extLst>
          </p:cNvPr>
          <p:cNvGrpSpPr/>
          <p:nvPr/>
        </p:nvGrpSpPr>
        <p:grpSpPr>
          <a:xfrm>
            <a:off x="5758802" y="2460767"/>
            <a:ext cx="117664" cy="117664"/>
            <a:chOff x="3354375" y="4234433"/>
            <a:chExt cx="131191" cy="131191"/>
          </a:xfrm>
        </p:grpSpPr>
        <p:sp>
          <p:nvSpPr>
            <p:cNvPr id="1866" name="Oval 1865">
              <a:extLst>
                <a:ext uri="{FF2B5EF4-FFF2-40B4-BE49-F238E27FC236}">
                  <a16:creationId xmlns:a16="http://schemas.microsoft.com/office/drawing/2014/main" id="{D10952E4-9C3D-AEBD-36AB-F745B75E7D3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7" name="Oval 1866">
              <a:extLst>
                <a:ext uri="{FF2B5EF4-FFF2-40B4-BE49-F238E27FC236}">
                  <a16:creationId xmlns:a16="http://schemas.microsoft.com/office/drawing/2014/main" id="{4FD6068A-945A-73C1-6584-16ADD4054CE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68" name="Group 1867">
            <a:extLst>
              <a:ext uri="{FF2B5EF4-FFF2-40B4-BE49-F238E27FC236}">
                <a16:creationId xmlns:a16="http://schemas.microsoft.com/office/drawing/2014/main" id="{D807AF0C-BFC2-73C1-3813-D3CD2FFA9941}"/>
              </a:ext>
            </a:extLst>
          </p:cNvPr>
          <p:cNvGrpSpPr/>
          <p:nvPr/>
        </p:nvGrpSpPr>
        <p:grpSpPr>
          <a:xfrm>
            <a:off x="6539397" y="2503023"/>
            <a:ext cx="141158" cy="141158"/>
            <a:chOff x="3354375" y="4234433"/>
            <a:chExt cx="131191" cy="131191"/>
          </a:xfrm>
        </p:grpSpPr>
        <p:sp>
          <p:nvSpPr>
            <p:cNvPr id="1869" name="Oval 1868">
              <a:extLst>
                <a:ext uri="{FF2B5EF4-FFF2-40B4-BE49-F238E27FC236}">
                  <a16:creationId xmlns:a16="http://schemas.microsoft.com/office/drawing/2014/main" id="{88024642-52C6-D38B-2482-5860E5C8E07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0" name="Oval 1869">
              <a:extLst>
                <a:ext uri="{FF2B5EF4-FFF2-40B4-BE49-F238E27FC236}">
                  <a16:creationId xmlns:a16="http://schemas.microsoft.com/office/drawing/2014/main" id="{09CE45E1-A65D-8B2E-A5B5-52157434CAD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71" name="Group 1870">
            <a:extLst>
              <a:ext uri="{FF2B5EF4-FFF2-40B4-BE49-F238E27FC236}">
                <a16:creationId xmlns:a16="http://schemas.microsoft.com/office/drawing/2014/main" id="{75E52539-AD31-470A-65E2-D0B176011B3E}"/>
              </a:ext>
            </a:extLst>
          </p:cNvPr>
          <p:cNvGrpSpPr/>
          <p:nvPr/>
        </p:nvGrpSpPr>
        <p:grpSpPr>
          <a:xfrm rot="639845">
            <a:off x="6273841" y="2363724"/>
            <a:ext cx="209043" cy="209043"/>
            <a:chOff x="3354375" y="4234433"/>
            <a:chExt cx="131191" cy="131191"/>
          </a:xfrm>
        </p:grpSpPr>
        <p:sp>
          <p:nvSpPr>
            <p:cNvPr id="1872" name="Oval 1871">
              <a:extLst>
                <a:ext uri="{FF2B5EF4-FFF2-40B4-BE49-F238E27FC236}">
                  <a16:creationId xmlns:a16="http://schemas.microsoft.com/office/drawing/2014/main" id="{8394846A-7AEC-9692-680E-34E119EFE33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3" name="Oval 1872">
              <a:extLst>
                <a:ext uri="{FF2B5EF4-FFF2-40B4-BE49-F238E27FC236}">
                  <a16:creationId xmlns:a16="http://schemas.microsoft.com/office/drawing/2014/main" id="{F3C8DBC3-069A-7022-CBF7-E4DD6DE6EC4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74" name="Group 1873">
            <a:extLst>
              <a:ext uri="{FF2B5EF4-FFF2-40B4-BE49-F238E27FC236}">
                <a16:creationId xmlns:a16="http://schemas.microsoft.com/office/drawing/2014/main" id="{E59F8491-F380-D8D5-11C7-B5750385D003}"/>
              </a:ext>
            </a:extLst>
          </p:cNvPr>
          <p:cNvGrpSpPr/>
          <p:nvPr/>
        </p:nvGrpSpPr>
        <p:grpSpPr>
          <a:xfrm>
            <a:off x="6555952" y="2362624"/>
            <a:ext cx="117664" cy="117664"/>
            <a:chOff x="3354375" y="4234433"/>
            <a:chExt cx="131191" cy="131191"/>
          </a:xfrm>
        </p:grpSpPr>
        <p:sp>
          <p:nvSpPr>
            <p:cNvPr id="1875" name="Oval 1874">
              <a:extLst>
                <a:ext uri="{FF2B5EF4-FFF2-40B4-BE49-F238E27FC236}">
                  <a16:creationId xmlns:a16="http://schemas.microsoft.com/office/drawing/2014/main" id="{8594A775-4EB8-9E47-EB01-40231A64C76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6" name="Oval 1875">
              <a:extLst>
                <a:ext uri="{FF2B5EF4-FFF2-40B4-BE49-F238E27FC236}">
                  <a16:creationId xmlns:a16="http://schemas.microsoft.com/office/drawing/2014/main" id="{FE4BAF1B-FA96-3025-E5AA-B86FEE4B425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78" name="Group 1877">
            <a:extLst>
              <a:ext uri="{FF2B5EF4-FFF2-40B4-BE49-F238E27FC236}">
                <a16:creationId xmlns:a16="http://schemas.microsoft.com/office/drawing/2014/main" id="{9589CCA1-C8C5-BCC9-5F39-80BC708EA9CF}"/>
              </a:ext>
            </a:extLst>
          </p:cNvPr>
          <p:cNvGrpSpPr/>
          <p:nvPr/>
        </p:nvGrpSpPr>
        <p:grpSpPr>
          <a:xfrm>
            <a:off x="7333373" y="2284474"/>
            <a:ext cx="209043" cy="209043"/>
            <a:chOff x="3354375" y="4234433"/>
            <a:chExt cx="131191" cy="131191"/>
          </a:xfrm>
        </p:grpSpPr>
        <p:sp>
          <p:nvSpPr>
            <p:cNvPr id="1879" name="Oval 1878">
              <a:extLst>
                <a:ext uri="{FF2B5EF4-FFF2-40B4-BE49-F238E27FC236}">
                  <a16:creationId xmlns:a16="http://schemas.microsoft.com/office/drawing/2014/main" id="{EA8EF860-4101-CB29-F52E-CFD2DFED5CF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0" name="Oval 1879">
              <a:extLst>
                <a:ext uri="{FF2B5EF4-FFF2-40B4-BE49-F238E27FC236}">
                  <a16:creationId xmlns:a16="http://schemas.microsoft.com/office/drawing/2014/main" id="{022F27E5-915D-2FB9-0B32-10D5A0B3771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81" name="Group 1880">
            <a:extLst>
              <a:ext uri="{FF2B5EF4-FFF2-40B4-BE49-F238E27FC236}">
                <a16:creationId xmlns:a16="http://schemas.microsoft.com/office/drawing/2014/main" id="{1692E57A-8604-5FFD-37F3-2D2D5F4C092C}"/>
              </a:ext>
            </a:extLst>
          </p:cNvPr>
          <p:cNvGrpSpPr/>
          <p:nvPr/>
        </p:nvGrpSpPr>
        <p:grpSpPr>
          <a:xfrm>
            <a:off x="2974198" y="3640139"/>
            <a:ext cx="209043" cy="209043"/>
            <a:chOff x="3354375" y="4234433"/>
            <a:chExt cx="131191" cy="131191"/>
          </a:xfrm>
        </p:grpSpPr>
        <p:sp>
          <p:nvSpPr>
            <p:cNvPr id="1882" name="Oval 1881">
              <a:extLst>
                <a:ext uri="{FF2B5EF4-FFF2-40B4-BE49-F238E27FC236}">
                  <a16:creationId xmlns:a16="http://schemas.microsoft.com/office/drawing/2014/main" id="{F920DE01-3D2D-F551-0238-67625852191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3" name="Oval 1882">
              <a:extLst>
                <a:ext uri="{FF2B5EF4-FFF2-40B4-BE49-F238E27FC236}">
                  <a16:creationId xmlns:a16="http://schemas.microsoft.com/office/drawing/2014/main" id="{14228A1F-5EF3-3575-EFCE-74333465BDC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4" name="Group 1883">
            <a:extLst>
              <a:ext uri="{FF2B5EF4-FFF2-40B4-BE49-F238E27FC236}">
                <a16:creationId xmlns:a16="http://schemas.microsoft.com/office/drawing/2014/main" id="{19359E43-44A4-99CD-3BD7-E8892AC3A61A}"/>
              </a:ext>
            </a:extLst>
          </p:cNvPr>
          <p:cNvGrpSpPr/>
          <p:nvPr/>
        </p:nvGrpSpPr>
        <p:grpSpPr>
          <a:xfrm>
            <a:off x="3313839" y="3158147"/>
            <a:ext cx="209043" cy="209043"/>
            <a:chOff x="3354375" y="4234433"/>
            <a:chExt cx="131191" cy="131191"/>
          </a:xfrm>
        </p:grpSpPr>
        <p:sp>
          <p:nvSpPr>
            <p:cNvPr id="1885" name="Oval 1884">
              <a:extLst>
                <a:ext uri="{FF2B5EF4-FFF2-40B4-BE49-F238E27FC236}">
                  <a16:creationId xmlns:a16="http://schemas.microsoft.com/office/drawing/2014/main" id="{F0B71263-EF9F-95D9-8010-605B294934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6" name="Oval 1885">
              <a:extLst>
                <a:ext uri="{FF2B5EF4-FFF2-40B4-BE49-F238E27FC236}">
                  <a16:creationId xmlns:a16="http://schemas.microsoft.com/office/drawing/2014/main" id="{F899BFD9-AFA4-65D3-60AC-4C8857FF10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7" name="Group 1886">
            <a:extLst>
              <a:ext uri="{FF2B5EF4-FFF2-40B4-BE49-F238E27FC236}">
                <a16:creationId xmlns:a16="http://schemas.microsoft.com/office/drawing/2014/main" id="{25C4A85B-EA53-4664-E5D3-BD4C44945446}"/>
              </a:ext>
            </a:extLst>
          </p:cNvPr>
          <p:cNvGrpSpPr/>
          <p:nvPr/>
        </p:nvGrpSpPr>
        <p:grpSpPr>
          <a:xfrm>
            <a:off x="1845443" y="2775969"/>
            <a:ext cx="209043" cy="209043"/>
            <a:chOff x="3354375" y="4234433"/>
            <a:chExt cx="131191" cy="131191"/>
          </a:xfrm>
        </p:grpSpPr>
        <p:sp>
          <p:nvSpPr>
            <p:cNvPr id="1888" name="Oval 1887">
              <a:extLst>
                <a:ext uri="{FF2B5EF4-FFF2-40B4-BE49-F238E27FC236}">
                  <a16:creationId xmlns:a16="http://schemas.microsoft.com/office/drawing/2014/main" id="{86605B10-FD76-5C7D-32AF-49028E4085F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89" name="Oval 1888">
              <a:extLst>
                <a:ext uri="{FF2B5EF4-FFF2-40B4-BE49-F238E27FC236}">
                  <a16:creationId xmlns:a16="http://schemas.microsoft.com/office/drawing/2014/main" id="{CF139664-341D-D715-1FB1-ABA5B572765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90" name="Group 1889">
            <a:extLst>
              <a:ext uri="{FF2B5EF4-FFF2-40B4-BE49-F238E27FC236}">
                <a16:creationId xmlns:a16="http://schemas.microsoft.com/office/drawing/2014/main" id="{16366390-659B-870F-6BBB-E1C90B92C9EE}"/>
              </a:ext>
            </a:extLst>
          </p:cNvPr>
          <p:cNvGrpSpPr/>
          <p:nvPr/>
        </p:nvGrpSpPr>
        <p:grpSpPr>
          <a:xfrm>
            <a:off x="1845443" y="3053626"/>
            <a:ext cx="209043" cy="209043"/>
            <a:chOff x="3354375" y="4234433"/>
            <a:chExt cx="131191" cy="131191"/>
          </a:xfrm>
        </p:grpSpPr>
        <p:sp>
          <p:nvSpPr>
            <p:cNvPr id="1891" name="Oval 1890">
              <a:extLst>
                <a:ext uri="{FF2B5EF4-FFF2-40B4-BE49-F238E27FC236}">
                  <a16:creationId xmlns:a16="http://schemas.microsoft.com/office/drawing/2014/main" id="{9EAD15E0-016F-B0DA-158E-2A8521C2B03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2" name="Oval 1891">
              <a:extLst>
                <a:ext uri="{FF2B5EF4-FFF2-40B4-BE49-F238E27FC236}">
                  <a16:creationId xmlns:a16="http://schemas.microsoft.com/office/drawing/2014/main" id="{B349B111-5933-8F94-BB85-57C33199CD0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93" name="Group 1892">
            <a:extLst>
              <a:ext uri="{FF2B5EF4-FFF2-40B4-BE49-F238E27FC236}">
                <a16:creationId xmlns:a16="http://schemas.microsoft.com/office/drawing/2014/main" id="{8B8A94B0-1F93-0F66-26D7-F06806831C72}"/>
              </a:ext>
            </a:extLst>
          </p:cNvPr>
          <p:cNvGrpSpPr/>
          <p:nvPr/>
        </p:nvGrpSpPr>
        <p:grpSpPr>
          <a:xfrm>
            <a:off x="2136442" y="2929587"/>
            <a:ext cx="209043" cy="209043"/>
            <a:chOff x="3354375" y="4234433"/>
            <a:chExt cx="131191" cy="131191"/>
          </a:xfrm>
        </p:grpSpPr>
        <p:sp>
          <p:nvSpPr>
            <p:cNvPr id="1894" name="Oval 1893">
              <a:extLst>
                <a:ext uri="{FF2B5EF4-FFF2-40B4-BE49-F238E27FC236}">
                  <a16:creationId xmlns:a16="http://schemas.microsoft.com/office/drawing/2014/main" id="{48DEFCB9-14B9-4E28-60FD-5204917CAA2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5" name="Oval 1894">
              <a:extLst>
                <a:ext uri="{FF2B5EF4-FFF2-40B4-BE49-F238E27FC236}">
                  <a16:creationId xmlns:a16="http://schemas.microsoft.com/office/drawing/2014/main" id="{7DE74DFB-D192-03CE-6D45-3A2FAE3D1A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96" name="Group 1895">
            <a:extLst>
              <a:ext uri="{FF2B5EF4-FFF2-40B4-BE49-F238E27FC236}">
                <a16:creationId xmlns:a16="http://schemas.microsoft.com/office/drawing/2014/main" id="{B3FC0979-D9EE-6D6A-9FBF-23BAEDB75C3A}"/>
              </a:ext>
            </a:extLst>
          </p:cNvPr>
          <p:cNvGrpSpPr/>
          <p:nvPr/>
        </p:nvGrpSpPr>
        <p:grpSpPr>
          <a:xfrm>
            <a:off x="2695918" y="2842127"/>
            <a:ext cx="209043" cy="209043"/>
            <a:chOff x="3354375" y="4234433"/>
            <a:chExt cx="131191" cy="131191"/>
          </a:xfrm>
        </p:grpSpPr>
        <p:sp>
          <p:nvSpPr>
            <p:cNvPr id="1897" name="Oval 1896">
              <a:extLst>
                <a:ext uri="{FF2B5EF4-FFF2-40B4-BE49-F238E27FC236}">
                  <a16:creationId xmlns:a16="http://schemas.microsoft.com/office/drawing/2014/main" id="{204B8782-2D06-CF88-F45F-33E16664B6F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98" name="Oval 1897">
              <a:extLst>
                <a:ext uri="{FF2B5EF4-FFF2-40B4-BE49-F238E27FC236}">
                  <a16:creationId xmlns:a16="http://schemas.microsoft.com/office/drawing/2014/main" id="{E34CDF1C-D01D-E98A-7854-192F15FE76A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99" name="Group 1898">
            <a:extLst>
              <a:ext uri="{FF2B5EF4-FFF2-40B4-BE49-F238E27FC236}">
                <a16:creationId xmlns:a16="http://schemas.microsoft.com/office/drawing/2014/main" id="{07C74F86-0BBC-60AE-E5D1-C3B194885126}"/>
              </a:ext>
            </a:extLst>
          </p:cNvPr>
          <p:cNvGrpSpPr/>
          <p:nvPr/>
        </p:nvGrpSpPr>
        <p:grpSpPr>
          <a:xfrm>
            <a:off x="3041082" y="3482438"/>
            <a:ext cx="141158" cy="141158"/>
            <a:chOff x="3354375" y="4234433"/>
            <a:chExt cx="131191" cy="131191"/>
          </a:xfrm>
        </p:grpSpPr>
        <p:sp>
          <p:nvSpPr>
            <p:cNvPr id="1900" name="Oval 1899">
              <a:extLst>
                <a:ext uri="{FF2B5EF4-FFF2-40B4-BE49-F238E27FC236}">
                  <a16:creationId xmlns:a16="http://schemas.microsoft.com/office/drawing/2014/main" id="{46190408-6600-2735-E857-66752E37605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1" name="Oval 1900">
              <a:extLst>
                <a:ext uri="{FF2B5EF4-FFF2-40B4-BE49-F238E27FC236}">
                  <a16:creationId xmlns:a16="http://schemas.microsoft.com/office/drawing/2014/main" id="{1D19459B-A104-C1D8-77B9-AD2062CC31A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cxnSp>
        <p:nvCxnSpPr>
          <p:cNvPr id="1902" name="Straight Connector 1901">
            <a:extLst>
              <a:ext uri="{FF2B5EF4-FFF2-40B4-BE49-F238E27FC236}">
                <a16:creationId xmlns:a16="http://schemas.microsoft.com/office/drawing/2014/main" id="{3137C162-65B3-57BE-CC35-CB61F0C0BC14}"/>
              </a:ext>
            </a:extLst>
          </p:cNvPr>
          <p:cNvCxnSpPr>
            <a:cxnSpLocks noChangeAspect="1"/>
          </p:cNvCxnSpPr>
          <p:nvPr/>
        </p:nvCxnSpPr>
        <p:spPr>
          <a:xfrm flipH="1">
            <a:off x="3795585" y="4033505"/>
            <a:ext cx="114563" cy="2599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904" name="Group 1903">
            <a:extLst>
              <a:ext uri="{FF2B5EF4-FFF2-40B4-BE49-F238E27FC236}">
                <a16:creationId xmlns:a16="http://schemas.microsoft.com/office/drawing/2014/main" id="{7EC7F008-70C5-859B-E1C0-2732C7EAFD2F}"/>
              </a:ext>
            </a:extLst>
          </p:cNvPr>
          <p:cNvGrpSpPr/>
          <p:nvPr/>
        </p:nvGrpSpPr>
        <p:grpSpPr>
          <a:xfrm>
            <a:off x="5471957" y="1814298"/>
            <a:ext cx="117664" cy="117664"/>
            <a:chOff x="3354375" y="4234433"/>
            <a:chExt cx="131191" cy="131191"/>
          </a:xfrm>
        </p:grpSpPr>
        <p:sp>
          <p:nvSpPr>
            <p:cNvPr id="1905" name="Oval 1904">
              <a:extLst>
                <a:ext uri="{FF2B5EF4-FFF2-40B4-BE49-F238E27FC236}">
                  <a16:creationId xmlns:a16="http://schemas.microsoft.com/office/drawing/2014/main" id="{3B1F1E76-54E0-5F50-B34B-B0AD273453F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6" name="Oval 1905">
              <a:extLst>
                <a:ext uri="{FF2B5EF4-FFF2-40B4-BE49-F238E27FC236}">
                  <a16:creationId xmlns:a16="http://schemas.microsoft.com/office/drawing/2014/main" id="{0C28285B-9152-44AD-321E-235EE846D8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07" name="Group 1906">
            <a:extLst>
              <a:ext uri="{FF2B5EF4-FFF2-40B4-BE49-F238E27FC236}">
                <a16:creationId xmlns:a16="http://schemas.microsoft.com/office/drawing/2014/main" id="{EA6FCC12-F979-6C8F-8574-100755F1CE36}"/>
              </a:ext>
            </a:extLst>
          </p:cNvPr>
          <p:cNvGrpSpPr/>
          <p:nvPr/>
        </p:nvGrpSpPr>
        <p:grpSpPr>
          <a:xfrm>
            <a:off x="5772947" y="1777624"/>
            <a:ext cx="117664" cy="117664"/>
            <a:chOff x="3354375" y="4234433"/>
            <a:chExt cx="131191" cy="131191"/>
          </a:xfrm>
        </p:grpSpPr>
        <p:sp>
          <p:nvSpPr>
            <p:cNvPr id="1908" name="Oval 1907">
              <a:extLst>
                <a:ext uri="{FF2B5EF4-FFF2-40B4-BE49-F238E27FC236}">
                  <a16:creationId xmlns:a16="http://schemas.microsoft.com/office/drawing/2014/main" id="{93C1D8DE-5071-E229-6327-AB1A4BDD1EF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9" name="Oval 1908">
              <a:extLst>
                <a:ext uri="{FF2B5EF4-FFF2-40B4-BE49-F238E27FC236}">
                  <a16:creationId xmlns:a16="http://schemas.microsoft.com/office/drawing/2014/main" id="{5E180CF2-B355-1676-5996-C82B5E3A7DC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10" name="Group 1909">
            <a:extLst>
              <a:ext uri="{FF2B5EF4-FFF2-40B4-BE49-F238E27FC236}">
                <a16:creationId xmlns:a16="http://schemas.microsoft.com/office/drawing/2014/main" id="{5B746A63-18D9-8553-C70B-868E52A6415B}"/>
              </a:ext>
            </a:extLst>
          </p:cNvPr>
          <p:cNvGrpSpPr/>
          <p:nvPr/>
        </p:nvGrpSpPr>
        <p:grpSpPr>
          <a:xfrm>
            <a:off x="5822477" y="1637404"/>
            <a:ext cx="117664" cy="117664"/>
            <a:chOff x="3354375" y="4234433"/>
            <a:chExt cx="131191" cy="131191"/>
          </a:xfrm>
        </p:grpSpPr>
        <p:sp>
          <p:nvSpPr>
            <p:cNvPr id="1911" name="Oval 1910">
              <a:extLst>
                <a:ext uri="{FF2B5EF4-FFF2-40B4-BE49-F238E27FC236}">
                  <a16:creationId xmlns:a16="http://schemas.microsoft.com/office/drawing/2014/main" id="{6002C1EE-A074-0E31-FF1C-0925520EA4D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2" name="Oval 1911">
              <a:extLst>
                <a:ext uri="{FF2B5EF4-FFF2-40B4-BE49-F238E27FC236}">
                  <a16:creationId xmlns:a16="http://schemas.microsoft.com/office/drawing/2014/main" id="{19092F1C-39D0-D0EE-1F0F-69EBC4212E7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19" name="Group 1918">
            <a:extLst>
              <a:ext uri="{FF2B5EF4-FFF2-40B4-BE49-F238E27FC236}">
                <a16:creationId xmlns:a16="http://schemas.microsoft.com/office/drawing/2014/main" id="{E9CB7F29-047A-498E-2455-CF7EDE53C4F1}"/>
              </a:ext>
            </a:extLst>
          </p:cNvPr>
          <p:cNvGrpSpPr/>
          <p:nvPr/>
        </p:nvGrpSpPr>
        <p:grpSpPr>
          <a:xfrm rot="21588307">
            <a:off x="3949930" y="2415357"/>
            <a:ext cx="76198" cy="76198"/>
            <a:chOff x="3354375" y="4234433"/>
            <a:chExt cx="131191" cy="131191"/>
          </a:xfrm>
        </p:grpSpPr>
        <p:sp>
          <p:nvSpPr>
            <p:cNvPr id="1920" name="Oval 1919">
              <a:extLst>
                <a:ext uri="{FF2B5EF4-FFF2-40B4-BE49-F238E27FC236}">
                  <a16:creationId xmlns:a16="http://schemas.microsoft.com/office/drawing/2014/main" id="{1AEE069C-B217-7DAF-9C2E-A2A1CF5D592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1" name="Oval 1920">
              <a:extLst>
                <a:ext uri="{FF2B5EF4-FFF2-40B4-BE49-F238E27FC236}">
                  <a16:creationId xmlns:a16="http://schemas.microsoft.com/office/drawing/2014/main" id="{12D11949-1592-CB6C-D165-23AD38F33E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22" name="Group 1921">
            <a:extLst>
              <a:ext uri="{FF2B5EF4-FFF2-40B4-BE49-F238E27FC236}">
                <a16:creationId xmlns:a16="http://schemas.microsoft.com/office/drawing/2014/main" id="{16A9C977-F061-A603-924B-A424CF97B678}"/>
              </a:ext>
            </a:extLst>
          </p:cNvPr>
          <p:cNvGrpSpPr/>
          <p:nvPr/>
        </p:nvGrpSpPr>
        <p:grpSpPr>
          <a:xfrm>
            <a:off x="4405378" y="2327876"/>
            <a:ext cx="76198" cy="76198"/>
            <a:chOff x="3354375" y="4234433"/>
            <a:chExt cx="131191" cy="131191"/>
          </a:xfrm>
        </p:grpSpPr>
        <p:sp>
          <p:nvSpPr>
            <p:cNvPr id="1923" name="Oval 1922">
              <a:extLst>
                <a:ext uri="{FF2B5EF4-FFF2-40B4-BE49-F238E27FC236}">
                  <a16:creationId xmlns:a16="http://schemas.microsoft.com/office/drawing/2014/main" id="{45C02088-762E-CFD3-B483-9BB2BA31669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4" name="Oval 1923">
              <a:extLst>
                <a:ext uri="{FF2B5EF4-FFF2-40B4-BE49-F238E27FC236}">
                  <a16:creationId xmlns:a16="http://schemas.microsoft.com/office/drawing/2014/main" id="{038F510F-C880-F355-AF05-2CB2CF2379E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25" name="Group 1924">
            <a:extLst>
              <a:ext uri="{FF2B5EF4-FFF2-40B4-BE49-F238E27FC236}">
                <a16:creationId xmlns:a16="http://schemas.microsoft.com/office/drawing/2014/main" id="{BC69CCB7-0150-7580-CF86-89BEDFF741BA}"/>
              </a:ext>
            </a:extLst>
          </p:cNvPr>
          <p:cNvGrpSpPr/>
          <p:nvPr/>
        </p:nvGrpSpPr>
        <p:grpSpPr>
          <a:xfrm>
            <a:off x="4445644" y="2084488"/>
            <a:ext cx="76198" cy="76198"/>
            <a:chOff x="3354375" y="4234433"/>
            <a:chExt cx="131191" cy="131191"/>
          </a:xfrm>
        </p:grpSpPr>
        <p:sp>
          <p:nvSpPr>
            <p:cNvPr id="1926" name="Oval 1925">
              <a:extLst>
                <a:ext uri="{FF2B5EF4-FFF2-40B4-BE49-F238E27FC236}">
                  <a16:creationId xmlns:a16="http://schemas.microsoft.com/office/drawing/2014/main" id="{AD302346-62F2-0378-7B77-0F68DBCB168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7" name="Oval 1926">
              <a:extLst>
                <a:ext uri="{FF2B5EF4-FFF2-40B4-BE49-F238E27FC236}">
                  <a16:creationId xmlns:a16="http://schemas.microsoft.com/office/drawing/2014/main" id="{6B508975-23DC-178D-4D91-537A75D2811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28" name="Group 1927">
            <a:extLst>
              <a:ext uri="{FF2B5EF4-FFF2-40B4-BE49-F238E27FC236}">
                <a16:creationId xmlns:a16="http://schemas.microsoft.com/office/drawing/2014/main" id="{307F30B1-C8AD-1374-E4FB-11A02FEAC8B3}"/>
              </a:ext>
            </a:extLst>
          </p:cNvPr>
          <p:cNvGrpSpPr/>
          <p:nvPr/>
        </p:nvGrpSpPr>
        <p:grpSpPr>
          <a:xfrm rot="639845">
            <a:off x="4162044" y="1969142"/>
            <a:ext cx="209043" cy="209043"/>
            <a:chOff x="3354375" y="4234433"/>
            <a:chExt cx="131191" cy="131191"/>
          </a:xfrm>
        </p:grpSpPr>
        <p:sp>
          <p:nvSpPr>
            <p:cNvPr id="1929" name="Oval 1928">
              <a:extLst>
                <a:ext uri="{FF2B5EF4-FFF2-40B4-BE49-F238E27FC236}">
                  <a16:creationId xmlns:a16="http://schemas.microsoft.com/office/drawing/2014/main" id="{FE99BA0F-D584-B951-E73D-837E10AAA83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0" name="Oval 1929">
              <a:extLst>
                <a:ext uri="{FF2B5EF4-FFF2-40B4-BE49-F238E27FC236}">
                  <a16:creationId xmlns:a16="http://schemas.microsoft.com/office/drawing/2014/main" id="{D4494B3E-3754-7005-CD9F-28A3DB79048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31" name="Group 1930">
            <a:extLst>
              <a:ext uri="{FF2B5EF4-FFF2-40B4-BE49-F238E27FC236}">
                <a16:creationId xmlns:a16="http://schemas.microsoft.com/office/drawing/2014/main" id="{E18B882E-25C9-59E7-E776-8A9B58ADB572}"/>
              </a:ext>
            </a:extLst>
          </p:cNvPr>
          <p:cNvGrpSpPr/>
          <p:nvPr/>
        </p:nvGrpSpPr>
        <p:grpSpPr>
          <a:xfrm rot="21588307">
            <a:off x="4300938" y="2174687"/>
            <a:ext cx="150955" cy="150955"/>
            <a:chOff x="3354375" y="4234433"/>
            <a:chExt cx="131191" cy="131191"/>
          </a:xfrm>
        </p:grpSpPr>
        <p:sp>
          <p:nvSpPr>
            <p:cNvPr id="1932" name="Oval 1931">
              <a:extLst>
                <a:ext uri="{FF2B5EF4-FFF2-40B4-BE49-F238E27FC236}">
                  <a16:creationId xmlns:a16="http://schemas.microsoft.com/office/drawing/2014/main" id="{C4EAE687-95F8-7319-A47B-0F8EBF54B8C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3" name="Oval 1932">
              <a:extLst>
                <a:ext uri="{FF2B5EF4-FFF2-40B4-BE49-F238E27FC236}">
                  <a16:creationId xmlns:a16="http://schemas.microsoft.com/office/drawing/2014/main" id="{06609FD0-A8EA-4419-9864-EDB784C7370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34" name="Group 1933">
            <a:extLst>
              <a:ext uri="{FF2B5EF4-FFF2-40B4-BE49-F238E27FC236}">
                <a16:creationId xmlns:a16="http://schemas.microsoft.com/office/drawing/2014/main" id="{A341E393-3E1E-9851-4E00-70F7E7350238}"/>
              </a:ext>
            </a:extLst>
          </p:cNvPr>
          <p:cNvGrpSpPr/>
          <p:nvPr/>
        </p:nvGrpSpPr>
        <p:grpSpPr>
          <a:xfrm rot="21588307">
            <a:off x="3782286" y="2415297"/>
            <a:ext cx="141158" cy="141158"/>
            <a:chOff x="3354375" y="4234433"/>
            <a:chExt cx="131191" cy="131191"/>
          </a:xfrm>
        </p:grpSpPr>
        <p:sp>
          <p:nvSpPr>
            <p:cNvPr id="1935" name="Oval 1934">
              <a:extLst>
                <a:ext uri="{FF2B5EF4-FFF2-40B4-BE49-F238E27FC236}">
                  <a16:creationId xmlns:a16="http://schemas.microsoft.com/office/drawing/2014/main" id="{647BFF7E-4E18-593F-A8C3-6DC3B52EB82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6" name="Oval 1935">
              <a:extLst>
                <a:ext uri="{FF2B5EF4-FFF2-40B4-BE49-F238E27FC236}">
                  <a16:creationId xmlns:a16="http://schemas.microsoft.com/office/drawing/2014/main" id="{FBDDA2DC-0395-4789-F544-B5AFF8A70A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37" name="Group 1936">
            <a:extLst>
              <a:ext uri="{FF2B5EF4-FFF2-40B4-BE49-F238E27FC236}">
                <a16:creationId xmlns:a16="http://schemas.microsoft.com/office/drawing/2014/main" id="{D10D605D-04AB-BF15-9E48-470B29F0595B}"/>
              </a:ext>
            </a:extLst>
          </p:cNvPr>
          <p:cNvGrpSpPr/>
          <p:nvPr/>
        </p:nvGrpSpPr>
        <p:grpSpPr>
          <a:xfrm rot="639845">
            <a:off x="3884442" y="1770384"/>
            <a:ext cx="209043" cy="209043"/>
            <a:chOff x="3354375" y="4234433"/>
            <a:chExt cx="131191" cy="131191"/>
          </a:xfrm>
        </p:grpSpPr>
        <p:sp>
          <p:nvSpPr>
            <p:cNvPr id="1938" name="Oval 1937">
              <a:extLst>
                <a:ext uri="{FF2B5EF4-FFF2-40B4-BE49-F238E27FC236}">
                  <a16:creationId xmlns:a16="http://schemas.microsoft.com/office/drawing/2014/main" id="{E035DEBF-DE2E-D9BF-5918-56483809CA1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9" name="Oval 1938">
              <a:extLst>
                <a:ext uri="{FF2B5EF4-FFF2-40B4-BE49-F238E27FC236}">
                  <a16:creationId xmlns:a16="http://schemas.microsoft.com/office/drawing/2014/main" id="{C437F1DE-A8B1-E138-E9F8-46756AD718A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40" name="Group 1939">
            <a:extLst>
              <a:ext uri="{FF2B5EF4-FFF2-40B4-BE49-F238E27FC236}">
                <a16:creationId xmlns:a16="http://schemas.microsoft.com/office/drawing/2014/main" id="{FB10362C-2257-CFEA-A323-46265536B7B3}"/>
              </a:ext>
            </a:extLst>
          </p:cNvPr>
          <p:cNvGrpSpPr/>
          <p:nvPr/>
        </p:nvGrpSpPr>
        <p:grpSpPr>
          <a:xfrm rot="21588307">
            <a:off x="3995395" y="1976192"/>
            <a:ext cx="150955" cy="150955"/>
            <a:chOff x="3354375" y="4234433"/>
            <a:chExt cx="131191" cy="131191"/>
          </a:xfrm>
        </p:grpSpPr>
        <p:sp>
          <p:nvSpPr>
            <p:cNvPr id="1941" name="Oval 1940">
              <a:extLst>
                <a:ext uri="{FF2B5EF4-FFF2-40B4-BE49-F238E27FC236}">
                  <a16:creationId xmlns:a16="http://schemas.microsoft.com/office/drawing/2014/main" id="{60E8003A-BA37-2301-89A4-1ACDEC15A54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2" name="Oval 1941">
              <a:extLst>
                <a:ext uri="{FF2B5EF4-FFF2-40B4-BE49-F238E27FC236}">
                  <a16:creationId xmlns:a16="http://schemas.microsoft.com/office/drawing/2014/main" id="{DCD5C519-AB2B-AA2C-CF3A-E9D83508E9D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43" name="Group 1942">
            <a:extLst>
              <a:ext uri="{FF2B5EF4-FFF2-40B4-BE49-F238E27FC236}">
                <a16:creationId xmlns:a16="http://schemas.microsoft.com/office/drawing/2014/main" id="{DF46BBE1-8DD9-6274-83E8-0884F88EFF9A}"/>
              </a:ext>
            </a:extLst>
          </p:cNvPr>
          <p:cNvGrpSpPr/>
          <p:nvPr/>
        </p:nvGrpSpPr>
        <p:grpSpPr>
          <a:xfrm rot="21588307">
            <a:off x="4093608" y="1759298"/>
            <a:ext cx="76198" cy="76198"/>
            <a:chOff x="3354375" y="4234433"/>
            <a:chExt cx="131191" cy="131191"/>
          </a:xfrm>
        </p:grpSpPr>
        <p:sp>
          <p:nvSpPr>
            <p:cNvPr id="1944" name="Oval 1943">
              <a:extLst>
                <a:ext uri="{FF2B5EF4-FFF2-40B4-BE49-F238E27FC236}">
                  <a16:creationId xmlns:a16="http://schemas.microsoft.com/office/drawing/2014/main" id="{D21CE47E-C8D8-B4C3-8DC2-C7C1E7F6402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5" name="Oval 1944">
              <a:extLst>
                <a:ext uri="{FF2B5EF4-FFF2-40B4-BE49-F238E27FC236}">
                  <a16:creationId xmlns:a16="http://schemas.microsoft.com/office/drawing/2014/main" id="{7634E3C3-C21C-BD9F-8261-D70044AD238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46" name="Group 1945">
            <a:extLst>
              <a:ext uri="{FF2B5EF4-FFF2-40B4-BE49-F238E27FC236}">
                <a16:creationId xmlns:a16="http://schemas.microsoft.com/office/drawing/2014/main" id="{A1E34A6D-015F-71A1-3F9B-66FAA34677E3}"/>
              </a:ext>
            </a:extLst>
          </p:cNvPr>
          <p:cNvGrpSpPr/>
          <p:nvPr/>
        </p:nvGrpSpPr>
        <p:grpSpPr>
          <a:xfrm rot="21588307">
            <a:off x="3839568" y="2007918"/>
            <a:ext cx="141158" cy="141158"/>
            <a:chOff x="3354375" y="4234433"/>
            <a:chExt cx="131191" cy="131191"/>
          </a:xfrm>
        </p:grpSpPr>
        <p:sp>
          <p:nvSpPr>
            <p:cNvPr id="1947" name="Oval 1946">
              <a:extLst>
                <a:ext uri="{FF2B5EF4-FFF2-40B4-BE49-F238E27FC236}">
                  <a16:creationId xmlns:a16="http://schemas.microsoft.com/office/drawing/2014/main" id="{DA23B906-1177-5604-B913-E38AD35D12D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8" name="Oval 1947">
              <a:extLst>
                <a:ext uri="{FF2B5EF4-FFF2-40B4-BE49-F238E27FC236}">
                  <a16:creationId xmlns:a16="http://schemas.microsoft.com/office/drawing/2014/main" id="{C3793AF1-F4AA-34B4-8877-04855C5D4CC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49" name="Group 1948">
            <a:extLst>
              <a:ext uri="{FF2B5EF4-FFF2-40B4-BE49-F238E27FC236}">
                <a16:creationId xmlns:a16="http://schemas.microsoft.com/office/drawing/2014/main" id="{EFAE4CA1-1985-9645-EFAC-6F2B9079BE27}"/>
              </a:ext>
            </a:extLst>
          </p:cNvPr>
          <p:cNvGrpSpPr/>
          <p:nvPr/>
        </p:nvGrpSpPr>
        <p:grpSpPr>
          <a:xfrm rot="21588307">
            <a:off x="4159851" y="1798765"/>
            <a:ext cx="150955" cy="150955"/>
            <a:chOff x="3354375" y="4234433"/>
            <a:chExt cx="131191" cy="131191"/>
          </a:xfrm>
        </p:grpSpPr>
        <p:sp>
          <p:nvSpPr>
            <p:cNvPr id="1950" name="Oval 1949">
              <a:extLst>
                <a:ext uri="{FF2B5EF4-FFF2-40B4-BE49-F238E27FC236}">
                  <a16:creationId xmlns:a16="http://schemas.microsoft.com/office/drawing/2014/main" id="{850E1648-9CFC-A12B-96D8-F1FF0A04B0C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1" name="Oval 1950">
              <a:extLst>
                <a:ext uri="{FF2B5EF4-FFF2-40B4-BE49-F238E27FC236}">
                  <a16:creationId xmlns:a16="http://schemas.microsoft.com/office/drawing/2014/main" id="{DA2C72B3-395F-6B14-9A3D-7E37BB36D47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52" name="Group 1951">
            <a:extLst>
              <a:ext uri="{FF2B5EF4-FFF2-40B4-BE49-F238E27FC236}">
                <a16:creationId xmlns:a16="http://schemas.microsoft.com/office/drawing/2014/main" id="{76DB9A7F-03CF-D2EA-5E0D-27B72A3E4988}"/>
              </a:ext>
            </a:extLst>
          </p:cNvPr>
          <p:cNvGrpSpPr/>
          <p:nvPr/>
        </p:nvGrpSpPr>
        <p:grpSpPr>
          <a:xfrm rot="21588307">
            <a:off x="4312834" y="1765934"/>
            <a:ext cx="76198" cy="76198"/>
            <a:chOff x="3354375" y="4234433"/>
            <a:chExt cx="131191" cy="131191"/>
          </a:xfrm>
        </p:grpSpPr>
        <p:sp>
          <p:nvSpPr>
            <p:cNvPr id="1953" name="Oval 1952">
              <a:extLst>
                <a:ext uri="{FF2B5EF4-FFF2-40B4-BE49-F238E27FC236}">
                  <a16:creationId xmlns:a16="http://schemas.microsoft.com/office/drawing/2014/main" id="{8C933788-1C7C-AE4E-D16D-036B77C0BE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4" name="Oval 1953">
              <a:extLst>
                <a:ext uri="{FF2B5EF4-FFF2-40B4-BE49-F238E27FC236}">
                  <a16:creationId xmlns:a16="http://schemas.microsoft.com/office/drawing/2014/main" id="{7A9B6218-6980-DEB0-E28B-BDD449B07D6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55" name="Group 1954">
            <a:extLst>
              <a:ext uri="{FF2B5EF4-FFF2-40B4-BE49-F238E27FC236}">
                <a16:creationId xmlns:a16="http://schemas.microsoft.com/office/drawing/2014/main" id="{4AFCA015-604C-35C8-AFBD-E4B58E9AF7B7}"/>
              </a:ext>
            </a:extLst>
          </p:cNvPr>
          <p:cNvGrpSpPr/>
          <p:nvPr/>
        </p:nvGrpSpPr>
        <p:grpSpPr>
          <a:xfrm>
            <a:off x="3825380" y="1675671"/>
            <a:ext cx="117664" cy="117664"/>
            <a:chOff x="3354375" y="4234433"/>
            <a:chExt cx="131191" cy="131191"/>
          </a:xfrm>
        </p:grpSpPr>
        <p:sp>
          <p:nvSpPr>
            <p:cNvPr id="1956" name="Oval 1955">
              <a:extLst>
                <a:ext uri="{FF2B5EF4-FFF2-40B4-BE49-F238E27FC236}">
                  <a16:creationId xmlns:a16="http://schemas.microsoft.com/office/drawing/2014/main" id="{AED0EFAD-9D99-94F3-743F-C7FF55072C7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7" name="Oval 1956">
              <a:extLst>
                <a:ext uri="{FF2B5EF4-FFF2-40B4-BE49-F238E27FC236}">
                  <a16:creationId xmlns:a16="http://schemas.microsoft.com/office/drawing/2014/main" id="{E2307910-DA2E-8CC6-37A5-BC7722CDD55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58" name="Group 1957">
            <a:extLst>
              <a:ext uri="{FF2B5EF4-FFF2-40B4-BE49-F238E27FC236}">
                <a16:creationId xmlns:a16="http://schemas.microsoft.com/office/drawing/2014/main" id="{62F376CC-F0F6-8DB8-EE25-C810FEC11CEE}"/>
              </a:ext>
            </a:extLst>
          </p:cNvPr>
          <p:cNvGrpSpPr/>
          <p:nvPr/>
        </p:nvGrpSpPr>
        <p:grpSpPr>
          <a:xfrm>
            <a:off x="3677921" y="2335792"/>
            <a:ext cx="117664" cy="117664"/>
            <a:chOff x="3354375" y="4234433"/>
            <a:chExt cx="131191" cy="131191"/>
          </a:xfrm>
        </p:grpSpPr>
        <p:sp>
          <p:nvSpPr>
            <p:cNvPr id="1959" name="Oval 1958">
              <a:extLst>
                <a:ext uri="{FF2B5EF4-FFF2-40B4-BE49-F238E27FC236}">
                  <a16:creationId xmlns:a16="http://schemas.microsoft.com/office/drawing/2014/main" id="{53631793-CE43-913D-9FA4-33A7BA4144C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0" name="Oval 1959">
              <a:extLst>
                <a:ext uri="{FF2B5EF4-FFF2-40B4-BE49-F238E27FC236}">
                  <a16:creationId xmlns:a16="http://schemas.microsoft.com/office/drawing/2014/main" id="{11A01F57-85FF-4C81-C3F2-DD6853762F3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61" name="Group 1960">
            <a:extLst>
              <a:ext uri="{FF2B5EF4-FFF2-40B4-BE49-F238E27FC236}">
                <a16:creationId xmlns:a16="http://schemas.microsoft.com/office/drawing/2014/main" id="{E56A264B-364F-0AAC-8435-583911237CC7}"/>
              </a:ext>
            </a:extLst>
          </p:cNvPr>
          <p:cNvGrpSpPr/>
          <p:nvPr/>
        </p:nvGrpSpPr>
        <p:grpSpPr>
          <a:xfrm>
            <a:off x="3810511" y="2209229"/>
            <a:ext cx="209043" cy="209043"/>
            <a:chOff x="3354375" y="4234433"/>
            <a:chExt cx="131191" cy="131191"/>
          </a:xfrm>
        </p:grpSpPr>
        <p:sp>
          <p:nvSpPr>
            <p:cNvPr id="1962" name="Oval 1961">
              <a:extLst>
                <a:ext uri="{FF2B5EF4-FFF2-40B4-BE49-F238E27FC236}">
                  <a16:creationId xmlns:a16="http://schemas.microsoft.com/office/drawing/2014/main" id="{2008F067-7497-11B0-7519-00B65891862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3" name="Oval 1962">
              <a:extLst>
                <a:ext uri="{FF2B5EF4-FFF2-40B4-BE49-F238E27FC236}">
                  <a16:creationId xmlns:a16="http://schemas.microsoft.com/office/drawing/2014/main" id="{C2C74799-3988-49B4-D4FD-BD04DDB84D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64" name="Group 1963">
            <a:extLst>
              <a:ext uri="{FF2B5EF4-FFF2-40B4-BE49-F238E27FC236}">
                <a16:creationId xmlns:a16="http://schemas.microsoft.com/office/drawing/2014/main" id="{6C65FCE6-B64D-CA25-B0C5-EE36FC0C3E19}"/>
              </a:ext>
            </a:extLst>
          </p:cNvPr>
          <p:cNvGrpSpPr/>
          <p:nvPr/>
        </p:nvGrpSpPr>
        <p:grpSpPr>
          <a:xfrm rot="21588307">
            <a:off x="3995135" y="2138605"/>
            <a:ext cx="141158" cy="141158"/>
            <a:chOff x="3354375" y="4234433"/>
            <a:chExt cx="131191" cy="131191"/>
          </a:xfrm>
        </p:grpSpPr>
        <p:sp>
          <p:nvSpPr>
            <p:cNvPr id="1965" name="Oval 1964">
              <a:extLst>
                <a:ext uri="{FF2B5EF4-FFF2-40B4-BE49-F238E27FC236}">
                  <a16:creationId xmlns:a16="http://schemas.microsoft.com/office/drawing/2014/main" id="{EBD0A1B8-5862-CE8A-8661-41EB5EDC365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6" name="Oval 1965">
              <a:extLst>
                <a:ext uri="{FF2B5EF4-FFF2-40B4-BE49-F238E27FC236}">
                  <a16:creationId xmlns:a16="http://schemas.microsoft.com/office/drawing/2014/main" id="{F2DCA120-226C-A4EE-2EEC-5962187CA71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67" name="Group 1966">
            <a:extLst>
              <a:ext uri="{FF2B5EF4-FFF2-40B4-BE49-F238E27FC236}">
                <a16:creationId xmlns:a16="http://schemas.microsoft.com/office/drawing/2014/main" id="{7E476F30-6720-679B-CBC1-C4028FC4D409}"/>
              </a:ext>
            </a:extLst>
          </p:cNvPr>
          <p:cNvGrpSpPr/>
          <p:nvPr/>
        </p:nvGrpSpPr>
        <p:grpSpPr>
          <a:xfrm>
            <a:off x="4150500" y="2192144"/>
            <a:ext cx="117664" cy="117664"/>
            <a:chOff x="3354375" y="4234433"/>
            <a:chExt cx="131191" cy="131191"/>
          </a:xfrm>
        </p:grpSpPr>
        <p:sp>
          <p:nvSpPr>
            <p:cNvPr id="1968" name="Oval 1967">
              <a:extLst>
                <a:ext uri="{FF2B5EF4-FFF2-40B4-BE49-F238E27FC236}">
                  <a16:creationId xmlns:a16="http://schemas.microsoft.com/office/drawing/2014/main" id="{7A4CE306-3226-2113-FFCF-5424028EFE7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9" name="Oval 1968">
              <a:extLst>
                <a:ext uri="{FF2B5EF4-FFF2-40B4-BE49-F238E27FC236}">
                  <a16:creationId xmlns:a16="http://schemas.microsoft.com/office/drawing/2014/main" id="{DE3EB317-F2C9-4F95-35F4-CB068FAB009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70" name="Group 1969">
            <a:extLst>
              <a:ext uri="{FF2B5EF4-FFF2-40B4-BE49-F238E27FC236}">
                <a16:creationId xmlns:a16="http://schemas.microsoft.com/office/drawing/2014/main" id="{C4A020BE-2DDD-9B46-AC53-8A98A3334A75}"/>
              </a:ext>
            </a:extLst>
          </p:cNvPr>
          <p:cNvGrpSpPr/>
          <p:nvPr/>
        </p:nvGrpSpPr>
        <p:grpSpPr>
          <a:xfrm>
            <a:off x="4056520" y="2293921"/>
            <a:ext cx="117664" cy="117664"/>
            <a:chOff x="3354375" y="4234433"/>
            <a:chExt cx="131191" cy="131191"/>
          </a:xfrm>
        </p:grpSpPr>
        <p:sp>
          <p:nvSpPr>
            <p:cNvPr id="1971" name="Oval 1970">
              <a:extLst>
                <a:ext uri="{FF2B5EF4-FFF2-40B4-BE49-F238E27FC236}">
                  <a16:creationId xmlns:a16="http://schemas.microsoft.com/office/drawing/2014/main" id="{2E88A998-7FF7-703E-C03E-BBC06D95803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2" name="Oval 1971">
              <a:extLst>
                <a:ext uri="{FF2B5EF4-FFF2-40B4-BE49-F238E27FC236}">
                  <a16:creationId xmlns:a16="http://schemas.microsoft.com/office/drawing/2014/main" id="{074AC09B-1DA7-BC24-49E6-EB702C65755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73" name="Group 1972">
            <a:extLst>
              <a:ext uri="{FF2B5EF4-FFF2-40B4-BE49-F238E27FC236}">
                <a16:creationId xmlns:a16="http://schemas.microsoft.com/office/drawing/2014/main" id="{62F3C329-D9D5-1453-7076-75B314287027}"/>
              </a:ext>
            </a:extLst>
          </p:cNvPr>
          <p:cNvGrpSpPr/>
          <p:nvPr/>
        </p:nvGrpSpPr>
        <p:grpSpPr>
          <a:xfrm rot="21588307">
            <a:off x="4045935" y="2417662"/>
            <a:ext cx="141158" cy="141158"/>
            <a:chOff x="3354375" y="4234433"/>
            <a:chExt cx="131191" cy="131191"/>
          </a:xfrm>
        </p:grpSpPr>
        <p:sp>
          <p:nvSpPr>
            <p:cNvPr id="1974" name="Oval 1973">
              <a:extLst>
                <a:ext uri="{FF2B5EF4-FFF2-40B4-BE49-F238E27FC236}">
                  <a16:creationId xmlns:a16="http://schemas.microsoft.com/office/drawing/2014/main" id="{F7BAEBC2-4D47-4492-6A44-0C34027D4D5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5" name="Oval 1974">
              <a:extLst>
                <a:ext uri="{FF2B5EF4-FFF2-40B4-BE49-F238E27FC236}">
                  <a16:creationId xmlns:a16="http://schemas.microsoft.com/office/drawing/2014/main" id="{0D7B721E-F4CC-DC05-A468-4C7839FCBBD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76" name="Group 1975">
            <a:extLst>
              <a:ext uri="{FF2B5EF4-FFF2-40B4-BE49-F238E27FC236}">
                <a16:creationId xmlns:a16="http://schemas.microsoft.com/office/drawing/2014/main" id="{10FBFC2B-3112-E8C2-F9EA-D471C69B8971}"/>
              </a:ext>
            </a:extLst>
          </p:cNvPr>
          <p:cNvGrpSpPr/>
          <p:nvPr/>
        </p:nvGrpSpPr>
        <p:grpSpPr>
          <a:xfrm>
            <a:off x="3914894" y="2503300"/>
            <a:ext cx="117664" cy="117664"/>
            <a:chOff x="3354375" y="4234433"/>
            <a:chExt cx="131191" cy="131191"/>
          </a:xfrm>
        </p:grpSpPr>
        <p:sp>
          <p:nvSpPr>
            <p:cNvPr id="1977" name="Oval 1976">
              <a:extLst>
                <a:ext uri="{FF2B5EF4-FFF2-40B4-BE49-F238E27FC236}">
                  <a16:creationId xmlns:a16="http://schemas.microsoft.com/office/drawing/2014/main" id="{720F4987-62B7-CB66-5744-45FE045096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8" name="Oval 1977">
              <a:extLst>
                <a:ext uri="{FF2B5EF4-FFF2-40B4-BE49-F238E27FC236}">
                  <a16:creationId xmlns:a16="http://schemas.microsoft.com/office/drawing/2014/main" id="{DCEE8EF4-E0AB-12B1-0BBD-902CB270498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79" name="Group 1978">
            <a:extLst>
              <a:ext uri="{FF2B5EF4-FFF2-40B4-BE49-F238E27FC236}">
                <a16:creationId xmlns:a16="http://schemas.microsoft.com/office/drawing/2014/main" id="{2710BE91-3794-8322-E4D3-8A441BA7FE76}"/>
              </a:ext>
            </a:extLst>
          </p:cNvPr>
          <p:cNvGrpSpPr/>
          <p:nvPr/>
        </p:nvGrpSpPr>
        <p:grpSpPr>
          <a:xfrm rot="21588307">
            <a:off x="3844765" y="1081487"/>
            <a:ext cx="150955" cy="150955"/>
            <a:chOff x="3354375" y="4234433"/>
            <a:chExt cx="131191" cy="131191"/>
          </a:xfrm>
        </p:grpSpPr>
        <p:sp>
          <p:nvSpPr>
            <p:cNvPr id="1980" name="Oval 1979">
              <a:extLst>
                <a:ext uri="{FF2B5EF4-FFF2-40B4-BE49-F238E27FC236}">
                  <a16:creationId xmlns:a16="http://schemas.microsoft.com/office/drawing/2014/main" id="{D9871980-DA74-49C5-315A-7DCC0617A5B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1" name="Oval 1980">
              <a:extLst>
                <a:ext uri="{FF2B5EF4-FFF2-40B4-BE49-F238E27FC236}">
                  <a16:creationId xmlns:a16="http://schemas.microsoft.com/office/drawing/2014/main" id="{56E24EF8-735E-8681-CA40-B03FE85AFB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82" name="Group 1981">
            <a:extLst>
              <a:ext uri="{FF2B5EF4-FFF2-40B4-BE49-F238E27FC236}">
                <a16:creationId xmlns:a16="http://schemas.microsoft.com/office/drawing/2014/main" id="{54196679-909D-83A7-763C-BA104C4E9DF6}"/>
              </a:ext>
            </a:extLst>
          </p:cNvPr>
          <p:cNvGrpSpPr/>
          <p:nvPr/>
        </p:nvGrpSpPr>
        <p:grpSpPr>
          <a:xfrm>
            <a:off x="3913776" y="875344"/>
            <a:ext cx="209043" cy="209043"/>
            <a:chOff x="3354375" y="4234433"/>
            <a:chExt cx="131191" cy="131191"/>
          </a:xfrm>
        </p:grpSpPr>
        <p:sp>
          <p:nvSpPr>
            <p:cNvPr id="1983" name="Oval 1982">
              <a:extLst>
                <a:ext uri="{FF2B5EF4-FFF2-40B4-BE49-F238E27FC236}">
                  <a16:creationId xmlns:a16="http://schemas.microsoft.com/office/drawing/2014/main" id="{56DF0643-1F88-36AB-8091-2A3F27D6C88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4" name="Oval 1983">
              <a:extLst>
                <a:ext uri="{FF2B5EF4-FFF2-40B4-BE49-F238E27FC236}">
                  <a16:creationId xmlns:a16="http://schemas.microsoft.com/office/drawing/2014/main" id="{B7D57C60-41D0-1280-BD33-2622038CDA4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85" name="Group 1984">
            <a:extLst>
              <a:ext uri="{FF2B5EF4-FFF2-40B4-BE49-F238E27FC236}">
                <a16:creationId xmlns:a16="http://schemas.microsoft.com/office/drawing/2014/main" id="{39DEE7E4-56E1-123A-C603-4F363F59E5B8}"/>
              </a:ext>
            </a:extLst>
          </p:cNvPr>
          <p:cNvGrpSpPr/>
          <p:nvPr/>
        </p:nvGrpSpPr>
        <p:grpSpPr>
          <a:xfrm rot="21588307">
            <a:off x="4845739" y="632680"/>
            <a:ext cx="76198" cy="76198"/>
            <a:chOff x="3354375" y="4234433"/>
            <a:chExt cx="131191" cy="131191"/>
          </a:xfrm>
        </p:grpSpPr>
        <p:sp>
          <p:nvSpPr>
            <p:cNvPr id="1986" name="Oval 1985">
              <a:extLst>
                <a:ext uri="{FF2B5EF4-FFF2-40B4-BE49-F238E27FC236}">
                  <a16:creationId xmlns:a16="http://schemas.microsoft.com/office/drawing/2014/main" id="{7289B8FB-FD13-37A7-9F99-9C45250625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7" name="Oval 1986">
              <a:extLst>
                <a:ext uri="{FF2B5EF4-FFF2-40B4-BE49-F238E27FC236}">
                  <a16:creationId xmlns:a16="http://schemas.microsoft.com/office/drawing/2014/main" id="{E48E51FF-2EC2-F51B-2F14-220F00B6604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88" name="Group 1987">
            <a:extLst>
              <a:ext uri="{FF2B5EF4-FFF2-40B4-BE49-F238E27FC236}">
                <a16:creationId xmlns:a16="http://schemas.microsoft.com/office/drawing/2014/main" id="{5F83EC87-EBFF-A79D-3090-9CEA574DBE08}"/>
              </a:ext>
            </a:extLst>
          </p:cNvPr>
          <p:cNvGrpSpPr/>
          <p:nvPr/>
        </p:nvGrpSpPr>
        <p:grpSpPr>
          <a:xfrm rot="639845">
            <a:off x="3539003" y="1922121"/>
            <a:ext cx="209043" cy="209043"/>
            <a:chOff x="3354375" y="4234433"/>
            <a:chExt cx="131191" cy="131191"/>
          </a:xfrm>
        </p:grpSpPr>
        <p:sp>
          <p:nvSpPr>
            <p:cNvPr id="1989" name="Oval 1988">
              <a:extLst>
                <a:ext uri="{FF2B5EF4-FFF2-40B4-BE49-F238E27FC236}">
                  <a16:creationId xmlns:a16="http://schemas.microsoft.com/office/drawing/2014/main" id="{0B6B8CFA-DA80-DED4-64C9-0F755E7D2EF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0" name="Oval 1989">
              <a:extLst>
                <a:ext uri="{FF2B5EF4-FFF2-40B4-BE49-F238E27FC236}">
                  <a16:creationId xmlns:a16="http://schemas.microsoft.com/office/drawing/2014/main" id="{3F7BE268-93B7-05A1-84ED-235D4AC9E3D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91" name="Group 1990">
            <a:extLst>
              <a:ext uri="{FF2B5EF4-FFF2-40B4-BE49-F238E27FC236}">
                <a16:creationId xmlns:a16="http://schemas.microsoft.com/office/drawing/2014/main" id="{7E2C568A-1B2E-61E9-98D0-5938D507013B}"/>
              </a:ext>
            </a:extLst>
          </p:cNvPr>
          <p:cNvGrpSpPr/>
          <p:nvPr/>
        </p:nvGrpSpPr>
        <p:grpSpPr>
          <a:xfrm rot="21588307">
            <a:off x="3720108" y="1834769"/>
            <a:ext cx="150955" cy="150955"/>
            <a:chOff x="3354375" y="4234433"/>
            <a:chExt cx="131191" cy="131191"/>
          </a:xfrm>
        </p:grpSpPr>
        <p:sp>
          <p:nvSpPr>
            <p:cNvPr id="1992" name="Oval 1991">
              <a:extLst>
                <a:ext uri="{FF2B5EF4-FFF2-40B4-BE49-F238E27FC236}">
                  <a16:creationId xmlns:a16="http://schemas.microsoft.com/office/drawing/2014/main" id="{CFFDC992-3A10-D317-B670-2336BB098C0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3" name="Oval 1992">
              <a:extLst>
                <a:ext uri="{FF2B5EF4-FFF2-40B4-BE49-F238E27FC236}">
                  <a16:creationId xmlns:a16="http://schemas.microsoft.com/office/drawing/2014/main" id="{0E2A4FA2-FBF0-9536-DAF3-7DA60C98BCE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94" name="Group 1993">
            <a:extLst>
              <a:ext uri="{FF2B5EF4-FFF2-40B4-BE49-F238E27FC236}">
                <a16:creationId xmlns:a16="http://schemas.microsoft.com/office/drawing/2014/main" id="{E73163AC-7E6C-EF92-4E9C-767C39A3FD31}"/>
              </a:ext>
            </a:extLst>
          </p:cNvPr>
          <p:cNvGrpSpPr/>
          <p:nvPr/>
        </p:nvGrpSpPr>
        <p:grpSpPr>
          <a:xfrm>
            <a:off x="3719387" y="1721263"/>
            <a:ext cx="76198" cy="76198"/>
            <a:chOff x="3354375" y="4234433"/>
            <a:chExt cx="131191" cy="131191"/>
          </a:xfrm>
        </p:grpSpPr>
        <p:sp>
          <p:nvSpPr>
            <p:cNvPr id="1995" name="Oval 1994">
              <a:extLst>
                <a:ext uri="{FF2B5EF4-FFF2-40B4-BE49-F238E27FC236}">
                  <a16:creationId xmlns:a16="http://schemas.microsoft.com/office/drawing/2014/main" id="{8CC9B06A-B790-366E-10C2-F529AEAF71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6" name="Oval 1995">
              <a:extLst>
                <a:ext uri="{FF2B5EF4-FFF2-40B4-BE49-F238E27FC236}">
                  <a16:creationId xmlns:a16="http://schemas.microsoft.com/office/drawing/2014/main" id="{14FDA064-A9CF-262E-DA69-53F7408EE8F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00" name="Group 1999">
            <a:extLst>
              <a:ext uri="{FF2B5EF4-FFF2-40B4-BE49-F238E27FC236}">
                <a16:creationId xmlns:a16="http://schemas.microsoft.com/office/drawing/2014/main" id="{1F0FEFA5-D0B8-025D-11E7-52B3D8073ED8}"/>
              </a:ext>
            </a:extLst>
          </p:cNvPr>
          <p:cNvGrpSpPr/>
          <p:nvPr/>
        </p:nvGrpSpPr>
        <p:grpSpPr>
          <a:xfrm>
            <a:off x="3540120" y="2660566"/>
            <a:ext cx="209043" cy="209043"/>
            <a:chOff x="3354375" y="4234433"/>
            <a:chExt cx="131191" cy="131191"/>
          </a:xfrm>
        </p:grpSpPr>
        <p:sp>
          <p:nvSpPr>
            <p:cNvPr id="2001" name="Oval 2000">
              <a:extLst>
                <a:ext uri="{FF2B5EF4-FFF2-40B4-BE49-F238E27FC236}">
                  <a16:creationId xmlns:a16="http://schemas.microsoft.com/office/drawing/2014/main" id="{ECDCF4C1-8FD1-541F-2309-9D9DCB61E91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2" name="Oval 2001">
              <a:extLst>
                <a:ext uri="{FF2B5EF4-FFF2-40B4-BE49-F238E27FC236}">
                  <a16:creationId xmlns:a16="http://schemas.microsoft.com/office/drawing/2014/main" id="{38588739-FD62-C292-66C8-684A2BBCC55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03" name="Group 2002">
            <a:extLst>
              <a:ext uri="{FF2B5EF4-FFF2-40B4-BE49-F238E27FC236}">
                <a16:creationId xmlns:a16="http://schemas.microsoft.com/office/drawing/2014/main" id="{69E6C7C2-AD8F-C7B2-16B4-9F1569A904ED}"/>
              </a:ext>
            </a:extLst>
          </p:cNvPr>
          <p:cNvGrpSpPr/>
          <p:nvPr/>
        </p:nvGrpSpPr>
        <p:grpSpPr>
          <a:xfrm>
            <a:off x="3741147" y="2592312"/>
            <a:ext cx="117664" cy="117664"/>
            <a:chOff x="3354375" y="4234433"/>
            <a:chExt cx="131191" cy="131191"/>
          </a:xfrm>
        </p:grpSpPr>
        <p:sp>
          <p:nvSpPr>
            <p:cNvPr id="2004" name="Oval 2003">
              <a:extLst>
                <a:ext uri="{FF2B5EF4-FFF2-40B4-BE49-F238E27FC236}">
                  <a16:creationId xmlns:a16="http://schemas.microsoft.com/office/drawing/2014/main" id="{4B7FBF69-0EE6-0B56-ED4F-2CA9682E2B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5" name="Oval 2004">
              <a:extLst>
                <a:ext uri="{FF2B5EF4-FFF2-40B4-BE49-F238E27FC236}">
                  <a16:creationId xmlns:a16="http://schemas.microsoft.com/office/drawing/2014/main" id="{836B4045-A250-A28C-84FE-3749344A54B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06" name="Group 2005">
            <a:extLst>
              <a:ext uri="{FF2B5EF4-FFF2-40B4-BE49-F238E27FC236}">
                <a16:creationId xmlns:a16="http://schemas.microsoft.com/office/drawing/2014/main" id="{07B1A9CA-E652-CF31-D8B2-60DBC38738E6}"/>
              </a:ext>
            </a:extLst>
          </p:cNvPr>
          <p:cNvGrpSpPr/>
          <p:nvPr/>
        </p:nvGrpSpPr>
        <p:grpSpPr>
          <a:xfrm>
            <a:off x="3814767" y="929848"/>
            <a:ext cx="76198" cy="76198"/>
            <a:chOff x="3354375" y="4234433"/>
            <a:chExt cx="131191" cy="131191"/>
          </a:xfrm>
        </p:grpSpPr>
        <p:sp>
          <p:nvSpPr>
            <p:cNvPr id="2007" name="Oval 2006">
              <a:extLst>
                <a:ext uri="{FF2B5EF4-FFF2-40B4-BE49-F238E27FC236}">
                  <a16:creationId xmlns:a16="http://schemas.microsoft.com/office/drawing/2014/main" id="{1B43A956-897B-234D-C5C7-BB4AB77514B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8" name="Oval 2007">
              <a:extLst>
                <a:ext uri="{FF2B5EF4-FFF2-40B4-BE49-F238E27FC236}">
                  <a16:creationId xmlns:a16="http://schemas.microsoft.com/office/drawing/2014/main" id="{DFE5C620-9951-72B9-E820-7EF34DD1FF3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09" name="Group 2008">
            <a:extLst>
              <a:ext uri="{FF2B5EF4-FFF2-40B4-BE49-F238E27FC236}">
                <a16:creationId xmlns:a16="http://schemas.microsoft.com/office/drawing/2014/main" id="{D1E2FD89-55BE-EBF7-D23A-A0E1AAB031AE}"/>
              </a:ext>
            </a:extLst>
          </p:cNvPr>
          <p:cNvGrpSpPr/>
          <p:nvPr/>
        </p:nvGrpSpPr>
        <p:grpSpPr>
          <a:xfrm rot="639845">
            <a:off x="2942530" y="2907651"/>
            <a:ext cx="209043" cy="209043"/>
            <a:chOff x="3354375" y="4234433"/>
            <a:chExt cx="131191" cy="131191"/>
          </a:xfrm>
        </p:grpSpPr>
        <p:sp>
          <p:nvSpPr>
            <p:cNvPr id="2010" name="Oval 2009">
              <a:extLst>
                <a:ext uri="{FF2B5EF4-FFF2-40B4-BE49-F238E27FC236}">
                  <a16:creationId xmlns:a16="http://schemas.microsoft.com/office/drawing/2014/main" id="{45EECAF5-4C33-BBE8-BD70-CE3D55279D6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1" name="Oval 2010">
              <a:extLst>
                <a:ext uri="{FF2B5EF4-FFF2-40B4-BE49-F238E27FC236}">
                  <a16:creationId xmlns:a16="http://schemas.microsoft.com/office/drawing/2014/main" id="{66077561-1CC8-4448-CBC6-ADBD6194213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12" name="Group 2011">
            <a:extLst>
              <a:ext uri="{FF2B5EF4-FFF2-40B4-BE49-F238E27FC236}">
                <a16:creationId xmlns:a16="http://schemas.microsoft.com/office/drawing/2014/main" id="{D3676FC0-34F3-649E-AE23-EC36F3FB4542}"/>
              </a:ext>
            </a:extLst>
          </p:cNvPr>
          <p:cNvGrpSpPr/>
          <p:nvPr/>
        </p:nvGrpSpPr>
        <p:grpSpPr>
          <a:xfrm>
            <a:off x="3456202" y="3025482"/>
            <a:ext cx="141158" cy="141158"/>
            <a:chOff x="3354375" y="4234433"/>
            <a:chExt cx="131191" cy="131191"/>
          </a:xfrm>
        </p:grpSpPr>
        <p:sp>
          <p:nvSpPr>
            <p:cNvPr id="2013" name="Oval 2012">
              <a:extLst>
                <a:ext uri="{FF2B5EF4-FFF2-40B4-BE49-F238E27FC236}">
                  <a16:creationId xmlns:a16="http://schemas.microsoft.com/office/drawing/2014/main" id="{F59163B8-8DCC-6029-DD52-2C203130C28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4" name="Oval 2013">
              <a:extLst>
                <a:ext uri="{FF2B5EF4-FFF2-40B4-BE49-F238E27FC236}">
                  <a16:creationId xmlns:a16="http://schemas.microsoft.com/office/drawing/2014/main" id="{BF20B546-EC51-4CB0-B710-B0036671AAD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15" name="Group 2014">
            <a:extLst>
              <a:ext uri="{FF2B5EF4-FFF2-40B4-BE49-F238E27FC236}">
                <a16:creationId xmlns:a16="http://schemas.microsoft.com/office/drawing/2014/main" id="{217F653D-79D3-4360-701C-5A30BA3BBBD7}"/>
              </a:ext>
            </a:extLst>
          </p:cNvPr>
          <p:cNvGrpSpPr/>
          <p:nvPr/>
        </p:nvGrpSpPr>
        <p:grpSpPr>
          <a:xfrm>
            <a:off x="3124046" y="3074090"/>
            <a:ext cx="141158" cy="141158"/>
            <a:chOff x="3354375" y="4234433"/>
            <a:chExt cx="131191" cy="131191"/>
          </a:xfrm>
        </p:grpSpPr>
        <p:sp>
          <p:nvSpPr>
            <p:cNvPr id="2016" name="Oval 2015">
              <a:extLst>
                <a:ext uri="{FF2B5EF4-FFF2-40B4-BE49-F238E27FC236}">
                  <a16:creationId xmlns:a16="http://schemas.microsoft.com/office/drawing/2014/main" id="{E4D9D9CA-E949-3772-8260-F6078F8D0F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7" name="Oval 2016">
              <a:extLst>
                <a:ext uri="{FF2B5EF4-FFF2-40B4-BE49-F238E27FC236}">
                  <a16:creationId xmlns:a16="http://schemas.microsoft.com/office/drawing/2014/main" id="{A601D68F-9D27-FC53-EC3A-E7F3C4270F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18" name="Group 2017">
            <a:extLst>
              <a:ext uri="{FF2B5EF4-FFF2-40B4-BE49-F238E27FC236}">
                <a16:creationId xmlns:a16="http://schemas.microsoft.com/office/drawing/2014/main" id="{E3BAFB69-5E8C-6EDE-6981-3077757E56DA}"/>
              </a:ext>
            </a:extLst>
          </p:cNvPr>
          <p:cNvGrpSpPr/>
          <p:nvPr/>
        </p:nvGrpSpPr>
        <p:grpSpPr>
          <a:xfrm>
            <a:off x="3518350" y="2876070"/>
            <a:ext cx="141158" cy="141158"/>
            <a:chOff x="3354375" y="4234433"/>
            <a:chExt cx="131191" cy="131191"/>
          </a:xfrm>
        </p:grpSpPr>
        <p:sp>
          <p:nvSpPr>
            <p:cNvPr id="2019" name="Oval 2018">
              <a:extLst>
                <a:ext uri="{FF2B5EF4-FFF2-40B4-BE49-F238E27FC236}">
                  <a16:creationId xmlns:a16="http://schemas.microsoft.com/office/drawing/2014/main" id="{588618BB-F5AA-CFEB-D245-BE72B2C39D1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0" name="Oval 2019">
              <a:extLst>
                <a:ext uri="{FF2B5EF4-FFF2-40B4-BE49-F238E27FC236}">
                  <a16:creationId xmlns:a16="http://schemas.microsoft.com/office/drawing/2014/main" id="{D42CED77-C4D7-2D2D-9612-704251FCC91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21" name="Group 2020">
            <a:extLst>
              <a:ext uri="{FF2B5EF4-FFF2-40B4-BE49-F238E27FC236}">
                <a16:creationId xmlns:a16="http://schemas.microsoft.com/office/drawing/2014/main" id="{B44F3C51-B389-1CE5-CD3C-726AAFB0ABE9}"/>
              </a:ext>
            </a:extLst>
          </p:cNvPr>
          <p:cNvGrpSpPr/>
          <p:nvPr/>
        </p:nvGrpSpPr>
        <p:grpSpPr>
          <a:xfrm>
            <a:off x="3302733" y="3019712"/>
            <a:ext cx="117664" cy="117664"/>
            <a:chOff x="3354375" y="4234433"/>
            <a:chExt cx="131191" cy="131191"/>
          </a:xfrm>
        </p:grpSpPr>
        <p:sp>
          <p:nvSpPr>
            <p:cNvPr id="2022" name="Oval 2021">
              <a:extLst>
                <a:ext uri="{FF2B5EF4-FFF2-40B4-BE49-F238E27FC236}">
                  <a16:creationId xmlns:a16="http://schemas.microsoft.com/office/drawing/2014/main" id="{D66FE5E9-8205-293B-4F90-2923CE105F8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3" name="Oval 2022">
              <a:extLst>
                <a:ext uri="{FF2B5EF4-FFF2-40B4-BE49-F238E27FC236}">
                  <a16:creationId xmlns:a16="http://schemas.microsoft.com/office/drawing/2014/main" id="{27003741-1709-A0B1-EBC6-24368E90625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24" name="Group 2023">
            <a:extLst>
              <a:ext uri="{FF2B5EF4-FFF2-40B4-BE49-F238E27FC236}">
                <a16:creationId xmlns:a16="http://schemas.microsoft.com/office/drawing/2014/main" id="{1F9772D2-C654-917F-4F3B-237F2000FFEE}"/>
              </a:ext>
            </a:extLst>
          </p:cNvPr>
          <p:cNvGrpSpPr/>
          <p:nvPr/>
        </p:nvGrpSpPr>
        <p:grpSpPr>
          <a:xfrm>
            <a:off x="2749954" y="3069827"/>
            <a:ext cx="117664" cy="117664"/>
            <a:chOff x="3354375" y="4234433"/>
            <a:chExt cx="131191" cy="131191"/>
          </a:xfrm>
        </p:grpSpPr>
        <p:sp>
          <p:nvSpPr>
            <p:cNvPr id="2025" name="Oval 2024">
              <a:extLst>
                <a:ext uri="{FF2B5EF4-FFF2-40B4-BE49-F238E27FC236}">
                  <a16:creationId xmlns:a16="http://schemas.microsoft.com/office/drawing/2014/main" id="{04F18683-A967-937C-E19F-1DFF2638006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6" name="Oval 2025">
              <a:extLst>
                <a:ext uri="{FF2B5EF4-FFF2-40B4-BE49-F238E27FC236}">
                  <a16:creationId xmlns:a16="http://schemas.microsoft.com/office/drawing/2014/main" id="{5611C8DA-7FD4-42E0-7389-26CE157C66A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27" name="Group 2026">
            <a:extLst>
              <a:ext uri="{FF2B5EF4-FFF2-40B4-BE49-F238E27FC236}">
                <a16:creationId xmlns:a16="http://schemas.microsoft.com/office/drawing/2014/main" id="{E221ABD6-2F10-624D-6523-4F42ACB44472}"/>
              </a:ext>
            </a:extLst>
          </p:cNvPr>
          <p:cNvGrpSpPr/>
          <p:nvPr/>
        </p:nvGrpSpPr>
        <p:grpSpPr>
          <a:xfrm rot="21588307">
            <a:off x="3393832" y="2957112"/>
            <a:ext cx="76198" cy="76198"/>
            <a:chOff x="3354375" y="4234433"/>
            <a:chExt cx="131191" cy="131191"/>
          </a:xfrm>
        </p:grpSpPr>
        <p:sp>
          <p:nvSpPr>
            <p:cNvPr id="2028" name="Oval 2027">
              <a:extLst>
                <a:ext uri="{FF2B5EF4-FFF2-40B4-BE49-F238E27FC236}">
                  <a16:creationId xmlns:a16="http://schemas.microsoft.com/office/drawing/2014/main" id="{90C9645C-95A7-EE48-3716-C52E37AC447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9" name="Oval 2028">
              <a:extLst>
                <a:ext uri="{FF2B5EF4-FFF2-40B4-BE49-F238E27FC236}">
                  <a16:creationId xmlns:a16="http://schemas.microsoft.com/office/drawing/2014/main" id="{D69D7475-28C2-9A8B-3D0E-DCDEFCA987D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30" name="Group 2029">
            <a:extLst>
              <a:ext uri="{FF2B5EF4-FFF2-40B4-BE49-F238E27FC236}">
                <a16:creationId xmlns:a16="http://schemas.microsoft.com/office/drawing/2014/main" id="{574ED0EA-3CD3-A2FD-3B8E-C8CFFD27DB0B}"/>
              </a:ext>
            </a:extLst>
          </p:cNvPr>
          <p:cNvGrpSpPr/>
          <p:nvPr/>
        </p:nvGrpSpPr>
        <p:grpSpPr>
          <a:xfrm rot="21588307">
            <a:off x="2648362" y="3066173"/>
            <a:ext cx="76198" cy="76198"/>
            <a:chOff x="3354375" y="4234433"/>
            <a:chExt cx="131191" cy="131191"/>
          </a:xfrm>
        </p:grpSpPr>
        <p:sp>
          <p:nvSpPr>
            <p:cNvPr id="2031" name="Oval 2030">
              <a:extLst>
                <a:ext uri="{FF2B5EF4-FFF2-40B4-BE49-F238E27FC236}">
                  <a16:creationId xmlns:a16="http://schemas.microsoft.com/office/drawing/2014/main" id="{7F1E4494-4EAA-7E01-47EE-4F7346A2FB4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2" name="Oval 2031">
              <a:extLst>
                <a:ext uri="{FF2B5EF4-FFF2-40B4-BE49-F238E27FC236}">
                  <a16:creationId xmlns:a16="http://schemas.microsoft.com/office/drawing/2014/main" id="{05EF76E3-6CC0-643F-13FA-C499C1B54F9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33" name="Group 2032">
            <a:extLst>
              <a:ext uri="{FF2B5EF4-FFF2-40B4-BE49-F238E27FC236}">
                <a16:creationId xmlns:a16="http://schemas.microsoft.com/office/drawing/2014/main" id="{05E75C1D-8B5B-C53A-47C0-E7D8DFB96039}"/>
              </a:ext>
            </a:extLst>
          </p:cNvPr>
          <p:cNvGrpSpPr/>
          <p:nvPr/>
        </p:nvGrpSpPr>
        <p:grpSpPr>
          <a:xfrm>
            <a:off x="2675428" y="2716673"/>
            <a:ext cx="117664" cy="117664"/>
            <a:chOff x="3354375" y="4234433"/>
            <a:chExt cx="131191" cy="131191"/>
          </a:xfrm>
        </p:grpSpPr>
        <p:sp>
          <p:nvSpPr>
            <p:cNvPr id="2034" name="Oval 2033">
              <a:extLst>
                <a:ext uri="{FF2B5EF4-FFF2-40B4-BE49-F238E27FC236}">
                  <a16:creationId xmlns:a16="http://schemas.microsoft.com/office/drawing/2014/main" id="{666CBB52-A553-67DD-CF18-B473CBED3BC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5" name="Oval 2034">
              <a:extLst>
                <a:ext uri="{FF2B5EF4-FFF2-40B4-BE49-F238E27FC236}">
                  <a16:creationId xmlns:a16="http://schemas.microsoft.com/office/drawing/2014/main" id="{E3C86E65-81AF-26C7-BBBA-FD85A4BB6A9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36" name="Group 2035">
            <a:extLst>
              <a:ext uri="{FF2B5EF4-FFF2-40B4-BE49-F238E27FC236}">
                <a16:creationId xmlns:a16="http://schemas.microsoft.com/office/drawing/2014/main" id="{979F4273-3656-8D24-1829-DEC6F1386193}"/>
              </a:ext>
            </a:extLst>
          </p:cNvPr>
          <p:cNvGrpSpPr/>
          <p:nvPr/>
        </p:nvGrpSpPr>
        <p:grpSpPr>
          <a:xfrm>
            <a:off x="2551236" y="2860928"/>
            <a:ext cx="117664" cy="117664"/>
            <a:chOff x="3354375" y="4234433"/>
            <a:chExt cx="131191" cy="131191"/>
          </a:xfrm>
        </p:grpSpPr>
        <p:sp>
          <p:nvSpPr>
            <p:cNvPr id="2037" name="Oval 2036">
              <a:extLst>
                <a:ext uri="{FF2B5EF4-FFF2-40B4-BE49-F238E27FC236}">
                  <a16:creationId xmlns:a16="http://schemas.microsoft.com/office/drawing/2014/main" id="{486F3DB8-DDDF-2364-9561-EFE1CA4194D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38" name="Oval 2037">
              <a:extLst>
                <a:ext uri="{FF2B5EF4-FFF2-40B4-BE49-F238E27FC236}">
                  <a16:creationId xmlns:a16="http://schemas.microsoft.com/office/drawing/2014/main" id="{551A574F-F2F4-A08A-4E3C-5519FE78592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39" name="Group 2038">
            <a:extLst>
              <a:ext uri="{FF2B5EF4-FFF2-40B4-BE49-F238E27FC236}">
                <a16:creationId xmlns:a16="http://schemas.microsoft.com/office/drawing/2014/main" id="{79CE9691-987A-A96C-5340-1844D7C57BC5}"/>
              </a:ext>
            </a:extLst>
          </p:cNvPr>
          <p:cNvGrpSpPr/>
          <p:nvPr/>
        </p:nvGrpSpPr>
        <p:grpSpPr>
          <a:xfrm>
            <a:off x="2187100" y="3145005"/>
            <a:ext cx="117664" cy="117664"/>
            <a:chOff x="3354375" y="4234433"/>
            <a:chExt cx="131191" cy="131191"/>
          </a:xfrm>
        </p:grpSpPr>
        <p:sp>
          <p:nvSpPr>
            <p:cNvPr id="2040" name="Oval 2039">
              <a:extLst>
                <a:ext uri="{FF2B5EF4-FFF2-40B4-BE49-F238E27FC236}">
                  <a16:creationId xmlns:a16="http://schemas.microsoft.com/office/drawing/2014/main" id="{06FFA1C4-2594-5AD4-9A67-8B810E286B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1" name="Oval 2040">
              <a:extLst>
                <a:ext uri="{FF2B5EF4-FFF2-40B4-BE49-F238E27FC236}">
                  <a16:creationId xmlns:a16="http://schemas.microsoft.com/office/drawing/2014/main" id="{9B5E7882-BB16-C6DE-1BA6-7557E9331E1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42" name="Group 2041">
            <a:extLst>
              <a:ext uri="{FF2B5EF4-FFF2-40B4-BE49-F238E27FC236}">
                <a16:creationId xmlns:a16="http://schemas.microsoft.com/office/drawing/2014/main" id="{02C63819-C3E1-16D2-31FD-3194E9E3E204}"/>
              </a:ext>
            </a:extLst>
          </p:cNvPr>
          <p:cNvGrpSpPr/>
          <p:nvPr/>
        </p:nvGrpSpPr>
        <p:grpSpPr>
          <a:xfrm>
            <a:off x="2072707" y="2823270"/>
            <a:ext cx="117664" cy="117664"/>
            <a:chOff x="3354375" y="4234433"/>
            <a:chExt cx="131191" cy="131191"/>
          </a:xfrm>
        </p:grpSpPr>
        <p:sp>
          <p:nvSpPr>
            <p:cNvPr id="2043" name="Oval 2042">
              <a:extLst>
                <a:ext uri="{FF2B5EF4-FFF2-40B4-BE49-F238E27FC236}">
                  <a16:creationId xmlns:a16="http://schemas.microsoft.com/office/drawing/2014/main" id="{EFBE5BF4-66CC-C3C7-F1D8-EC475B43491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4" name="Oval 2043">
              <a:extLst>
                <a:ext uri="{FF2B5EF4-FFF2-40B4-BE49-F238E27FC236}">
                  <a16:creationId xmlns:a16="http://schemas.microsoft.com/office/drawing/2014/main" id="{378657D3-C20B-CC98-4471-90A2E66F452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45" name="Group 2044">
            <a:extLst>
              <a:ext uri="{FF2B5EF4-FFF2-40B4-BE49-F238E27FC236}">
                <a16:creationId xmlns:a16="http://schemas.microsoft.com/office/drawing/2014/main" id="{874C66BC-3908-242A-F819-238059BD6189}"/>
              </a:ext>
            </a:extLst>
          </p:cNvPr>
          <p:cNvGrpSpPr/>
          <p:nvPr/>
        </p:nvGrpSpPr>
        <p:grpSpPr>
          <a:xfrm rot="21588307">
            <a:off x="2244807" y="2843434"/>
            <a:ext cx="76198" cy="76198"/>
            <a:chOff x="3354375" y="4234433"/>
            <a:chExt cx="131191" cy="131191"/>
          </a:xfrm>
        </p:grpSpPr>
        <p:sp>
          <p:nvSpPr>
            <p:cNvPr id="2046" name="Oval 2045">
              <a:extLst>
                <a:ext uri="{FF2B5EF4-FFF2-40B4-BE49-F238E27FC236}">
                  <a16:creationId xmlns:a16="http://schemas.microsoft.com/office/drawing/2014/main" id="{4A72784C-A567-5C9C-CF32-FE44012AC19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47" name="Oval 2046">
              <a:extLst>
                <a:ext uri="{FF2B5EF4-FFF2-40B4-BE49-F238E27FC236}">
                  <a16:creationId xmlns:a16="http://schemas.microsoft.com/office/drawing/2014/main" id="{87918C4F-1FD4-E6F1-257D-B0D91151555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48" name="Group 2047">
            <a:extLst>
              <a:ext uri="{FF2B5EF4-FFF2-40B4-BE49-F238E27FC236}">
                <a16:creationId xmlns:a16="http://schemas.microsoft.com/office/drawing/2014/main" id="{D9E610C1-9D15-285F-A556-A15EE9950963}"/>
              </a:ext>
            </a:extLst>
          </p:cNvPr>
          <p:cNvGrpSpPr/>
          <p:nvPr/>
        </p:nvGrpSpPr>
        <p:grpSpPr>
          <a:xfrm rot="21588307">
            <a:off x="2076283" y="3099735"/>
            <a:ext cx="76198" cy="76198"/>
            <a:chOff x="3354375" y="4234433"/>
            <a:chExt cx="131191" cy="131191"/>
          </a:xfrm>
        </p:grpSpPr>
        <p:sp>
          <p:nvSpPr>
            <p:cNvPr id="2049" name="Oval 2048">
              <a:extLst>
                <a:ext uri="{FF2B5EF4-FFF2-40B4-BE49-F238E27FC236}">
                  <a16:creationId xmlns:a16="http://schemas.microsoft.com/office/drawing/2014/main" id="{7664F8CC-BDA8-A0D7-E850-7D25DAC7817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0" name="Oval 2049">
              <a:extLst>
                <a:ext uri="{FF2B5EF4-FFF2-40B4-BE49-F238E27FC236}">
                  <a16:creationId xmlns:a16="http://schemas.microsoft.com/office/drawing/2014/main" id="{C3AC9411-2CC0-F303-F616-8BE873FFAD1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51" name="Group 2050">
            <a:extLst>
              <a:ext uri="{FF2B5EF4-FFF2-40B4-BE49-F238E27FC236}">
                <a16:creationId xmlns:a16="http://schemas.microsoft.com/office/drawing/2014/main" id="{B1A83658-440E-C48C-98BF-2BFA62AE28DC}"/>
              </a:ext>
            </a:extLst>
          </p:cNvPr>
          <p:cNvGrpSpPr/>
          <p:nvPr/>
        </p:nvGrpSpPr>
        <p:grpSpPr>
          <a:xfrm rot="21588307">
            <a:off x="2030454" y="2971673"/>
            <a:ext cx="76198" cy="76198"/>
            <a:chOff x="3354375" y="4234433"/>
            <a:chExt cx="131191" cy="131191"/>
          </a:xfrm>
        </p:grpSpPr>
        <p:sp>
          <p:nvSpPr>
            <p:cNvPr id="2052" name="Oval 2051">
              <a:extLst>
                <a:ext uri="{FF2B5EF4-FFF2-40B4-BE49-F238E27FC236}">
                  <a16:creationId xmlns:a16="http://schemas.microsoft.com/office/drawing/2014/main" id="{1ACA4346-767A-83FB-3BF0-692C0FF3C17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3" name="Oval 2052">
              <a:extLst>
                <a:ext uri="{FF2B5EF4-FFF2-40B4-BE49-F238E27FC236}">
                  <a16:creationId xmlns:a16="http://schemas.microsoft.com/office/drawing/2014/main" id="{51D67A92-05D4-EB06-26C7-219D077F952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54" name="Group 2053">
            <a:extLst>
              <a:ext uri="{FF2B5EF4-FFF2-40B4-BE49-F238E27FC236}">
                <a16:creationId xmlns:a16="http://schemas.microsoft.com/office/drawing/2014/main" id="{77088E62-D4A6-C644-2182-3B4676DCE087}"/>
              </a:ext>
            </a:extLst>
          </p:cNvPr>
          <p:cNvGrpSpPr/>
          <p:nvPr/>
        </p:nvGrpSpPr>
        <p:grpSpPr>
          <a:xfrm>
            <a:off x="3199824" y="3573918"/>
            <a:ext cx="76198" cy="76198"/>
            <a:chOff x="3354375" y="4234433"/>
            <a:chExt cx="131191" cy="131191"/>
          </a:xfrm>
        </p:grpSpPr>
        <p:sp>
          <p:nvSpPr>
            <p:cNvPr id="2055" name="Oval 2054">
              <a:extLst>
                <a:ext uri="{FF2B5EF4-FFF2-40B4-BE49-F238E27FC236}">
                  <a16:creationId xmlns:a16="http://schemas.microsoft.com/office/drawing/2014/main" id="{F40B7DCA-6ACC-C92D-0B18-54337C4C76E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6" name="Oval 2055">
              <a:extLst>
                <a:ext uri="{FF2B5EF4-FFF2-40B4-BE49-F238E27FC236}">
                  <a16:creationId xmlns:a16="http://schemas.microsoft.com/office/drawing/2014/main" id="{B9462248-F90C-9DC4-A1E5-7C26D6E4B10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E77BAABB-60AF-FA74-F85C-8894CC481F5A}"/>
              </a:ext>
            </a:extLst>
          </p:cNvPr>
          <p:cNvGrpSpPr/>
          <p:nvPr/>
        </p:nvGrpSpPr>
        <p:grpSpPr>
          <a:xfrm>
            <a:off x="3213744" y="3680304"/>
            <a:ext cx="76198" cy="76198"/>
            <a:chOff x="3354375" y="4234433"/>
            <a:chExt cx="131191" cy="131191"/>
          </a:xfrm>
        </p:grpSpPr>
        <p:sp>
          <p:nvSpPr>
            <p:cNvPr id="2058" name="Oval 2057">
              <a:extLst>
                <a:ext uri="{FF2B5EF4-FFF2-40B4-BE49-F238E27FC236}">
                  <a16:creationId xmlns:a16="http://schemas.microsoft.com/office/drawing/2014/main" id="{CC30FF39-2ED3-1B7D-B011-59219B2774A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9" name="Oval 2058">
              <a:extLst>
                <a:ext uri="{FF2B5EF4-FFF2-40B4-BE49-F238E27FC236}">
                  <a16:creationId xmlns:a16="http://schemas.microsoft.com/office/drawing/2014/main" id="{04F7B950-3BF4-842E-A188-5B61203CEF4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60" name="Group 2059">
            <a:extLst>
              <a:ext uri="{FF2B5EF4-FFF2-40B4-BE49-F238E27FC236}">
                <a16:creationId xmlns:a16="http://schemas.microsoft.com/office/drawing/2014/main" id="{5E820B71-1AE5-6AEF-9622-38D3FE44BDBE}"/>
              </a:ext>
            </a:extLst>
          </p:cNvPr>
          <p:cNvGrpSpPr/>
          <p:nvPr/>
        </p:nvGrpSpPr>
        <p:grpSpPr>
          <a:xfrm>
            <a:off x="1293437" y="2677866"/>
            <a:ext cx="209043" cy="209043"/>
            <a:chOff x="3354375" y="4234433"/>
            <a:chExt cx="131191" cy="131191"/>
          </a:xfrm>
        </p:grpSpPr>
        <p:sp>
          <p:nvSpPr>
            <p:cNvPr id="2061" name="Oval 2060">
              <a:extLst>
                <a:ext uri="{FF2B5EF4-FFF2-40B4-BE49-F238E27FC236}">
                  <a16:creationId xmlns:a16="http://schemas.microsoft.com/office/drawing/2014/main" id="{75361CF6-EE54-66C8-C849-21405E258AA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72B9730B-A7E5-9DE3-DA45-C2E8FA60BF6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33EEEC36-F3B9-1592-267A-AD3A7E6B2106}"/>
              </a:ext>
            </a:extLst>
          </p:cNvPr>
          <p:cNvGrpSpPr/>
          <p:nvPr/>
        </p:nvGrpSpPr>
        <p:grpSpPr>
          <a:xfrm rot="21588307">
            <a:off x="1405688" y="2531303"/>
            <a:ext cx="141158" cy="141158"/>
            <a:chOff x="3354375" y="4234433"/>
            <a:chExt cx="131191" cy="131191"/>
          </a:xfrm>
        </p:grpSpPr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8F8E7D78-E812-A717-9224-C97DAC430E7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2A476AB3-A2F0-5B79-1152-2CEEBA28324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66" name="Group 2065">
            <a:extLst>
              <a:ext uri="{FF2B5EF4-FFF2-40B4-BE49-F238E27FC236}">
                <a16:creationId xmlns:a16="http://schemas.microsoft.com/office/drawing/2014/main" id="{F16AF892-27ED-265B-1812-3D2D9C35170D}"/>
              </a:ext>
            </a:extLst>
          </p:cNvPr>
          <p:cNvGrpSpPr/>
          <p:nvPr/>
        </p:nvGrpSpPr>
        <p:grpSpPr>
          <a:xfrm>
            <a:off x="1552642" y="2480260"/>
            <a:ext cx="117664" cy="117664"/>
            <a:chOff x="3354375" y="4234433"/>
            <a:chExt cx="131191" cy="131191"/>
          </a:xfrm>
        </p:grpSpPr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B57FB17B-12A7-C977-B2CB-01BD1BA675B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5BB603F1-BDB2-611E-F6D0-55E8639CBD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69" name="Group 2068">
            <a:extLst>
              <a:ext uri="{FF2B5EF4-FFF2-40B4-BE49-F238E27FC236}">
                <a16:creationId xmlns:a16="http://schemas.microsoft.com/office/drawing/2014/main" id="{D02BAD5D-8660-6FC4-871D-46C465C9A442}"/>
              </a:ext>
            </a:extLst>
          </p:cNvPr>
          <p:cNvGrpSpPr/>
          <p:nvPr/>
        </p:nvGrpSpPr>
        <p:grpSpPr>
          <a:xfrm rot="21588307">
            <a:off x="1513157" y="2417190"/>
            <a:ext cx="76198" cy="76198"/>
            <a:chOff x="3354375" y="4234433"/>
            <a:chExt cx="131191" cy="131191"/>
          </a:xfrm>
        </p:grpSpPr>
        <p:sp>
          <p:nvSpPr>
            <p:cNvPr id="2070" name="Oval 2069">
              <a:extLst>
                <a:ext uri="{FF2B5EF4-FFF2-40B4-BE49-F238E27FC236}">
                  <a16:creationId xmlns:a16="http://schemas.microsoft.com/office/drawing/2014/main" id="{5F709EC7-E1E7-2E3B-F80E-E0EA85D5FDB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1" name="Oval 2070">
              <a:extLst>
                <a:ext uri="{FF2B5EF4-FFF2-40B4-BE49-F238E27FC236}">
                  <a16:creationId xmlns:a16="http://schemas.microsoft.com/office/drawing/2014/main" id="{0ACBFB5A-24B8-A73E-4F96-B62061CF46F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72" name="Group 2071">
            <a:extLst>
              <a:ext uri="{FF2B5EF4-FFF2-40B4-BE49-F238E27FC236}">
                <a16:creationId xmlns:a16="http://schemas.microsoft.com/office/drawing/2014/main" id="{81373C0B-0D97-2A85-88F5-D470C8C9FC4F}"/>
              </a:ext>
            </a:extLst>
          </p:cNvPr>
          <p:cNvGrpSpPr/>
          <p:nvPr/>
        </p:nvGrpSpPr>
        <p:grpSpPr>
          <a:xfrm rot="21588307">
            <a:off x="2014172" y="2299080"/>
            <a:ext cx="76198" cy="76198"/>
            <a:chOff x="3354375" y="4234433"/>
            <a:chExt cx="131191" cy="131191"/>
          </a:xfrm>
        </p:grpSpPr>
        <p:sp>
          <p:nvSpPr>
            <p:cNvPr id="2073" name="Oval 2072">
              <a:extLst>
                <a:ext uri="{FF2B5EF4-FFF2-40B4-BE49-F238E27FC236}">
                  <a16:creationId xmlns:a16="http://schemas.microsoft.com/office/drawing/2014/main" id="{E212FF34-7147-DDBC-8767-6D3E1186F92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4" name="Oval 2073">
              <a:extLst>
                <a:ext uri="{FF2B5EF4-FFF2-40B4-BE49-F238E27FC236}">
                  <a16:creationId xmlns:a16="http://schemas.microsoft.com/office/drawing/2014/main" id="{3548C652-25D1-108A-1CDF-58BBEB6651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75" name="Group 2074">
            <a:extLst>
              <a:ext uri="{FF2B5EF4-FFF2-40B4-BE49-F238E27FC236}">
                <a16:creationId xmlns:a16="http://schemas.microsoft.com/office/drawing/2014/main" id="{CD3A738E-7430-5EB0-BB5D-4C0EE27BDE18}"/>
              </a:ext>
            </a:extLst>
          </p:cNvPr>
          <p:cNvGrpSpPr/>
          <p:nvPr/>
        </p:nvGrpSpPr>
        <p:grpSpPr>
          <a:xfrm>
            <a:off x="1170039" y="2876051"/>
            <a:ext cx="209043" cy="209043"/>
            <a:chOff x="3354375" y="4234433"/>
            <a:chExt cx="131191" cy="131191"/>
          </a:xfrm>
        </p:grpSpPr>
        <p:sp>
          <p:nvSpPr>
            <p:cNvPr id="2076" name="Oval 2075">
              <a:extLst>
                <a:ext uri="{FF2B5EF4-FFF2-40B4-BE49-F238E27FC236}">
                  <a16:creationId xmlns:a16="http://schemas.microsoft.com/office/drawing/2014/main" id="{E2155BEF-1FF1-3134-D0D8-855C7D12AB5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7" name="Oval 2076">
              <a:extLst>
                <a:ext uri="{FF2B5EF4-FFF2-40B4-BE49-F238E27FC236}">
                  <a16:creationId xmlns:a16="http://schemas.microsoft.com/office/drawing/2014/main" id="{9C5B3AEB-02DF-C230-419C-86DC1F1C97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78" name="Group 2077">
            <a:extLst>
              <a:ext uri="{FF2B5EF4-FFF2-40B4-BE49-F238E27FC236}">
                <a16:creationId xmlns:a16="http://schemas.microsoft.com/office/drawing/2014/main" id="{623D64CC-9582-A2B4-9260-94C83C5AF0DA}"/>
              </a:ext>
            </a:extLst>
          </p:cNvPr>
          <p:cNvGrpSpPr/>
          <p:nvPr/>
        </p:nvGrpSpPr>
        <p:grpSpPr>
          <a:xfrm>
            <a:off x="1233496" y="3112803"/>
            <a:ext cx="209043" cy="209043"/>
            <a:chOff x="3354375" y="4234433"/>
            <a:chExt cx="131191" cy="131191"/>
          </a:xfrm>
        </p:grpSpPr>
        <p:sp>
          <p:nvSpPr>
            <p:cNvPr id="2079" name="Oval 2078">
              <a:extLst>
                <a:ext uri="{FF2B5EF4-FFF2-40B4-BE49-F238E27FC236}">
                  <a16:creationId xmlns:a16="http://schemas.microsoft.com/office/drawing/2014/main" id="{BB249490-5BBB-2BF3-F1CD-8ACCDB584C0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0" name="Oval 2079">
              <a:extLst>
                <a:ext uri="{FF2B5EF4-FFF2-40B4-BE49-F238E27FC236}">
                  <a16:creationId xmlns:a16="http://schemas.microsoft.com/office/drawing/2014/main" id="{84721108-5DEA-BDE8-EB93-74D23521240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81" name="Group 2080">
            <a:extLst>
              <a:ext uri="{FF2B5EF4-FFF2-40B4-BE49-F238E27FC236}">
                <a16:creationId xmlns:a16="http://schemas.microsoft.com/office/drawing/2014/main" id="{91716EBB-8AFB-5F52-CB93-B7332497928D}"/>
              </a:ext>
            </a:extLst>
          </p:cNvPr>
          <p:cNvGrpSpPr/>
          <p:nvPr/>
        </p:nvGrpSpPr>
        <p:grpSpPr>
          <a:xfrm>
            <a:off x="1542707" y="2994161"/>
            <a:ext cx="209043" cy="209043"/>
            <a:chOff x="3354375" y="4234433"/>
            <a:chExt cx="131191" cy="131191"/>
          </a:xfrm>
        </p:grpSpPr>
        <p:sp>
          <p:nvSpPr>
            <p:cNvPr id="2082" name="Oval 2081">
              <a:extLst>
                <a:ext uri="{FF2B5EF4-FFF2-40B4-BE49-F238E27FC236}">
                  <a16:creationId xmlns:a16="http://schemas.microsoft.com/office/drawing/2014/main" id="{CF604541-D129-0BFB-9618-2E0436AF605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3" name="Oval 2082">
              <a:extLst>
                <a:ext uri="{FF2B5EF4-FFF2-40B4-BE49-F238E27FC236}">
                  <a16:creationId xmlns:a16="http://schemas.microsoft.com/office/drawing/2014/main" id="{E5F77472-03BF-5FF6-A6A8-38DD705F671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9F510498-C9E8-CF3B-753F-D7ACAC3229C0}"/>
              </a:ext>
            </a:extLst>
          </p:cNvPr>
          <p:cNvGrpSpPr/>
          <p:nvPr/>
        </p:nvGrpSpPr>
        <p:grpSpPr>
          <a:xfrm>
            <a:off x="1768000" y="2967430"/>
            <a:ext cx="117664" cy="117664"/>
            <a:chOff x="3354375" y="4234433"/>
            <a:chExt cx="131191" cy="131191"/>
          </a:xfrm>
        </p:grpSpPr>
        <p:sp>
          <p:nvSpPr>
            <p:cNvPr id="2088" name="Oval 2087">
              <a:extLst>
                <a:ext uri="{FF2B5EF4-FFF2-40B4-BE49-F238E27FC236}">
                  <a16:creationId xmlns:a16="http://schemas.microsoft.com/office/drawing/2014/main" id="{406E6F97-2181-CD05-2A45-F5992334566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9" name="Oval 2088">
              <a:extLst>
                <a:ext uri="{FF2B5EF4-FFF2-40B4-BE49-F238E27FC236}">
                  <a16:creationId xmlns:a16="http://schemas.microsoft.com/office/drawing/2014/main" id="{94A1F132-449D-3915-B0E3-AF63C8DA24F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90" name="Group 2089">
            <a:extLst>
              <a:ext uri="{FF2B5EF4-FFF2-40B4-BE49-F238E27FC236}">
                <a16:creationId xmlns:a16="http://schemas.microsoft.com/office/drawing/2014/main" id="{5C2E8CD9-ACB1-EE9D-BF9D-EBCAA003498C}"/>
              </a:ext>
            </a:extLst>
          </p:cNvPr>
          <p:cNvGrpSpPr/>
          <p:nvPr/>
        </p:nvGrpSpPr>
        <p:grpSpPr>
          <a:xfrm rot="21588307">
            <a:off x="1379753" y="2977420"/>
            <a:ext cx="141158" cy="141158"/>
            <a:chOff x="3354375" y="4234433"/>
            <a:chExt cx="131191" cy="131191"/>
          </a:xfrm>
        </p:grpSpPr>
        <p:sp>
          <p:nvSpPr>
            <p:cNvPr id="2091" name="Oval 2090">
              <a:extLst>
                <a:ext uri="{FF2B5EF4-FFF2-40B4-BE49-F238E27FC236}">
                  <a16:creationId xmlns:a16="http://schemas.microsoft.com/office/drawing/2014/main" id="{309B25A2-CC9E-9859-4AE1-5F0DDC00A0C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2" name="Oval 2091">
              <a:extLst>
                <a:ext uri="{FF2B5EF4-FFF2-40B4-BE49-F238E27FC236}">
                  <a16:creationId xmlns:a16="http://schemas.microsoft.com/office/drawing/2014/main" id="{E1E96F13-70ED-88C0-F1A2-BF569E836D5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93" name="Group 2092">
            <a:extLst>
              <a:ext uri="{FF2B5EF4-FFF2-40B4-BE49-F238E27FC236}">
                <a16:creationId xmlns:a16="http://schemas.microsoft.com/office/drawing/2014/main" id="{CB64EA90-D13A-CB3B-997C-2559C07C0DCB}"/>
              </a:ext>
            </a:extLst>
          </p:cNvPr>
          <p:cNvGrpSpPr/>
          <p:nvPr/>
        </p:nvGrpSpPr>
        <p:grpSpPr>
          <a:xfrm>
            <a:off x="1074580" y="3048000"/>
            <a:ext cx="117664" cy="117664"/>
            <a:chOff x="3354375" y="4234433"/>
            <a:chExt cx="131191" cy="131191"/>
          </a:xfrm>
        </p:grpSpPr>
        <p:sp>
          <p:nvSpPr>
            <p:cNvPr id="2094" name="Oval 2093">
              <a:extLst>
                <a:ext uri="{FF2B5EF4-FFF2-40B4-BE49-F238E27FC236}">
                  <a16:creationId xmlns:a16="http://schemas.microsoft.com/office/drawing/2014/main" id="{27AC1CBC-D5F9-9FB8-72FA-68E2E31530A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5" name="Oval 2094">
              <a:extLst>
                <a:ext uri="{FF2B5EF4-FFF2-40B4-BE49-F238E27FC236}">
                  <a16:creationId xmlns:a16="http://schemas.microsoft.com/office/drawing/2014/main" id="{71F80E92-99EB-65E6-EF7D-A565E637BFC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096" name="Group 2095">
            <a:extLst>
              <a:ext uri="{FF2B5EF4-FFF2-40B4-BE49-F238E27FC236}">
                <a16:creationId xmlns:a16="http://schemas.microsoft.com/office/drawing/2014/main" id="{449F41B9-E012-1CAB-3F24-7F39A8336112}"/>
              </a:ext>
            </a:extLst>
          </p:cNvPr>
          <p:cNvGrpSpPr/>
          <p:nvPr/>
        </p:nvGrpSpPr>
        <p:grpSpPr>
          <a:xfrm rot="21588307">
            <a:off x="1462872" y="3160048"/>
            <a:ext cx="76198" cy="76198"/>
            <a:chOff x="3354375" y="4234433"/>
            <a:chExt cx="131191" cy="131191"/>
          </a:xfrm>
        </p:grpSpPr>
        <p:sp>
          <p:nvSpPr>
            <p:cNvPr id="2097" name="Oval 2096">
              <a:extLst>
                <a:ext uri="{FF2B5EF4-FFF2-40B4-BE49-F238E27FC236}">
                  <a16:creationId xmlns:a16="http://schemas.microsoft.com/office/drawing/2014/main" id="{38DCEBF5-CCD9-33E2-4914-3EB6448913F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8" name="Oval 2097">
              <a:extLst>
                <a:ext uri="{FF2B5EF4-FFF2-40B4-BE49-F238E27FC236}">
                  <a16:creationId xmlns:a16="http://schemas.microsoft.com/office/drawing/2014/main" id="{C30F0BA3-98F5-AD71-55CB-4A798C2D357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99" name="Group 2098">
            <a:extLst>
              <a:ext uri="{FF2B5EF4-FFF2-40B4-BE49-F238E27FC236}">
                <a16:creationId xmlns:a16="http://schemas.microsoft.com/office/drawing/2014/main" id="{4E39F5D8-C5E3-6373-BD9D-EEAEA5648614}"/>
              </a:ext>
            </a:extLst>
          </p:cNvPr>
          <p:cNvGrpSpPr/>
          <p:nvPr/>
        </p:nvGrpSpPr>
        <p:grpSpPr>
          <a:xfrm rot="21588307">
            <a:off x="1285931" y="3352673"/>
            <a:ext cx="76198" cy="76198"/>
            <a:chOff x="3354375" y="4234433"/>
            <a:chExt cx="131191" cy="131191"/>
          </a:xfrm>
        </p:grpSpPr>
        <p:sp>
          <p:nvSpPr>
            <p:cNvPr id="2100" name="Oval 2099">
              <a:extLst>
                <a:ext uri="{FF2B5EF4-FFF2-40B4-BE49-F238E27FC236}">
                  <a16:creationId xmlns:a16="http://schemas.microsoft.com/office/drawing/2014/main" id="{D7BFF881-2BE1-D849-3BBB-0B4A77336C3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1" name="Oval 2100">
              <a:extLst>
                <a:ext uri="{FF2B5EF4-FFF2-40B4-BE49-F238E27FC236}">
                  <a16:creationId xmlns:a16="http://schemas.microsoft.com/office/drawing/2014/main" id="{1E029276-B6F5-8235-AC77-105E75DAB93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02" name="Group 2101">
            <a:extLst>
              <a:ext uri="{FF2B5EF4-FFF2-40B4-BE49-F238E27FC236}">
                <a16:creationId xmlns:a16="http://schemas.microsoft.com/office/drawing/2014/main" id="{92EDC28F-3E45-A8CC-0959-095B5469B64D}"/>
              </a:ext>
            </a:extLst>
          </p:cNvPr>
          <p:cNvGrpSpPr/>
          <p:nvPr/>
        </p:nvGrpSpPr>
        <p:grpSpPr>
          <a:xfrm rot="21588307">
            <a:off x="2512764" y="1654604"/>
            <a:ext cx="76198" cy="76198"/>
            <a:chOff x="3354375" y="4234433"/>
            <a:chExt cx="131191" cy="131191"/>
          </a:xfrm>
        </p:grpSpPr>
        <p:sp>
          <p:nvSpPr>
            <p:cNvPr id="2103" name="Oval 2102">
              <a:extLst>
                <a:ext uri="{FF2B5EF4-FFF2-40B4-BE49-F238E27FC236}">
                  <a16:creationId xmlns:a16="http://schemas.microsoft.com/office/drawing/2014/main" id="{44F1EF41-E536-5B87-8EB0-524C40861E9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4" name="Oval 2103">
              <a:extLst>
                <a:ext uri="{FF2B5EF4-FFF2-40B4-BE49-F238E27FC236}">
                  <a16:creationId xmlns:a16="http://schemas.microsoft.com/office/drawing/2014/main" id="{DD73E524-2B11-592E-6AF2-E9F64B618C9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05" name="Group 2104">
            <a:extLst>
              <a:ext uri="{FF2B5EF4-FFF2-40B4-BE49-F238E27FC236}">
                <a16:creationId xmlns:a16="http://schemas.microsoft.com/office/drawing/2014/main" id="{E3D28FBD-5D50-E677-DAE8-500D97E32488}"/>
              </a:ext>
            </a:extLst>
          </p:cNvPr>
          <p:cNvGrpSpPr/>
          <p:nvPr/>
        </p:nvGrpSpPr>
        <p:grpSpPr>
          <a:xfrm>
            <a:off x="3110695" y="1827362"/>
            <a:ext cx="141158" cy="141158"/>
            <a:chOff x="3354375" y="4234433"/>
            <a:chExt cx="131191" cy="131191"/>
          </a:xfrm>
        </p:grpSpPr>
        <p:sp>
          <p:nvSpPr>
            <p:cNvPr id="2106" name="Oval 2105">
              <a:extLst>
                <a:ext uri="{FF2B5EF4-FFF2-40B4-BE49-F238E27FC236}">
                  <a16:creationId xmlns:a16="http://schemas.microsoft.com/office/drawing/2014/main" id="{180804B4-1759-8A96-354E-D9333D79F45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7" name="Oval 2106">
              <a:extLst>
                <a:ext uri="{FF2B5EF4-FFF2-40B4-BE49-F238E27FC236}">
                  <a16:creationId xmlns:a16="http://schemas.microsoft.com/office/drawing/2014/main" id="{1524E6B9-4654-E691-E1D0-33F3C789C48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08" name="Group 2107">
            <a:extLst>
              <a:ext uri="{FF2B5EF4-FFF2-40B4-BE49-F238E27FC236}">
                <a16:creationId xmlns:a16="http://schemas.microsoft.com/office/drawing/2014/main" id="{E2C809EB-A20C-57A7-F608-9FCC4F1DCA48}"/>
              </a:ext>
            </a:extLst>
          </p:cNvPr>
          <p:cNvGrpSpPr/>
          <p:nvPr/>
        </p:nvGrpSpPr>
        <p:grpSpPr>
          <a:xfrm rot="21588307">
            <a:off x="4630020" y="1059117"/>
            <a:ext cx="150955" cy="150955"/>
            <a:chOff x="3354375" y="4234433"/>
            <a:chExt cx="131191" cy="131191"/>
          </a:xfrm>
        </p:grpSpPr>
        <p:sp>
          <p:nvSpPr>
            <p:cNvPr id="2109" name="Oval 2108">
              <a:extLst>
                <a:ext uri="{FF2B5EF4-FFF2-40B4-BE49-F238E27FC236}">
                  <a16:creationId xmlns:a16="http://schemas.microsoft.com/office/drawing/2014/main" id="{D14AD318-C330-7E85-A78E-C6B79D27743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0" name="Oval 2109">
              <a:extLst>
                <a:ext uri="{FF2B5EF4-FFF2-40B4-BE49-F238E27FC236}">
                  <a16:creationId xmlns:a16="http://schemas.microsoft.com/office/drawing/2014/main" id="{0FEC5CFD-5ACC-6BE6-61B9-B0EEC880812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11" name="Group 2110">
            <a:extLst>
              <a:ext uri="{FF2B5EF4-FFF2-40B4-BE49-F238E27FC236}">
                <a16:creationId xmlns:a16="http://schemas.microsoft.com/office/drawing/2014/main" id="{D7BF9B39-DB94-A1D9-D2FC-0227AA77865D}"/>
              </a:ext>
            </a:extLst>
          </p:cNvPr>
          <p:cNvGrpSpPr/>
          <p:nvPr/>
        </p:nvGrpSpPr>
        <p:grpSpPr>
          <a:xfrm rot="21588307">
            <a:off x="3094493" y="1277064"/>
            <a:ext cx="76198" cy="76198"/>
            <a:chOff x="3354375" y="4234433"/>
            <a:chExt cx="131191" cy="131191"/>
          </a:xfrm>
        </p:grpSpPr>
        <p:sp>
          <p:nvSpPr>
            <p:cNvPr id="2112" name="Oval 2111">
              <a:extLst>
                <a:ext uri="{FF2B5EF4-FFF2-40B4-BE49-F238E27FC236}">
                  <a16:creationId xmlns:a16="http://schemas.microsoft.com/office/drawing/2014/main" id="{F81D9A1D-3A0B-B092-C693-63676EB65A9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3" name="Oval 2112">
              <a:extLst>
                <a:ext uri="{FF2B5EF4-FFF2-40B4-BE49-F238E27FC236}">
                  <a16:creationId xmlns:a16="http://schemas.microsoft.com/office/drawing/2014/main" id="{E1B14932-39EF-BB33-F8BD-E188F9B3452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14" name="Group 2113">
            <a:extLst>
              <a:ext uri="{FF2B5EF4-FFF2-40B4-BE49-F238E27FC236}">
                <a16:creationId xmlns:a16="http://schemas.microsoft.com/office/drawing/2014/main" id="{CCE4CB17-FD24-AE1F-79CE-C4C573582DB4}"/>
              </a:ext>
            </a:extLst>
          </p:cNvPr>
          <p:cNvGrpSpPr/>
          <p:nvPr/>
        </p:nvGrpSpPr>
        <p:grpSpPr>
          <a:xfrm rot="21588307">
            <a:off x="3170139" y="1172692"/>
            <a:ext cx="141158" cy="141158"/>
            <a:chOff x="3354375" y="4234433"/>
            <a:chExt cx="131191" cy="131191"/>
          </a:xfrm>
        </p:grpSpPr>
        <p:sp>
          <p:nvSpPr>
            <p:cNvPr id="2115" name="Oval 2114">
              <a:extLst>
                <a:ext uri="{FF2B5EF4-FFF2-40B4-BE49-F238E27FC236}">
                  <a16:creationId xmlns:a16="http://schemas.microsoft.com/office/drawing/2014/main" id="{7C2C82A2-EF60-3543-1F1D-0FC322695B8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6" name="Oval 2115">
              <a:extLst>
                <a:ext uri="{FF2B5EF4-FFF2-40B4-BE49-F238E27FC236}">
                  <a16:creationId xmlns:a16="http://schemas.microsoft.com/office/drawing/2014/main" id="{D9BDE041-AE2C-6045-A9F2-D60C9EF0895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17" name="Group 2116">
            <a:extLst>
              <a:ext uri="{FF2B5EF4-FFF2-40B4-BE49-F238E27FC236}">
                <a16:creationId xmlns:a16="http://schemas.microsoft.com/office/drawing/2014/main" id="{15DC681B-A96F-614D-98CB-864343728F58}"/>
              </a:ext>
            </a:extLst>
          </p:cNvPr>
          <p:cNvGrpSpPr/>
          <p:nvPr/>
        </p:nvGrpSpPr>
        <p:grpSpPr>
          <a:xfrm>
            <a:off x="2898896" y="1321299"/>
            <a:ext cx="209043" cy="209043"/>
            <a:chOff x="3354375" y="4234433"/>
            <a:chExt cx="131191" cy="131191"/>
          </a:xfrm>
        </p:grpSpPr>
        <p:sp>
          <p:nvSpPr>
            <p:cNvPr id="2118" name="Oval 2117">
              <a:extLst>
                <a:ext uri="{FF2B5EF4-FFF2-40B4-BE49-F238E27FC236}">
                  <a16:creationId xmlns:a16="http://schemas.microsoft.com/office/drawing/2014/main" id="{0AFC3948-61B4-9667-7064-58B3371522F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9" name="Oval 2118">
              <a:extLst>
                <a:ext uri="{FF2B5EF4-FFF2-40B4-BE49-F238E27FC236}">
                  <a16:creationId xmlns:a16="http://schemas.microsoft.com/office/drawing/2014/main" id="{EC417357-CC7A-064C-97FE-5C511E66AA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20" name="Group 2119">
            <a:extLst>
              <a:ext uri="{FF2B5EF4-FFF2-40B4-BE49-F238E27FC236}">
                <a16:creationId xmlns:a16="http://schemas.microsoft.com/office/drawing/2014/main" id="{03D2020C-167A-EAA5-B71B-2BEC08B2B149}"/>
              </a:ext>
            </a:extLst>
          </p:cNvPr>
          <p:cNvGrpSpPr/>
          <p:nvPr/>
        </p:nvGrpSpPr>
        <p:grpSpPr>
          <a:xfrm>
            <a:off x="2510501" y="1508470"/>
            <a:ext cx="141158" cy="141158"/>
            <a:chOff x="3354375" y="4234433"/>
            <a:chExt cx="131191" cy="131191"/>
          </a:xfrm>
        </p:grpSpPr>
        <p:sp>
          <p:nvSpPr>
            <p:cNvPr id="2121" name="Oval 2120">
              <a:extLst>
                <a:ext uri="{FF2B5EF4-FFF2-40B4-BE49-F238E27FC236}">
                  <a16:creationId xmlns:a16="http://schemas.microsoft.com/office/drawing/2014/main" id="{674FEB59-A9A4-59C9-20B8-8F2742CF72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2" name="Oval 2121">
              <a:extLst>
                <a:ext uri="{FF2B5EF4-FFF2-40B4-BE49-F238E27FC236}">
                  <a16:creationId xmlns:a16="http://schemas.microsoft.com/office/drawing/2014/main" id="{CF36B30C-DACD-655C-4E34-C5EC2E96FB4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23" name="Group 2122">
            <a:extLst>
              <a:ext uri="{FF2B5EF4-FFF2-40B4-BE49-F238E27FC236}">
                <a16:creationId xmlns:a16="http://schemas.microsoft.com/office/drawing/2014/main" id="{F4C23F33-1BBA-3220-55BE-164497DB453A}"/>
              </a:ext>
            </a:extLst>
          </p:cNvPr>
          <p:cNvGrpSpPr/>
          <p:nvPr/>
        </p:nvGrpSpPr>
        <p:grpSpPr>
          <a:xfrm rot="639845">
            <a:off x="2651052" y="1412537"/>
            <a:ext cx="494283" cy="373376"/>
            <a:chOff x="2668037" y="3745142"/>
            <a:chExt cx="494283" cy="373376"/>
          </a:xfrm>
        </p:grpSpPr>
        <p:grpSp>
          <p:nvGrpSpPr>
            <p:cNvPr id="2124" name="Group 2123">
              <a:extLst>
                <a:ext uri="{FF2B5EF4-FFF2-40B4-BE49-F238E27FC236}">
                  <a16:creationId xmlns:a16="http://schemas.microsoft.com/office/drawing/2014/main" id="{F144A95D-EBC0-EF26-F089-B4CF09F90061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2138" name="Oval 2137">
                <a:extLst>
                  <a:ext uri="{FF2B5EF4-FFF2-40B4-BE49-F238E27FC236}">
                    <a16:creationId xmlns:a16="http://schemas.microsoft.com/office/drawing/2014/main" id="{7CD81861-5276-8AF6-B64D-809F9A0A24AB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139" name="Oval 2138">
                <a:extLst>
                  <a:ext uri="{FF2B5EF4-FFF2-40B4-BE49-F238E27FC236}">
                    <a16:creationId xmlns:a16="http://schemas.microsoft.com/office/drawing/2014/main" id="{C23625C3-3007-7B27-1594-82F62CC99FC9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125" name="Group 2124">
              <a:extLst>
                <a:ext uri="{FF2B5EF4-FFF2-40B4-BE49-F238E27FC236}">
                  <a16:creationId xmlns:a16="http://schemas.microsoft.com/office/drawing/2014/main" id="{002AD1A8-3DFC-1E03-DD62-0D1378DA5A66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2126" name="Group 2125">
                <a:extLst>
                  <a:ext uri="{FF2B5EF4-FFF2-40B4-BE49-F238E27FC236}">
                    <a16:creationId xmlns:a16="http://schemas.microsoft.com/office/drawing/2014/main" id="{2717DAF1-6196-FDDF-E296-D4F0C6DC0EDE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2136" name="Oval 2135">
                  <a:extLst>
                    <a:ext uri="{FF2B5EF4-FFF2-40B4-BE49-F238E27FC236}">
                      <a16:creationId xmlns:a16="http://schemas.microsoft.com/office/drawing/2014/main" id="{9688AA62-BD2D-D01A-10A7-D017A3E2B1FB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37" name="Oval 2136">
                  <a:extLst>
                    <a:ext uri="{FF2B5EF4-FFF2-40B4-BE49-F238E27FC236}">
                      <a16:creationId xmlns:a16="http://schemas.microsoft.com/office/drawing/2014/main" id="{3241EB38-99D6-393B-06F3-53574CEF97C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127" name="Group 2126">
                <a:extLst>
                  <a:ext uri="{FF2B5EF4-FFF2-40B4-BE49-F238E27FC236}">
                    <a16:creationId xmlns:a16="http://schemas.microsoft.com/office/drawing/2014/main" id="{24777308-4844-2622-C4C6-6606FA15AA69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2134" name="Oval 2133">
                  <a:extLst>
                    <a:ext uri="{FF2B5EF4-FFF2-40B4-BE49-F238E27FC236}">
                      <a16:creationId xmlns:a16="http://schemas.microsoft.com/office/drawing/2014/main" id="{77AA4FC3-9352-15E8-867F-9564A2359D1D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35" name="Oval 2134">
                  <a:extLst>
                    <a:ext uri="{FF2B5EF4-FFF2-40B4-BE49-F238E27FC236}">
                      <a16:creationId xmlns:a16="http://schemas.microsoft.com/office/drawing/2014/main" id="{7325DCB0-6F0A-1F1E-A4AB-F81C0842B2C3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128" name="Group 2127">
                <a:extLst>
                  <a:ext uri="{FF2B5EF4-FFF2-40B4-BE49-F238E27FC236}">
                    <a16:creationId xmlns:a16="http://schemas.microsoft.com/office/drawing/2014/main" id="{068EFDB3-8B04-1137-2D00-DFBA548AF978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2132" name="Oval 2131">
                  <a:extLst>
                    <a:ext uri="{FF2B5EF4-FFF2-40B4-BE49-F238E27FC236}">
                      <a16:creationId xmlns:a16="http://schemas.microsoft.com/office/drawing/2014/main" id="{44304A16-6FDD-1D7B-0AA2-E70FAACAC71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33" name="Oval 2132">
                  <a:extLst>
                    <a:ext uri="{FF2B5EF4-FFF2-40B4-BE49-F238E27FC236}">
                      <a16:creationId xmlns:a16="http://schemas.microsoft.com/office/drawing/2014/main" id="{BC43097D-403B-A8A8-34A8-4B68BFD1115D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129" name="Group 2128">
                <a:extLst>
                  <a:ext uri="{FF2B5EF4-FFF2-40B4-BE49-F238E27FC236}">
                    <a16:creationId xmlns:a16="http://schemas.microsoft.com/office/drawing/2014/main" id="{5112B761-4BA7-5170-0B65-9E73F38FA2AF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2130" name="Oval 2129">
                  <a:extLst>
                    <a:ext uri="{FF2B5EF4-FFF2-40B4-BE49-F238E27FC236}">
                      <a16:creationId xmlns:a16="http://schemas.microsoft.com/office/drawing/2014/main" id="{B45D65CA-52CD-EAC7-385F-4ABDAB463DCC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131" name="Oval 2130">
                  <a:extLst>
                    <a:ext uri="{FF2B5EF4-FFF2-40B4-BE49-F238E27FC236}">
                      <a16:creationId xmlns:a16="http://schemas.microsoft.com/office/drawing/2014/main" id="{A9833DB0-D6D3-AA5A-D470-CE6FC07EE186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2140" name="Group 2139">
            <a:extLst>
              <a:ext uri="{FF2B5EF4-FFF2-40B4-BE49-F238E27FC236}">
                <a16:creationId xmlns:a16="http://schemas.microsoft.com/office/drawing/2014/main" id="{6AF5F371-986A-9FCE-084C-96856DC869F3}"/>
              </a:ext>
            </a:extLst>
          </p:cNvPr>
          <p:cNvGrpSpPr/>
          <p:nvPr/>
        </p:nvGrpSpPr>
        <p:grpSpPr>
          <a:xfrm>
            <a:off x="2587580" y="1708227"/>
            <a:ext cx="76198" cy="76198"/>
            <a:chOff x="3354375" y="4234433"/>
            <a:chExt cx="131191" cy="131191"/>
          </a:xfrm>
        </p:grpSpPr>
        <p:sp>
          <p:nvSpPr>
            <p:cNvPr id="2141" name="Oval 2140">
              <a:extLst>
                <a:ext uri="{FF2B5EF4-FFF2-40B4-BE49-F238E27FC236}">
                  <a16:creationId xmlns:a16="http://schemas.microsoft.com/office/drawing/2014/main" id="{A83BD465-0605-7A44-61EF-3B01CE0ED37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2" name="Oval 2141">
              <a:extLst>
                <a:ext uri="{FF2B5EF4-FFF2-40B4-BE49-F238E27FC236}">
                  <a16:creationId xmlns:a16="http://schemas.microsoft.com/office/drawing/2014/main" id="{D07FAB5D-02A8-DA8B-C1B6-4BA4C915BCE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43" name="Group 2142">
            <a:extLst>
              <a:ext uri="{FF2B5EF4-FFF2-40B4-BE49-F238E27FC236}">
                <a16:creationId xmlns:a16="http://schemas.microsoft.com/office/drawing/2014/main" id="{7C18B0BB-F387-5779-EC21-BAD4F6759DF4}"/>
              </a:ext>
            </a:extLst>
          </p:cNvPr>
          <p:cNvGrpSpPr/>
          <p:nvPr/>
        </p:nvGrpSpPr>
        <p:grpSpPr>
          <a:xfrm rot="21588307">
            <a:off x="3087290" y="1467184"/>
            <a:ext cx="150955" cy="150955"/>
            <a:chOff x="3354375" y="4234433"/>
            <a:chExt cx="131191" cy="131191"/>
          </a:xfrm>
        </p:grpSpPr>
        <p:sp>
          <p:nvSpPr>
            <p:cNvPr id="2144" name="Oval 2143">
              <a:extLst>
                <a:ext uri="{FF2B5EF4-FFF2-40B4-BE49-F238E27FC236}">
                  <a16:creationId xmlns:a16="http://schemas.microsoft.com/office/drawing/2014/main" id="{5DEA9189-B1C7-A40D-BBF6-F155EF32E2C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5" name="Oval 2144">
              <a:extLst>
                <a:ext uri="{FF2B5EF4-FFF2-40B4-BE49-F238E27FC236}">
                  <a16:creationId xmlns:a16="http://schemas.microsoft.com/office/drawing/2014/main" id="{13466EAB-45DC-0D7C-24B9-3A4C3A88B8B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46" name="Group 2145">
            <a:extLst>
              <a:ext uri="{FF2B5EF4-FFF2-40B4-BE49-F238E27FC236}">
                <a16:creationId xmlns:a16="http://schemas.microsoft.com/office/drawing/2014/main" id="{D5706B0B-80ED-CE95-976D-589E41D11A7E}"/>
              </a:ext>
            </a:extLst>
          </p:cNvPr>
          <p:cNvGrpSpPr/>
          <p:nvPr/>
        </p:nvGrpSpPr>
        <p:grpSpPr>
          <a:xfrm rot="21588307">
            <a:off x="2998749" y="1528873"/>
            <a:ext cx="76198" cy="76198"/>
            <a:chOff x="3354375" y="4234433"/>
            <a:chExt cx="131191" cy="131191"/>
          </a:xfrm>
        </p:grpSpPr>
        <p:sp>
          <p:nvSpPr>
            <p:cNvPr id="2147" name="Oval 2146">
              <a:extLst>
                <a:ext uri="{FF2B5EF4-FFF2-40B4-BE49-F238E27FC236}">
                  <a16:creationId xmlns:a16="http://schemas.microsoft.com/office/drawing/2014/main" id="{FA9BA2D4-60FF-F2DA-7754-A83A340158A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8" name="Oval 2147">
              <a:extLst>
                <a:ext uri="{FF2B5EF4-FFF2-40B4-BE49-F238E27FC236}">
                  <a16:creationId xmlns:a16="http://schemas.microsoft.com/office/drawing/2014/main" id="{B1EA6174-62FC-FD76-A18E-59C16EB779A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49" name="Group 2148">
            <a:extLst>
              <a:ext uri="{FF2B5EF4-FFF2-40B4-BE49-F238E27FC236}">
                <a16:creationId xmlns:a16="http://schemas.microsoft.com/office/drawing/2014/main" id="{924CB771-4A7C-2F51-8AA3-45C6142A9E87}"/>
              </a:ext>
            </a:extLst>
          </p:cNvPr>
          <p:cNvGrpSpPr/>
          <p:nvPr/>
        </p:nvGrpSpPr>
        <p:grpSpPr>
          <a:xfrm rot="639845">
            <a:off x="3333425" y="1082341"/>
            <a:ext cx="209043" cy="209043"/>
            <a:chOff x="3354375" y="4234433"/>
            <a:chExt cx="131191" cy="131191"/>
          </a:xfrm>
        </p:grpSpPr>
        <p:sp>
          <p:nvSpPr>
            <p:cNvPr id="2150" name="Oval 2149">
              <a:extLst>
                <a:ext uri="{FF2B5EF4-FFF2-40B4-BE49-F238E27FC236}">
                  <a16:creationId xmlns:a16="http://schemas.microsoft.com/office/drawing/2014/main" id="{1B61CE26-6F19-1945-3C06-A9D9969D96B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1" name="Oval 2150">
              <a:extLst>
                <a:ext uri="{FF2B5EF4-FFF2-40B4-BE49-F238E27FC236}">
                  <a16:creationId xmlns:a16="http://schemas.microsoft.com/office/drawing/2014/main" id="{3E55EEC5-E975-CC7D-CE12-1299D96CB1B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52" name="Group 2151">
            <a:extLst>
              <a:ext uri="{FF2B5EF4-FFF2-40B4-BE49-F238E27FC236}">
                <a16:creationId xmlns:a16="http://schemas.microsoft.com/office/drawing/2014/main" id="{D65470C5-99D2-90A1-1C21-29D560AE835A}"/>
              </a:ext>
            </a:extLst>
          </p:cNvPr>
          <p:cNvGrpSpPr/>
          <p:nvPr/>
        </p:nvGrpSpPr>
        <p:grpSpPr>
          <a:xfrm rot="21588307">
            <a:off x="2442874" y="1798426"/>
            <a:ext cx="150955" cy="150955"/>
            <a:chOff x="3354375" y="4234433"/>
            <a:chExt cx="131191" cy="131191"/>
          </a:xfrm>
        </p:grpSpPr>
        <p:sp>
          <p:nvSpPr>
            <p:cNvPr id="2153" name="Oval 2152">
              <a:extLst>
                <a:ext uri="{FF2B5EF4-FFF2-40B4-BE49-F238E27FC236}">
                  <a16:creationId xmlns:a16="http://schemas.microsoft.com/office/drawing/2014/main" id="{9E389DA9-E65A-CED3-A6C4-FB85AA7FA46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4" name="Oval 2153">
              <a:extLst>
                <a:ext uri="{FF2B5EF4-FFF2-40B4-BE49-F238E27FC236}">
                  <a16:creationId xmlns:a16="http://schemas.microsoft.com/office/drawing/2014/main" id="{8DBAB265-BF26-34DF-26A6-ECBA15236F5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55" name="Group 2154">
            <a:extLst>
              <a:ext uri="{FF2B5EF4-FFF2-40B4-BE49-F238E27FC236}">
                <a16:creationId xmlns:a16="http://schemas.microsoft.com/office/drawing/2014/main" id="{A9681FB9-1DCC-117D-B09C-D85B6C48D9BA}"/>
              </a:ext>
            </a:extLst>
          </p:cNvPr>
          <p:cNvGrpSpPr/>
          <p:nvPr/>
        </p:nvGrpSpPr>
        <p:grpSpPr>
          <a:xfrm rot="21588307">
            <a:off x="2693483" y="1484094"/>
            <a:ext cx="76198" cy="76198"/>
            <a:chOff x="3354375" y="4234433"/>
            <a:chExt cx="131191" cy="131191"/>
          </a:xfrm>
        </p:grpSpPr>
        <p:sp>
          <p:nvSpPr>
            <p:cNvPr id="2156" name="Oval 2155">
              <a:extLst>
                <a:ext uri="{FF2B5EF4-FFF2-40B4-BE49-F238E27FC236}">
                  <a16:creationId xmlns:a16="http://schemas.microsoft.com/office/drawing/2014/main" id="{41C0BC6C-2962-CE1B-658F-25B6ED887D0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7" name="Oval 2156">
              <a:extLst>
                <a:ext uri="{FF2B5EF4-FFF2-40B4-BE49-F238E27FC236}">
                  <a16:creationId xmlns:a16="http://schemas.microsoft.com/office/drawing/2014/main" id="{7729F5DC-1979-C3C1-D6B3-6A0E596B0EB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58" name="Group 2157">
            <a:extLst>
              <a:ext uri="{FF2B5EF4-FFF2-40B4-BE49-F238E27FC236}">
                <a16:creationId xmlns:a16="http://schemas.microsoft.com/office/drawing/2014/main" id="{FDC11F1C-F3F8-9430-1DE2-E0E31D172739}"/>
              </a:ext>
            </a:extLst>
          </p:cNvPr>
          <p:cNvGrpSpPr/>
          <p:nvPr/>
        </p:nvGrpSpPr>
        <p:grpSpPr>
          <a:xfrm rot="21588307">
            <a:off x="2243115" y="1851505"/>
            <a:ext cx="141158" cy="141158"/>
            <a:chOff x="3354375" y="4234433"/>
            <a:chExt cx="131191" cy="131191"/>
          </a:xfrm>
        </p:grpSpPr>
        <p:sp>
          <p:nvSpPr>
            <p:cNvPr id="2159" name="Oval 2158">
              <a:extLst>
                <a:ext uri="{FF2B5EF4-FFF2-40B4-BE49-F238E27FC236}">
                  <a16:creationId xmlns:a16="http://schemas.microsoft.com/office/drawing/2014/main" id="{C4F422D3-32DB-5DF9-64B4-A938DC46657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0" name="Oval 2159">
              <a:extLst>
                <a:ext uri="{FF2B5EF4-FFF2-40B4-BE49-F238E27FC236}">
                  <a16:creationId xmlns:a16="http://schemas.microsoft.com/office/drawing/2014/main" id="{75A54E91-CFD5-167E-92B1-A526E6CAB7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61" name="Group 2160">
            <a:extLst>
              <a:ext uri="{FF2B5EF4-FFF2-40B4-BE49-F238E27FC236}">
                <a16:creationId xmlns:a16="http://schemas.microsoft.com/office/drawing/2014/main" id="{F4801333-76D6-E6AA-8C51-7447BEA0A3F4}"/>
              </a:ext>
            </a:extLst>
          </p:cNvPr>
          <p:cNvGrpSpPr/>
          <p:nvPr/>
        </p:nvGrpSpPr>
        <p:grpSpPr>
          <a:xfrm rot="21588307">
            <a:off x="2334619" y="1648898"/>
            <a:ext cx="150955" cy="150955"/>
            <a:chOff x="3354375" y="4234433"/>
            <a:chExt cx="131191" cy="131191"/>
          </a:xfrm>
        </p:grpSpPr>
        <p:sp>
          <p:nvSpPr>
            <p:cNvPr id="2162" name="Oval 2161">
              <a:extLst>
                <a:ext uri="{FF2B5EF4-FFF2-40B4-BE49-F238E27FC236}">
                  <a16:creationId xmlns:a16="http://schemas.microsoft.com/office/drawing/2014/main" id="{649A41A4-BC36-CF4D-45FB-199AC8BC2D6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3" name="Oval 2162">
              <a:extLst>
                <a:ext uri="{FF2B5EF4-FFF2-40B4-BE49-F238E27FC236}">
                  <a16:creationId xmlns:a16="http://schemas.microsoft.com/office/drawing/2014/main" id="{3ED9B368-EA24-B8AD-28FF-3C6AA001AB5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64" name="Group 2163">
            <a:extLst>
              <a:ext uri="{FF2B5EF4-FFF2-40B4-BE49-F238E27FC236}">
                <a16:creationId xmlns:a16="http://schemas.microsoft.com/office/drawing/2014/main" id="{81E18373-7161-9B22-EA03-F951171FAF8B}"/>
              </a:ext>
            </a:extLst>
          </p:cNvPr>
          <p:cNvGrpSpPr/>
          <p:nvPr/>
        </p:nvGrpSpPr>
        <p:grpSpPr>
          <a:xfrm>
            <a:off x="3304976" y="1320200"/>
            <a:ext cx="209043" cy="209043"/>
            <a:chOff x="3354375" y="4234433"/>
            <a:chExt cx="131191" cy="131191"/>
          </a:xfrm>
        </p:grpSpPr>
        <p:sp>
          <p:nvSpPr>
            <p:cNvPr id="2165" name="Oval 2164">
              <a:extLst>
                <a:ext uri="{FF2B5EF4-FFF2-40B4-BE49-F238E27FC236}">
                  <a16:creationId xmlns:a16="http://schemas.microsoft.com/office/drawing/2014/main" id="{5730670E-F44F-1723-0AFB-D647CFF771C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6" name="Oval 2165">
              <a:extLst>
                <a:ext uri="{FF2B5EF4-FFF2-40B4-BE49-F238E27FC236}">
                  <a16:creationId xmlns:a16="http://schemas.microsoft.com/office/drawing/2014/main" id="{E916CEE2-65F8-87B0-8E15-F71A224ABFB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67" name="Group 2166">
            <a:extLst>
              <a:ext uri="{FF2B5EF4-FFF2-40B4-BE49-F238E27FC236}">
                <a16:creationId xmlns:a16="http://schemas.microsoft.com/office/drawing/2014/main" id="{E3C467FC-22BD-5D92-8A13-107280841B16}"/>
              </a:ext>
            </a:extLst>
          </p:cNvPr>
          <p:cNvGrpSpPr/>
          <p:nvPr/>
        </p:nvGrpSpPr>
        <p:grpSpPr>
          <a:xfrm>
            <a:off x="4271161" y="875510"/>
            <a:ext cx="209043" cy="209043"/>
            <a:chOff x="3354375" y="4234433"/>
            <a:chExt cx="131191" cy="131191"/>
          </a:xfrm>
        </p:grpSpPr>
        <p:sp>
          <p:nvSpPr>
            <p:cNvPr id="2168" name="Oval 2167">
              <a:extLst>
                <a:ext uri="{FF2B5EF4-FFF2-40B4-BE49-F238E27FC236}">
                  <a16:creationId xmlns:a16="http://schemas.microsoft.com/office/drawing/2014/main" id="{F0B84605-757D-C3D0-4F24-0E0C6F79AD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9" name="Oval 2168">
              <a:extLst>
                <a:ext uri="{FF2B5EF4-FFF2-40B4-BE49-F238E27FC236}">
                  <a16:creationId xmlns:a16="http://schemas.microsoft.com/office/drawing/2014/main" id="{59C79544-350D-9DB2-654F-2EA98047539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70" name="Group 2169">
            <a:extLst>
              <a:ext uri="{FF2B5EF4-FFF2-40B4-BE49-F238E27FC236}">
                <a16:creationId xmlns:a16="http://schemas.microsoft.com/office/drawing/2014/main" id="{03B2A4CA-0EBB-CFE4-ED71-10F5DACF106A}"/>
              </a:ext>
            </a:extLst>
          </p:cNvPr>
          <p:cNvGrpSpPr/>
          <p:nvPr/>
        </p:nvGrpSpPr>
        <p:grpSpPr>
          <a:xfrm>
            <a:off x="2623816" y="1751999"/>
            <a:ext cx="209043" cy="209043"/>
            <a:chOff x="3354375" y="4234433"/>
            <a:chExt cx="131191" cy="131191"/>
          </a:xfrm>
        </p:grpSpPr>
        <p:sp>
          <p:nvSpPr>
            <p:cNvPr id="2171" name="Oval 2170">
              <a:extLst>
                <a:ext uri="{FF2B5EF4-FFF2-40B4-BE49-F238E27FC236}">
                  <a16:creationId xmlns:a16="http://schemas.microsoft.com/office/drawing/2014/main" id="{246BA4DF-DAA3-F459-8390-B2E1D093BEF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2" name="Oval 2171">
              <a:extLst>
                <a:ext uri="{FF2B5EF4-FFF2-40B4-BE49-F238E27FC236}">
                  <a16:creationId xmlns:a16="http://schemas.microsoft.com/office/drawing/2014/main" id="{06207233-2FEF-CC82-2A9B-F528D686E3C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73" name="Group 2172">
            <a:extLst>
              <a:ext uri="{FF2B5EF4-FFF2-40B4-BE49-F238E27FC236}">
                <a16:creationId xmlns:a16="http://schemas.microsoft.com/office/drawing/2014/main" id="{F69CC851-29A8-C1FB-3179-E15A0EDBA771}"/>
              </a:ext>
            </a:extLst>
          </p:cNvPr>
          <p:cNvGrpSpPr/>
          <p:nvPr/>
        </p:nvGrpSpPr>
        <p:grpSpPr>
          <a:xfrm>
            <a:off x="2914815" y="1905617"/>
            <a:ext cx="209043" cy="209043"/>
            <a:chOff x="3354375" y="4234433"/>
            <a:chExt cx="131191" cy="131191"/>
          </a:xfrm>
        </p:grpSpPr>
        <p:sp>
          <p:nvSpPr>
            <p:cNvPr id="2174" name="Oval 2173">
              <a:extLst>
                <a:ext uri="{FF2B5EF4-FFF2-40B4-BE49-F238E27FC236}">
                  <a16:creationId xmlns:a16="http://schemas.microsoft.com/office/drawing/2014/main" id="{CBB1E085-5C79-5DA0-6FA6-3E33BE8B818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5" name="Oval 2174">
              <a:extLst>
                <a:ext uri="{FF2B5EF4-FFF2-40B4-BE49-F238E27FC236}">
                  <a16:creationId xmlns:a16="http://schemas.microsoft.com/office/drawing/2014/main" id="{A80207D8-C932-43DC-BB8E-A02F63FF133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76" name="Group 2175">
            <a:extLst>
              <a:ext uri="{FF2B5EF4-FFF2-40B4-BE49-F238E27FC236}">
                <a16:creationId xmlns:a16="http://schemas.microsoft.com/office/drawing/2014/main" id="{8648BBBC-189A-C580-9763-F8670BE5F35D}"/>
              </a:ext>
            </a:extLst>
          </p:cNvPr>
          <p:cNvGrpSpPr/>
          <p:nvPr/>
        </p:nvGrpSpPr>
        <p:grpSpPr>
          <a:xfrm>
            <a:off x="2851080" y="1799300"/>
            <a:ext cx="117664" cy="117664"/>
            <a:chOff x="3354375" y="4234433"/>
            <a:chExt cx="131191" cy="131191"/>
          </a:xfrm>
        </p:grpSpPr>
        <p:sp>
          <p:nvSpPr>
            <p:cNvPr id="2177" name="Oval 2176">
              <a:extLst>
                <a:ext uri="{FF2B5EF4-FFF2-40B4-BE49-F238E27FC236}">
                  <a16:creationId xmlns:a16="http://schemas.microsoft.com/office/drawing/2014/main" id="{0DC55158-6571-CE99-76BA-0CC997E6A69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8" name="Oval 2177">
              <a:extLst>
                <a:ext uri="{FF2B5EF4-FFF2-40B4-BE49-F238E27FC236}">
                  <a16:creationId xmlns:a16="http://schemas.microsoft.com/office/drawing/2014/main" id="{F2F05848-CDD7-844C-20B7-4BFABBB2CC1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179" name="Group 2178">
            <a:extLst>
              <a:ext uri="{FF2B5EF4-FFF2-40B4-BE49-F238E27FC236}">
                <a16:creationId xmlns:a16="http://schemas.microsoft.com/office/drawing/2014/main" id="{615112DD-51CC-E03E-BC80-E2533C1B558F}"/>
              </a:ext>
            </a:extLst>
          </p:cNvPr>
          <p:cNvGrpSpPr/>
          <p:nvPr/>
        </p:nvGrpSpPr>
        <p:grpSpPr>
          <a:xfrm rot="21588307">
            <a:off x="3023180" y="1819464"/>
            <a:ext cx="76198" cy="76198"/>
            <a:chOff x="3354375" y="4234433"/>
            <a:chExt cx="131191" cy="131191"/>
          </a:xfrm>
        </p:grpSpPr>
        <p:sp>
          <p:nvSpPr>
            <p:cNvPr id="2180" name="Oval 2179">
              <a:extLst>
                <a:ext uri="{FF2B5EF4-FFF2-40B4-BE49-F238E27FC236}">
                  <a16:creationId xmlns:a16="http://schemas.microsoft.com/office/drawing/2014/main" id="{331221F5-A9F7-8BF9-6438-970FDB68974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1" name="Oval 2180">
              <a:extLst>
                <a:ext uri="{FF2B5EF4-FFF2-40B4-BE49-F238E27FC236}">
                  <a16:creationId xmlns:a16="http://schemas.microsoft.com/office/drawing/2014/main" id="{2418943D-1B20-A79D-572D-BFD282CA8DC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82" name="Group 2181">
            <a:extLst>
              <a:ext uri="{FF2B5EF4-FFF2-40B4-BE49-F238E27FC236}">
                <a16:creationId xmlns:a16="http://schemas.microsoft.com/office/drawing/2014/main" id="{349A1361-CE0C-B21F-DFBC-88C56CC0885D}"/>
              </a:ext>
            </a:extLst>
          </p:cNvPr>
          <p:cNvGrpSpPr/>
          <p:nvPr/>
        </p:nvGrpSpPr>
        <p:grpSpPr>
          <a:xfrm rot="21588307">
            <a:off x="2854656" y="2075765"/>
            <a:ext cx="76198" cy="76198"/>
            <a:chOff x="3354375" y="4234433"/>
            <a:chExt cx="131191" cy="131191"/>
          </a:xfrm>
        </p:grpSpPr>
        <p:sp>
          <p:nvSpPr>
            <p:cNvPr id="2183" name="Oval 2182">
              <a:extLst>
                <a:ext uri="{FF2B5EF4-FFF2-40B4-BE49-F238E27FC236}">
                  <a16:creationId xmlns:a16="http://schemas.microsoft.com/office/drawing/2014/main" id="{C3FC1410-7EEC-A583-FADC-3FC8B998821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4" name="Oval 2183">
              <a:extLst>
                <a:ext uri="{FF2B5EF4-FFF2-40B4-BE49-F238E27FC236}">
                  <a16:creationId xmlns:a16="http://schemas.microsoft.com/office/drawing/2014/main" id="{A76D882B-CA72-44BA-60D2-1E9E80C0A6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85" name="Group 2184">
            <a:extLst>
              <a:ext uri="{FF2B5EF4-FFF2-40B4-BE49-F238E27FC236}">
                <a16:creationId xmlns:a16="http://schemas.microsoft.com/office/drawing/2014/main" id="{4E7FAE5F-8381-AC6F-296D-0A544B9B9F5D}"/>
              </a:ext>
            </a:extLst>
          </p:cNvPr>
          <p:cNvGrpSpPr/>
          <p:nvPr/>
        </p:nvGrpSpPr>
        <p:grpSpPr>
          <a:xfrm rot="21588307">
            <a:off x="2808827" y="1947703"/>
            <a:ext cx="76198" cy="76198"/>
            <a:chOff x="3354375" y="4234433"/>
            <a:chExt cx="131191" cy="131191"/>
          </a:xfrm>
        </p:grpSpPr>
        <p:sp>
          <p:nvSpPr>
            <p:cNvPr id="2186" name="Oval 2185">
              <a:extLst>
                <a:ext uri="{FF2B5EF4-FFF2-40B4-BE49-F238E27FC236}">
                  <a16:creationId xmlns:a16="http://schemas.microsoft.com/office/drawing/2014/main" id="{E7743FEB-5D9C-1CBF-6B5D-3DE4DBBAD61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7" name="Oval 2186">
              <a:extLst>
                <a:ext uri="{FF2B5EF4-FFF2-40B4-BE49-F238E27FC236}">
                  <a16:creationId xmlns:a16="http://schemas.microsoft.com/office/drawing/2014/main" id="{8BEF074F-4F16-A992-955F-DAE74734A44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88" name="Group 2187">
            <a:extLst>
              <a:ext uri="{FF2B5EF4-FFF2-40B4-BE49-F238E27FC236}">
                <a16:creationId xmlns:a16="http://schemas.microsoft.com/office/drawing/2014/main" id="{C51A3EB4-A97B-7BDD-A221-B3A27E960D45}"/>
              </a:ext>
            </a:extLst>
          </p:cNvPr>
          <p:cNvGrpSpPr/>
          <p:nvPr/>
        </p:nvGrpSpPr>
        <p:grpSpPr>
          <a:xfrm>
            <a:off x="3200455" y="1630062"/>
            <a:ext cx="209043" cy="209043"/>
            <a:chOff x="3354375" y="4234433"/>
            <a:chExt cx="131191" cy="131191"/>
          </a:xfrm>
        </p:grpSpPr>
        <p:sp>
          <p:nvSpPr>
            <p:cNvPr id="2189" name="Oval 2188">
              <a:extLst>
                <a:ext uri="{FF2B5EF4-FFF2-40B4-BE49-F238E27FC236}">
                  <a16:creationId xmlns:a16="http://schemas.microsoft.com/office/drawing/2014/main" id="{1D1CC6F7-4F12-0822-5C7E-47D2B4619F6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90" name="Oval 2189">
              <a:extLst>
                <a:ext uri="{FF2B5EF4-FFF2-40B4-BE49-F238E27FC236}">
                  <a16:creationId xmlns:a16="http://schemas.microsoft.com/office/drawing/2014/main" id="{99721462-0157-99E1-751B-78749C7EBB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91" name="Group 2190">
            <a:extLst>
              <a:ext uri="{FF2B5EF4-FFF2-40B4-BE49-F238E27FC236}">
                <a16:creationId xmlns:a16="http://schemas.microsoft.com/office/drawing/2014/main" id="{BDDE195B-2AE2-27BE-05A2-40BD37A7CBB4}"/>
              </a:ext>
            </a:extLst>
          </p:cNvPr>
          <p:cNvGrpSpPr/>
          <p:nvPr/>
        </p:nvGrpSpPr>
        <p:grpSpPr>
          <a:xfrm rot="21588307">
            <a:off x="2576491" y="2078834"/>
            <a:ext cx="141158" cy="141158"/>
            <a:chOff x="3354375" y="4234433"/>
            <a:chExt cx="131191" cy="131191"/>
          </a:xfrm>
        </p:grpSpPr>
        <p:sp>
          <p:nvSpPr>
            <p:cNvPr id="2192" name="Oval 2191">
              <a:extLst>
                <a:ext uri="{FF2B5EF4-FFF2-40B4-BE49-F238E27FC236}">
                  <a16:creationId xmlns:a16="http://schemas.microsoft.com/office/drawing/2014/main" id="{6967EE31-DC6A-C6F1-2645-D4B5B96F9A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93" name="Oval 2192">
              <a:extLst>
                <a:ext uri="{FF2B5EF4-FFF2-40B4-BE49-F238E27FC236}">
                  <a16:creationId xmlns:a16="http://schemas.microsoft.com/office/drawing/2014/main" id="{8AECAB14-C7CF-9CCE-C61C-B01123E8C28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94" name="Group 2193">
            <a:extLst>
              <a:ext uri="{FF2B5EF4-FFF2-40B4-BE49-F238E27FC236}">
                <a16:creationId xmlns:a16="http://schemas.microsoft.com/office/drawing/2014/main" id="{C8905EF8-B9B4-B476-687A-126EA8FD4975}"/>
              </a:ext>
            </a:extLst>
          </p:cNvPr>
          <p:cNvGrpSpPr/>
          <p:nvPr/>
        </p:nvGrpSpPr>
        <p:grpSpPr>
          <a:xfrm>
            <a:off x="2677725" y="1985880"/>
            <a:ext cx="117664" cy="117664"/>
            <a:chOff x="3354375" y="4234433"/>
            <a:chExt cx="131191" cy="131191"/>
          </a:xfrm>
        </p:grpSpPr>
        <p:sp>
          <p:nvSpPr>
            <p:cNvPr id="2195" name="Oval 2194">
              <a:extLst>
                <a:ext uri="{FF2B5EF4-FFF2-40B4-BE49-F238E27FC236}">
                  <a16:creationId xmlns:a16="http://schemas.microsoft.com/office/drawing/2014/main" id="{8FE6511A-B243-40B7-E43F-D69F82837D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96" name="Oval 2195">
              <a:extLst>
                <a:ext uri="{FF2B5EF4-FFF2-40B4-BE49-F238E27FC236}">
                  <a16:creationId xmlns:a16="http://schemas.microsoft.com/office/drawing/2014/main" id="{F7FB9C8B-60E7-AE68-27CE-91CA1417BDA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197" name="Group 2196">
            <a:extLst>
              <a:ext uri="{FF2B5EF4-FFF2-40B4-BE49-F238E27FC236}">
                <a16:creationId xmlns:a16="http://schemas.microsoft.com/office/drawing/2014/main" id="{3F6D1380-066E-E24F-AC4D-9C11D3CD2798}"/>
              </a:ext>
            </a:extLst>
          </p:cNvPr>
          <p:cNvGrpSpPr/>
          <p:nvPr/>
        </p:nvGrpSpPr>
        <p:grpSpPr>
          <a:xfrm rot="21588307">
            <a:off x="2230570" y="1766600"/>
            <a:ext cx="76198" cy="76198"/>
            <a:chOff x="3354375" y="4234433"/>
            <a:chExt cx="131191" cy="131191"/>
          </a:xfrm>
        </p:grpSpPr>
        <p:sp>
          <p:nvSpPr>
            <p:cNvPr id="2198" name="Oval 2197">
              <a:extLst>
                <a:ext uri="{FF2B5EF4-FFF2-40B4-BE49-F238E27FC236}">
                  <a16:creationId xmlns:a16="http://schemas.microsoft.com/office/drawing/2014/main" id="{33072366-BC12-CD5E-EF3F-EE5DD8731CA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99" name="Oval 2198">
              <a:extLst>
                <a:ext uri="{FF2B5EF4-FFF2-40B4-BE49-F238E27FC236}">
                  <a16:creationId xmlns:a16="http://schemas.microsoft.com/office/drawing/2014/main" id="{0B6E642C-53DF-53DF-4382-E7A02A7D0CC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00" name="Group 2199">
            <a:extLst>
              <a:ext uri="{FF2B5EF4-FFF2-40B4-BE49-F238E27FC236}">
                <a16:creationId xmlns:a16="http://schemas.microsoft.com/office/drawing/2014/main" id="{C1662AE9-188F-F993-E8EF-305F9ECC9AD3}"/>
              </a:ext>
            </a:extLst>
          </p:cNvPr>
          <p:cNvGrpSpPr/>
          <p:nvPr/>
        </p:nvGrpSpPr>
        <p:grpSpPr>
          <a:xfrm rot="21588307">
            <a:off x="3120205" y="1748271"/>
            <a:ext cx="76198" cy="76198"/>
            <a:chOff x="3354375" y="4234433"/>
            <a:chExt cx="131191" cy="131191"/>
          </a:xfrm>
        </p:grpSpPr>
        <p:sp>
          <p:nvSpPr>
            <p:cNvPr id="2201" name="Oval 2200">
              <a:extLst>
                <a:ext uri="{FF2B5EF4-FFF2-40B4-BE49-F238E27FC236}">
                  <a16:creationId xmlns:a16="http://schemas.microsoft.com/office/drawing/2014/main" id="{AC4FCC7C-30E6-CB3B-2980-86E0E2473A6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02" name="Oval 2201">
              <a:extLst>
                <a:ext uri="{FF2B5EF4-FFF2-40B4-BE49-F238E27FC236}">
                  <a16:creationId xmlns:a16="http://schemas.microsoft.com/office/drawing/2014/main" id="{66E48817-CD6B-DA97-F393-4DA27F3DB87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03" name="Group 2202">
            <a:extLst>
              <a:ext uri="{FF2B5EF4-FFF2-40B4-BE49-F238E27FC236}">
                <a16:creationId xmlns:a16="http://schemas.microsoft.com/office/drawing/2014/main" id="{9E41974A-9094-7C40-9BD8-CEE43C02C96D}"/>
              </a:ext>
            </a:extLst>
          </p:cNvPr>
          <p:cNvGrpSpPr/>
          <p:nvPr/>
        </p:nvGrpSpPr>
        <p:grpSpPr>
          <a:xfrm>
            <a:off x="2009372" y="2015911"/>
            <a:ext cx="209043" cy="209043"/>
            <a:chOff x="3354375" y="4234433"/>
            <a:chExt cx="131191" cy="131191"/>
          </a:xfrm>
        </p:grpSpPr>
        <p:sp>
          <p:nvSpPr>
            <p:cNvPr id="2204" name="Oval 2203">
              <a:extLst>
                <a:ext uri="{FF2B5EF4-FFF2-40B4-BE49-F238E27FC236}">
                  <a16:creationId xmlns:a16="http://schemas.microsoft.com/office/drawing/2014/main" id="{BB0BE771-A15A-9EF3-C3C2-3AE5C6FF811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05" name="Oval 2204">
              <a:extLst>
                <a:ext uri="{FF2B5EF4-FFF2-40B4-BE49-F238E27FC236}">
                  <a16:creationId xmlns:a16="http://schemas.microsoft.com/office/drawing/2014/main" id="{996280C6-ECC9-CB81-5B39-816F9477FB6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06" name="Group 2205">
            <a:extLst>
              <a:ext uri="{FF2B5EF4-FFF2-40B4-BE49-F238E27FC236}">
                <a16:creationId xmlns:a16="http://schemas.microsoft.com/office/drawing/2014/main" id="{14FB00C8-0736-23E2-173B-F16F34D80FA7}"/>
              </a:ext>
            </a:extLst>
          </p:cNvPr>
          <p:cNvGrpSpPr/>
          <p:nvPr/>
        </p:nvGrpSpPr>
        <p:grpSpPr>
          <a:xfrm>
            <a:off x="2321080" y="1970191"/>
            <a:ext cx="209043" cy="209043"/>
            <a:chOff x="3354375" y="4234433"/>
            <a:chExt cx="131191" cy="131191"/>
          </a:xfrm>
        </p:grpSpPr>
        <p:sp>
          <p:nvSpPr>
            <p:cNvPr id="2207" name="Oval 2206">
              <a:extLst>
                <a:ext uri="{FF2B5EF4-FFF2-40B4-BE49-F238E27FC236}">
                  <a16:creationId xmlns:a16="http://schemas.microsoft.com/office/drawing/2014/main" id="{6995E0AC-4542-9714-EEB5-9970C8E256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08" name="Oval 2207">
              <a:extLst>
                <a:ext uri="{FF2B5EF4-FFF2-40B4-BE49-F238E27FC236}">
                  <a16:creationId xmlns:a16="http://schemas.microsoft.com/office/drawing/2014/main" id="{425D8E8A-662C-1F84-0342-A1C62FBF54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09" name="Group 2208">
            <a:extLst>
              <a:ext uri="{FF2B5EF4-FFF2-40B4-BE49-F238E27FC236}">
                <a16:creationId xmlns:a16="http://schemas.microsoft.com/office/drawing/2014/main" id="{7B09B3D1-F884-AD6C-7EAF-D087EAE6F87B}"/>
              </a:ext>
            </a:extLst>
          </p:cNvPr>
          <p:cNvGrpSpPr/>
          <p:nvPr/>
        </p:nvGrpSpPr>
        <p:grpSpPr>
          <a:xfrm>
            <a:off x="2546373" y="1943460"/>
            <a:ext cx="117664" cy="117664"/>
            <a:chOff x="3354375" y="4234433"/>
            <a:chExt cx="131191" cy="131191"/>
          </a:xfrm>
        </p:grpSpPr>
        <p:sp>
          <p:nvSpPr>
            <p:cNvPr id="2210" name="Oval 2209">
              <a:extLst>
                <a:ext uri="{FF2B5EF4-FFF2-40B4-BE49-F238E27FC236}">
                  <a16:creationId xmlns:a16="http://schemas.microsoft.com/office/drawing/2014/main" id="{F513D784-2D8D-9840-AEA5-1A3BACD1A9C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11" name="Oval 2210">
              <a:extLst>
                <a:ext uri="{FF2B5EF4-FFF2-40B4-BE49-F238E27FC236}">
                  <a16:creationId xmlns:a16="http://schemas.microsoft.com/office/drawing/2014/main" id="{1B761CD0-9768-DE8F-F261-379721D3A73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12" name="Group 2211">
            <a:extLst>
              <a:ext uri="{FF2B5EF4-FFF2-40B4-BE49-F238E27FC236}">
                <a16:creationId xmlns:a16="http://schemas.microsoft.com/office/drawing/2014/main" id="{FC6EA66A-FA70-1064-EF7B-C92EFA48690E}"/>
              </a:ext>
            </a:extLst>
          </p:cNvPr>
          <p:cNvGrpSpPr/>
          <p:nvPr/>
        </p:nvGrpSpPr>
        <p:grpSpPr>
          <a:xfrm rot="21588307">
            <a:off x="2070496" y="1858199"/>
            <a:ext cx="141158" cy="141158"/>
            <a:chOff x="3354375" y="4234433"/>
            <a:chExt cx="131191" cy="131191"/>
          </a:xfrm>
        </p:grpSpPr>
        <p:sp>
          <p:nvSpPr>
            <p:cNvPr id="2213" name="Oval 2212">
              <a:extLst>
                <a:ext uri="{FF2B5EF4-FFF2-40B4-BE49-F238E27FC236}">
                  <a16:creationId xmlns:a16="http://schemas.microsoft.com/office/drawing/2014/main" id="{82893711-E757-CBBF-7CFF-25CF4E41F7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14" name="Oval 2213">
              <a:extLst>
                <a:ext uri="{FF2B5EF4-FFF2-40B4-BE49-F238E27FC236}">
                  <a16:creationId xmlns:a16="http://schemas.microsoft.com/office/drawing/2014/main" id="{74AD26ED-DECC-D1B0-0B55-9662FA542D5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15" name="Group 2214">
            <a:extLst>
              <a:ext uri="{FF2B5EF4-FFF2-40B4-BE49-F238E27FC236}">
                <a16:creationId xmlns:a16="http://schemas.microsoft.com/office/drawing/2014/main" id="{649D11E1-8C41-34B6-D639-8DF595C97201}"/>
              </a:ext>
            </a:extLst>
          </p:cNvPr>
          <p:cNvGrpSpPr/>
          <p:nvPr/>
        </p:nvGrpSpPr>
        <p:grpSpPr>
          <a:xfrm>
            <a:off x="1852953" y="2024030"/>
            <a:ext cx="117664" cy="117664"/>
            <a:chOff x="3354375" y="4234433"/>
            <a:chExt cx="131191" cy="131191"/>
          </a:xfrm>
        </p:grpSpPr>
        <p:sp>
          <p:nvSpPr>
            <p:cNvPr id="2216" name="Oval 2215">
              <a:extLst>
                <a:ext uri="{FF2B5EF4-FFF2-40B4-BE49-F238E27FC236}">
                  <a16:creationId xmlns:a16="http://schemas.microsoft.com/office/drawing/2014/main" id="{A9561A61-9BF2-1965-7BDC-4F06E3C2C5C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17" name="Oval 2216">
              <a:extLst>
                <a:ext uri="{FF2B5EF4-FFF2-40B4-BE49-F238E27FC236}">
                  <a16:creationId xmlns:a16="http://schemas.microsoft.com/office/drawing/2014/main" id="{4C35F9F5-1B23-3912-A500-C9A9ADCF7F8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18" name="Group 2217">
            <a:extLst>
              <a:ext uri="{FF2B5EF4-FFF2-40B4-BE49-F238E27FC236}">
                <a16:creationId xmlns:a16="http://schemas.microsoft.com/office/drawing/2014/main" id="{6B4E339D-ADC5-AFC6-6391-02CCC9F93A46}"/>
              </a:ext>
            </a:extLst>
          </p:cNvPr>
          <p:cNvGrpSpPr/>
          <p:nvPr/>
        </p:nvGrpSpPr>
        <p:grpSpPr>
          <a:xfrm>
            <a:off x="3373050" y="1960766"/>
            <a:ext cx="117664" cy="117664"/>
            <a:chOff x="3354375" y="4234433"/>
            <a:chExt cx="131191" cy="131191"/>
          </a:xfrm>
        </p:grpSpPr>
        <p:sp>
          <p:nvSpPr>
            <p:cNvPr id="2219" name="Oval 2218">
              <a:extLst>
                <a:ext uri="{FF2B5EF4-FFF2-40B4-BE49-F238E27FC236}">
                  <a16:creationId xmlns:a16="http://schemas.microsoft.com/office/drawing/2014/main" id="{C0091928-CCF0-4BEB-A886-79A2BF3D4F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20" name="Oval 2219">
              <a:extLst>
                <a:ext uri="{FF2B5EF4-FFF2-40B4-BE49-F238E27FC236}">
                  <a16:creationId xmlns:a16="http://schemas.microsoft.com/office/drawing/2014/main" id="{2B35065B-E542-FDFF-4F9D-4AD1BD5731A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21" name="Group 2220">
            <a:extLst>
              <a:ext uri="{FF2B5EF4-FFF2-40B4-BE49-F238E27FC236}">
                <a16:creationId xmlns:a16="http://schemas.microsoft.com/office/drawing/2014/main" id="{C90A3E96-9CCB-6D17-4C51-F4DA3CAA234A}"/>
              </a:ext>
            </a:extLst>
          </p:cNvPr>
          <p:cNvGrpSpPr/>
          <p:nvPr/>
        </p:nvGrpSpPr>
        <p:grpSpPr>
          <a:xfrm rot="21588307">
            <a:off x="3282650" y="1522322"/>
            <a:ext cx="76198" cy="76198"/>
            <a:chOff x="3354375" y="4234433"/>
            <a:chExt cx="131191" cy="131191"/>
          </a:xfrm>
        </p:grpSpPr>
        <p:sp>
          <p:nvSpPr>
            <p:cNvPr id="2222" name="Oval 2221">
              <a:extLst>
                <a:ext uri="{FF2B5EF4-FFF2-40B4-BE49-F238E27FC236}">
                  <a16:creationId xmlns:a16="http://schemas.microsoft.com/office/drawing/2014/main" id="{46572AA7-0A20-97D9-C999-19AFF70686A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23" name="Oval 2222">
              <a:extLst>
                <a:ext uri="{FF2B5EF4-FFF2-40B4-BE49-F238E27FC236}">
                  <a16:creationId xmlns:a16="http://schemas.microsoft.com/office/drawing/2014/main" id="{897CAD8A-72C2-1930-E2F7-0EF55F60C90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24" name="Group 2223">
            <a:extLst>
              <a:ext uri="{FF2B5EF4-FFF2-40B4-BE49-F238E27FC236}">
                <a16:creationId xmlns:a16="http://schemas.microsoft.com/office/drawing/2014/main" id="{F8E53684-3A95-9787-6C24-28433C00F9C6}"/>
              </a:ext>
            </a:extLst>
          </p:cNvPr>
          <p:cNvGrpSpPr/>
          <p:nvPr/>
        </p:nvGrpSpPr>
        <p:grpSpPr>
          <a:xfrm rot="21588307">
            <a:off x="3521905" y="1023213"/>
            <a:ext cx="76198" cy="76198"/>
            <a:chOff x="3354375" y="4234433"/>
            <a:chExt cx="131191" cy="131191"/>
          </a:xfrm>
        </p:grpSpPr>
        <p:sp>
          <p:nvSpPr>
            <p:cNvPr id="2225" name="Oval 2224">
              <a:extLst>
                <a:ext uri="{FF2B5EF4-FFF2-40B4-BE49-F238E27FC236}">
                  <a16:creationId xmlns:a16="http://schemas.microsoft.com/office/drawing/2014/main" id="{ACD541FC-6ECC-6171-FF31-E23576D775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26" name="Oval 2225">
              <a:extLst>
                <a:ext uri="{FF2B5EF4-FFF2-40B4-BE49-F238E27FC236}">
                  <a16:creationId xmlns:a16="http://schemas.microsoft.com/office/drawing/2014/main" id="{4047CF7E-749A-C582-FC92-92C73FE88CA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27" name="Group 2226">
            <a:extLst>
              <a:ext uri="{FF2B5EF4-FFF2-40B4-BE49-F238E27FC236}">
                <a16:creationId xmlns:a16="http://schemas.microsoft.com/office/drawing/2014/main" id="{BB070041-30DE-B5D0-483B-F752C81F1B5B}"/>
              </a:ext>
            </a:extLst>
          </p:cNvPr>
          <p:cNvGrpSpPr/>
          <p:nvPr/>
        </p:nvGrpSpPr>
        <p:grpSpPr>
          <a:xfrm>
            <a:off x="3172483" y="1340845"/>
            <a:ext cx="117664" cy="117664"/>
            <a:chOff x="3354375" y="4234433"/>
            <a:chExt cx="131191" cy="131191"/>
          </a:xfrm>
        </p:grpSpPr>
        <p:sp>
          <p:nvSpPr>
            <p:cNvPr id="2228" name="Oval 2227">
              <a:extLst>
                <a:ext uri="{FF2B5EF4-FFF2-40B4-BE49-F238E27FC236}">
                  <a16:creationId xmlns:a16="http://schemas.microsoft.com/office/drawing/2014/main" id="{A577456C-EFC3-E1D5-97D4-0829214A4C1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29" name="Oval 2228">
              <a:extLst>
                <a:ext uri="{FF2B5EF4-FFF2-40B4-BE49-F238E27FC236}">
                  <a16:creationId xmlns:a16="http://schemas.microsoft.com/office/drawing/2014/main" id="{4B96E10E-F14F-3F3A-1FF6-807E1FF66A1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30" name="Group 2229">
            <a:extLst>
              <a:ext uri="{FF2B5EF4-FFF2-40B4-BE49-F238E27FC236}">
                <a16:creationId xmlns:a16="http://schemas.microsoft.com/office/drawing/2014/main" id="{29C214FA-6076-BE9D-916C-4AC6F1D307D7}"/>
              </a:ext>
            </a:extLst>
          </p:cNvPr>
          <p:cNvGrpSpPr/>
          <p:nvPr/>
        </p:nvGrpSpPr>
        <p:grpSpPr>
          <a:xfrm>
            <a:off x="6852658" y="1210644"/>
            <a:ext cx="76198" cy="76198"/>
            <a:chOff x="3354375" y="4234433"/>
            <a:chExt cx="131191" cy="131191"/>
          </a:xfrm>
        </p:grpSpPr>
        <p:sp>
          <p:nvSpPr>
            <p:cNvPr id="2231" name="Oval 2230">
              <a:extLst>
                <a:ext uri="{FF2B5EF4-FFF2-40B4-BE49-F238E27FC236}">
                  <a16:creationId xmlns:a16="http://schemas.microsoft.com/office/drawing/2014/main" id="{5CEA1057-5050-6D90-D4E2-B6EE831EA46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32" name="Oval 2231">
              <a:extLst>
                <a:ext uri="{FF2B5EF4-FFF2-40B4-BE49-F238E27FC236}">
                  <a16:creationId xmlns:a16="http://schemas.microsoft.com/office/drawing/2014/main" id="{72A9B073-4848-6161-C634-8E186E5F47F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33" name="Group 2232">
            <a:extLst>
              <a:ext uri="{FF2B5EF4-FFF2-40B4-BE49-F238E27FC236}">
                <a16:creationId xmlns:a16="http://schemas.microsoft.com/office/drawing/2014/main" id="{CD21353F-F25D-C238-542E-6AAFF93C49D5}"/>
              </a:ext>
            </a:extLst>
          </p:cNvPr>
          <p:cNvGrpSpPr/>
          <p:nvPr/>
        </p:nvGrpSpPr>
        <p:grpSpPr>
          <a:xfrm rot="21588307">
            <a:off x="5812107" y="1545449"/>
            <a:ext cx="76198" cy="76198"/>
            <a:chOff x="3354375" y="4234433"/>
            <a:chExt cx="131191" cy="131191"/>
          </a:xfrm>
        </p:grpSpPr>
        <p:sp>
          <p:nvSpPr>
            <p:cNvPr id="2234" name="Oval 2233">
              <a:extLst>
                <a:ext uri="{FF2B5EF4-FFF2-40B4-BE49-F238E27FC236}">
                  <a16:creationId xmlns:a16="http://schemas.microsoft.com/office/drawing/2014/main" id="{B961A4E7-444D-CE97-5A63-12BD3060D3E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35" name="Oval 2234">
              <a:extLst>
                <a:ext uri="{FF2B5EF4-FFF2-40B4-BE49-F238E27FC236}">
                  <a16:creationId xmlns:a16="http://schemas.microsoft.com/office/drawing/2014/main" id="{F371E096-E295-382B-4002-B5DCD4474EC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36" name="Group 2235">
            <a:extLst>
              <a:ext uri="{FF2B5EF4-FFF2-40B4-BE49-F238E27FC236}">
                <a16:creationId xmlns:a16="http://schemas.microsoft.com/office/drawing/2014/main" id="{F405979C-A866-768E-A10B-221CE9C32D33}"/>
              </a:ext>
            </a:extLst>
          </p:cNvPr>
          <p:cNvGrpSpPr/>
          <p:nvPr/>
        </p:nvGrpSpPr>
        <p:grpSpPr>
          <a:xfrm>
            <a:off x="7250442" y="1518567"/>
            <a:ext cx="141158" cy="141158"/>
            <a:chOff x="3354375" y="4234433"/>
            <a:chExt cx="131191" cy="131191"/>
          </a:xfrm>
        </p:grpSpPr>
        <p:sp>
          <p:nvSpPr>
            <p:cNvPr id="2237" name="Oval 2236">
              <a:extLst>
                <a:ext uri="{FF2B5EF4-FFF2-40B4-BE49-F238E27FC236}">
                  <a16:creationId xmlns:a16="http://schemas.microsoft.com/office/drawing/2014/main" id="{1692AF9F-4B17-2F02-469B-BBA1689C73C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38" name="Oval 2237">
              <a:extLst>
                <a:ext uri="{FF2B5EF4-FFF2-40B4-BE49-F238E27FC236}">
                  <a16:creationId xmlns:a16="http://schemas.microsoft.com/office/drawing/2014/main" id="{B9DA1009-A5B4-F80F-4509-C3CC4A804D0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39" name="Group 2238">
            <a:extLst>
              <a:ext uri="{FF2B5EF4-FFF2-40B4-BE49-F238E27FC236}">
                <a16:creationId xmlns:a16="http://schemas.microsoft.com/office/drawing/2014/main" id="{FD6340C0-CAC5-585A-7864-AE2B7BA41CE3}"/>
              </a:ext>
            </a:extLst>
          </p:cNvPr>
          <p:cNvGrpSpPr/>
          <p:nvPr/>
        </p:nvGrpSpPr>
        <p:grpSpPr>
          <a:xfrm>
            <a:off x="7431420" y="1488200"/>
            <a:ext cx="76198" cy="76198"/>
            <a:chOff x="3354375" y="4234433"/>
            <a:chExt cx="131191" cy="131191"/>
          </a:xfrm>
        </p:grpSpPr>
        <p:sp>
          <p:nvSpPr>
            <p:cNvPr id="2240" name="Oval 2239">
              <a:extLst>
                <a:ext uri="{FF2B5EF4-FFF2-40B4-BE49-F238E27FC236}">
                  <a16:creationId xmlns:a16="http://schemas.microsoft.com/office/drawing/2014/main" id="{71F241EC-F96D-2AE8-4D18-866374AF88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41" name="Oval 2240">
              <a:extLst>
                <a:ext uri="{FF2B5EF4-FFF2-40B4-BE49-F238E27FC236}">
                  <a16:creationId xmlns:a16="http://schemas.microsoft.com/office/drawing/2014/main" id="{30CE5DFC-A6F4-B5B3-1E96-58134610A5A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42" name="Group 2241">
            <a:extLst>
              <a:ext uri="{FF2B5EF4-FFF2-40B4-BE49-F238E27FC236}">
                <a16:creationId xmlns:a16="http://schemas.microsoft.com/office/drawing/2014/main" id="{01C00185-6786-296A-C0C0-82B06285DB7C}"/>
              </a:ext>
            </a:extLst>
          </p:cNvPr>
          <p:cNvGrpSpPr/>
          <p:nvPr/>
        </p:nvGrpSpPr>
        <p:grpSpPr>
          <a:xfrm rot="21588307">
            <a:off x="7073129" y="1077072"/>
            <a:ext cx="150955" cy="150955"/>
            <a:chOff x="3354375" y="4234433"/>
            <a:chExt cx="131191" cy="131191"/>
          </a:xfrm>
        </p:grpSpPr>
        <p:sp>
          <p:nvSpPr>
            <p:cNvPr id="2243" name="Oval 2242">
              <a:extLst>
                <a:ext uri="{FF2B5EF4-FFF2-40B4-BE49-F238E27FC236}">
                  <a16:creationId xmlns:a16="http://schemas.microsoft.com/office/drawing/2014/main" id="{A97AED9E-CD7B-A670-18E7-3C02BF7C70F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44" name="Oval 2243">
              <a:extLst>
                <a:ext uri="{FF2B5EF4-FFF2-40B4-BE49-F238E27FC236}">
                  <a16:creationId xmlns:a16="http://schemas.microsoft.com/office/drawing/2014/main" id="{ED467AAB-30E8-9BAD-41CB-7AE5236D1B9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45" name="Group 2244">
            <a:extLst>
              <a:ext uri="{FF2B5EF4-FFF2-40B4-BE49-F238E27FC236}">
                <a16:creationId xmlns:a16="http://schemas.microsoft.com/office/drawing/2014/main" id="{9471C9F3-EBAC-A1BB-9BDC-0F1CD64686A4}"/>
              </a:ext>
            </a:extLst>
          </p:cNvPr>
          <p:cNvGrpSpPr/>
          <p:nvPr/>
        </p:nvGrpSpPr>
        <p:grpSpPr>
          <a:xfrm rot="21588307">
            <a:off x="7307032" y="766413"/>
            <a:ext cx="76198" cy="76198"/>
            <a:chOff x="3354375" y="4234433"/>
            <a:chExt cx="131191" cy="131191"/>
          </a:xfrm>
        </p:grpSpPr>
        <p:sp>
          <p:nvSpPr>
            <p:cNvPr id="2246" name="Oval 2245">
              <a:extLst>
                <a:ext uri="{FF2B5EF4-FFF2-40B4-BE49-F238E27FC236}">
                  <a16:creationId xmlns:a16="http://schemas.microsoft.com/office/drawing/2014/main" id="{D2DA18EE-9ECC-EE2A-BDF7-9E88D1B3868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47" name="Oval 2246">
              <a:extLst>
                <a:ext uri="{FF2B5EF4-FFF2-40B4-BE49-F238E27FC236}">
                  <a16:creationId xmlns:a16="http://schemas.microsoft.com/office/drawing/2014/main" id="{9E1FEAEC-44DB-94BE-7BA3-6E00051E0F8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48" name="Group 2247">
            <a:extLst>
              <a:ext uri="{FF2B5EF4-FFF2-40B4-BE49-F238E27FC236}">
                <a16:creationId xmlns:a16="http://schemas.microsoft.com/office/drawing/2014/main" id="{60172962-9AA2-7311-0CB6-1BCB5C0F1C63}"/>
              </a:ext>
            </a:extLst>
          </p:cNvPr>
          <p:cNvGrpSpPr/>
          <p:nvPr/>
        </p:nvGrpSpPr>
        <p:grpSpPr>
          <a:xfrm>
            <a:off x="7707280" y="1033448"/>
            <a:ext cx="76198" cy="76198"/>
            <a:chOff x="3354375" y="4234433"/>
            <a:chExt cx="131191" cy="131191"/>
          </a:xfrm>
        </p:grpSpPr>
        <p:sp>
          <p:nvSpPr>
            <p:cNvPr id="2249" name="Oval 2248">
              <a:extLst>
                <a:ext uri="{FF2B5EF4-FFF2-40B4-BE49-F238E27FC236}">
                  <a16:creationId xmlns:a16="http://schemas.microsoft.com/office/drawing/2014/main" id="{ADC512AA-8235-445A-55FF-3652954B2EA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50" name="Oval 2249">
              <a:extLst>
                <a:ext uri="{FF2B5EF4-FFF2-40B4-BE49-F238E27FC236}">
                  <a16:creationId xmlns:a16="http://schemas.microsoft.com/office/drawing/2014/main" id="{7D80D63D-61B8-4543-BCB3-91293658C0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51" name="Group 2250">
            <a:extLst>
              <a:ext uri="{FF2B5EF4-FFF2-40B4-BE49-F238E27FC236}">
                <a16:creationId xmlns:a16="http://schemas.microsoft.com/office/drawing/2014/main" id="{69FD6AC5-2ABF-D69C-5CC9-1B647C69235B}"/>
              </a:ext>
            </a:extLst>
          </p:cNvPr>
          <p:cNvGrpSpPr/>
          <p:nvPr/>
        </p:nvGrpSpPr>
        <p:grpSpPr>
          <a:xfrm rot="639845">
            <a:off x="6828124" y="1143987"/>
            <a:ext cx="490950" cy="338306"/>
            <a:chOff x="2671370" y="3780212"/>
            <a:chExt cx="490950" cy="338306"/>
          </a:xfrm>
        </p:grpSpPr>
        <p:grpSp>
          <p:nvGrpSpPr>
            <p:cNvPr id="2252" name="Group 2251">
              <a:extLst>
                <a:ext uri="{FF2B5EF4-FFF2-40B4-BE49-F238E27FC236}">
                  <a16:creationId xmlns:a16="http://schemas.microsoft.com/office/drawing/2014/main" id="{8BB27EBD-798B-D317-5573-DE59E46CD242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2266" name="Oval 2265">
                <a:extLst>
                  <a:ext uri="{FF2B5EF4-FFF2-40B4-BE49-F238E27FC236}">
                    <a16:creationId xmlns:a16="http://schemas.microsoft.com/office/drawing/2014/main" id="{FBA5094A-1A32-F25D-941E-B011CD0EDCA6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267" name="Oval 2266">
                <a:extLst>
                  <a:ext uri="{FF2B5EF4-FFF2-40B4-BE49-F238E27FC236}">
                    <a16:creationId xmlns:a16="http://schemas.microsoft.com/office/drawing/2014/main" id="{59524E43-AC97-DCE6-F322-33CFBEEFC90F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253" name="Group 2252">
              <a:extLst>
                <a:ext uri="{FF2B5EF4-FFF2-40B4-BE49-F238E27FC236}">
                  <a16:creationId xmlns:a16="http://schemas.microsoft.com/office/drawing/2014/main" id="{CBDA0310-5338-B5C6-3883-2A9F2DA7D9BE}"/>
                </a:ext>
              </a:extLst>
            </p:cNvPr>
            <p:cNvGrpSpPr/>
            <p:nvPr/>
          </p:nvGrpSpPr>
          <p:grpSpPr>
            <a:xfrm rot="20948462">
              <a:off x="2671370" y="3780212"/>
              <a:ext cx="278820" cy="332936"/>
              <a:chOff x="2669038" y="3785582"/>
              <a:chExt cx="278820" cy="332936"/>
            </a:xfrm>
          </p:grpSpPr>
          <p:grpSp>
            <p:nvGrpSpPr>
              <p:cNvPr id="2254" name="Group 2253">
                <a:extLst>
                  <a:ext uri="{FF2B5EF4-FFF2-40B4-BE49-F238E27FC236}">
                    <a16:creationId xmlns:a16="http://schemas.microsoft.com/office/drawing/2014/main" id="{09C6497E-B525-44ED-3627-1D10D5CB47D2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2264" name="Oval 2263">
                  <a:extLst>
                    <a:ext uri="{FF2B5EF4-FFF2-40B4-BE49-F238E27FC236}">
                      <a16:creationId xmlns:a16="http://schemas.microsoft.com/office/drawing/2014/main" id="{0C0CF4A5-19C1-4DFD-306F-9DE062DAA3A3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65" name="Oval 2264">
                  <a:extLst>
                    <a:ext uri="{FF2B5EF4-FFF2-40B4-BE49-F238E27FC236}">
                      <a16:creationId xmlns:a16="http://schemas.microsoft.com/office/drawing/2014/main" id="{F9AC2ADA-85E8-5525-5523-6BA95C1FE8FC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255" name="Group 2254">
                <a:extLst>
                  <a:ext uri="{FF2B5EF4-FFF2-40B4-BE49-F238E27FC236}">
                    <a16:creationId xmlns:a16="http://schemas.microsoft.com/office/drawing/2014/main" id="{8796AF8A-BB46-20E1-A8D6-406305803A69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2262" name="Oval 2261">
                  <a:extLst>
                    <a:ext uri="{FF2B5EF4-FFF2-40B4-BE49-F238E27FC236}">
                      <a16:creationId xmlns:a16="http://schemas.microsoft.com/office/drawing/2014/main" id="{E1E5E9C9-BC93-7B72-FEE4-2E3C03A6CE1C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63" name="Oval 2262">
                  <a:extLst>
                    <a:ext uri="{FF2B5EF4-FFF2-40B4-BE49-F238E27FC236}">
                      <a16:creationId xmlns:a16="http://schemas.microsoft.com/office/drawing/2014/main" id="{B6F00BA2-A08C-7C14-2D64-304B2AB32CEF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256" name="Group 2255">
                <a:extLst>
                  <a:ext uri="{FF2B5EF4-FFF2-40B4-BE49-F238E27FC236}">
                    <a16:creationId xmlns:a16="http://schemas.microsoft.com/office/drawing/2014/main" id="{F08A4227-B464-EA02-4CB1-D1B3D925B625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2260" name="Oval 2259">
                  <a:extLst>
                    <a:ext uri="{FF2B5EF4-FFF2-40B4-BE49-F238E27FC236}">
                      <a16:creationId xmlns:a16="http://schemas.microsoft.com/office/drawing/2014/main" id="{0AB6D08D-7B7C-F220-C1C7-5D799D18C63E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61" name="Oval 2260">
                  <a:extLst>
                    <a:ext uri="{FF2B5EF4-FFF2-40B4-BE49-F238E27FC236}">
                      <a16:creationId xmlns:a16="http://schemas.microsoft.com/office/drawing/2014/main" id="{68458301-21B8-7027-8037-064B7C3BDD9C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257" name="Group 2256">
                <a:extLst>
                  <a:ext uri="{FF2B5EF4-FFF2-40B4-BE49-F238E27FC236}">
                    <a16:creationId xmlns:a16="http://schemas.microsoft.com/office/drawing/2014/main" id="{3E07EEF6-D0E9-D4F8-D99A-A3894634EBC8}"/>
                  </a:ext>
                </a:extLst>
              </p:cNvPr>
              <p:cNvGrpSpPr/>
              <p:nvPr/>
            </p:nvGrpSpPr>
            <p:grpSpPr>
              <a:xfrm>
                <a:off x="2775436" y="3785582"/>
                <a:ext cx="76198" cy="76198"/>
                <a:chOff x="3266417" y="4295360"/>
                <a:chExt cx="131191" cy="131191"/>
              </a:xfrm>
            </p:grpSpPr>
            <p:sp>
              <p:nvSpPr>
                <p:cNvPr id="2258" name="Oval 2257">
                  <a:extLst>
                    <a:ext uri="{FF2B5EF4-FFF2-40B4-BE49-F238E27FC236}">
                      <a16:creationId xmlns:a16="http://schemas.microsoft.com/office/drawing/2014/main" id="{F7FA1449-A5CF-954D-221C-55A7378DF09B}"/>
                    </a:ext>
                  </a:extLst>
                </p:cNvPr>
                <p:cNvSpPr/>
                <p:nvPr/>
              </p:nvSpPr>
              <p:spPr>
                <a:xfrm>
                  <a:off x="3266417" y="4295360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59" name="Oval 2258">
                  <a:extLst>
                    <a:ext uri="{FF2B5EF4-FFF2-40B4-BE49-F238E27FC236}">
                      <a16:creationId xmlns:a16="http://schemas.microsoft.com/office/drawing/2014/main" id="{5F3DBD67-BD3A-6286-FA89-4F773A56CD92}"/>
                    </a:ext>
                  </a:extLst>
                </p:cNvPr>
                <p:cNvSpPr/>
                <p:nvPr/>
              </p:nvSpPr>
              <p:spPr>
                <a:xfrm>
                  <a:off x="3292432" y="4305064"/>
                  <a:ext cx="91526" cy="91526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2268" name="Group 2267">
            <a:extLst>
              <a:ext uri="{FF2B5EF4-FFF2-40B4-BE49-F238E27FC236}">
                <a16:creationId xmlns:a16="http://schemas.microsoft.com/office/drawing/2014/main" id="{5886E746-6474-F836-5813-AE53AB0FA507}"/>
              </a:ext>
            </a:extLst>
          </p:cNvPr>
          <p:cNvGrpSpPr/>
          <p:nvPr/>
        </p:nvGrpSpPr>
        <p:grpSpPr>
          <a:xfrm>
            <a:off x="7644369" y="1163303"/>
            <a:ext cx="141158" cy="141158"/>
            <a:chOff x="3354375" y="4234433"/>
            <a:chExt cx="131191" cy="131191"/>
          </a:xfrm>
        </p:grpSpPr>
        <p:sp>
          <p:nvSpPr>
            <p:cNvPr id="2269" name="Oval 2268">
              <a:extLst>
                <a:ext uri="{FF2B5EF4-FFF2-40B4-BE49-F238E27FC236}">
                  <a16:creationId xmlns:a16="http://schemas.microsoft.com/office/drawing/2014/main" id="{C87C6660-6198-CDA3-3673-38BA9B1864F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70" name="Oval 2269">
              <a:extLst>
                <a:ext uri="{FF2B5EF4-FFF2-40B4-BE49-F238E27FC236}">
                  <a16:creationId xmlns:a16="http://schemas.microsoft.com/office/drawing/2014/main" id="{002F0C29-FA10-6BCB-610C-D38AB9EDDF8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71" name="Group 2270">
            <a:extLst>
              <a:ext uri="{FF2B5EF4-FFF2-40B4-BE49-F238E27FC236}">
                <a16:creationId xmlns:a16="http://schemas.microsoft.com/office/drawing/2014/main" id="{BFF925E5-593A-0379-534E-A779B215BA23}"/>
              </a:ext>
            </a:extLst>
          </p:cNvPr>
          <p:cNvGrpSpPr/>
          <p:nvPr/>
        </p:nvGrpSpPr>
        <p:grpSpPr>
          <a:xfrm rot="639845">
            <a:off x="7439627" y="1235282"/>
            <a:ext cx="209043" cy="209043"/>
            <a:chOff x="3354375" y="4234433"/>
            <a:chExt cx="131191" cy="131191"/>
          </a:xfrm>
        </p:grpSpPr>
        <p:sp>
          <p:nvSpPr>
            <p:cNvPr id="2272" name="Oval 2271">
              <a:extLst>
                <a:ext uri="{FF2B5EF4-FFF2-40B4-BE49-F238E27FC236}">
                  <a16:creationId xmlns:a16="http://schemas.microsoft.com/office/drawing/2014/main" id="{32355EC3-0D65-129C-003A-1413ACA054B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73" name="Oval 2272">
              <a:extLst>
                <a:ext uri="{FF2B5EF4-FFF2-40B4-BE49-F238E27FC236}">
                  <a16:creationId xmlns:a16="http://schemas.microsoft.com/office/drawing/2014/main" id="{C9F71F8E-99B0-290A-564F-311345099CB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74" name="Group 2273">
            <a:extLst>
              <a:ext uri="{FF2B5EF4-FFF2-40B4-BE49-F238E27FC236}">
                <a16:creationId xmlns:a16="http://schemas.microsoft.com/office/drawing/2014/main" id="{6148389D-0F3D-C199-8C49-72D349A2612D}"/>
              </a:ext>
            </a:extLst>
          </p:cNvPr>
          <p:cNvGrpSpPr/>
          <p:nvPr/>
        </p:nvGrpSpPr>
        <p:grpSpPr>
          <a:xfrm rot="21588307">
            <a:off x="7264303" y="1163558"/>
            <a:ext cx="150955" cy="150955"/>
            <a:chOff x="3354375" y="4234433"/>
            <a:chExt cx="131191" cy="131191"/>
          </a:xfrm>
        </p:grpSpPr>
        <p:sp>
          <p:nvSpPr>
            <p:cNvPr id="2275" name="Oval 2274">
              <a:extLst>
                <a:ext uri="{FF2B5EF4-FFF2-40B4-BE49-F238E27FC236}">
                  <a16:creationId xmlns:a16="http://schemas.microsoft.com/office/drawing/2014/main" id="{D7161300-CF2E-06F0-FFA5-BFBA929DFF1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76" name="Oval 2275">
              <a:extLst>
                <a:ext uri="{FF2B5EF4-FFF2-40B4-BE49-F238E27FC236}">
                  <a16:creationId xmlns:a16="http://schemas.microsoft.com/office/drawing/2014/main" id="{F31DC30C-3951-14C2-A5AD-82FDA8BEB45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77" name="Group 2276">
            <a:extLst>
              <a:ext uri="{FF2B5EF4-FFF2-40B4-BE49-F238E27FC236}">
                <a16:creationId xmlns:a16="http://schemas.microsoft.com/office/drawing/2014/main" id="{B559F33E-9BCE-5B39-65A1-7D70D2B66DD8}"/>
              </a:ext>
            </a:extLst>
          </p:cNvPr>
          <p:cNvGrpSpPr/>
          <p:nvPr/>
        </p:nvGrpSpPr>
        <p:grpSpPr>
          <a:xfrm rot="21588307">
            <a:off x="7142291" y="973039"/>
            <a:ext cx="76198" cy="76198"/>
            <a:chOff x="3354375" y="4234433"/>
            <a:chExt cx="131191" cy="131191"/>
          </a:xfrm>
        </p:grpSpPr>
        <p:sp>
          <p:nvSpPr>
            <p:cNvPr id="2278" name="Oval 2277">
              <a:extLst>
                <a:ext uri="{FF2B5EF4-FFF2-40B4-BE49-F238E27FC236}">
                  <a16:creationId xmlns:a16="http://schemas.microsoft.com/office/drawing/2014/main" id="{378D987A-21A3-6BFC-4F7F-B38A9CF7505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79" name="Oval 2278">
              <a:extLst>
                <a:ext uri="{FF2B5EF4-FFF2-40B4-BE49-F238E27FC236}">
                  <a16:creationId xmlns:a16="http://schemas.microsoft.com/office/drawing/2014/main" id="{13075930-744E-35F1-692D-28D318BCFC2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80" name="Group 2279">
            <a:extLst>
              <a:ext uri="{FF2B5EF4-FFF2-40B4-BE49-F238E27FC236}">
                <a16:creationId xmlns:a16="http://schemas.microsoft.com/office/drawing/2014/main" id="{17171002-1C51-3E14-CC76-1B97D6402F70}"/>
              </a:ext>
            </a:extLst>
          </p:cNvPr>
          <p:cNvGrpSpPr/>
          <p:nvPr/>
        </p:nvGrpSpPr>
        <p:grpSpPr>
          <a:xfrm rot="21588307">
            <a:off x="7309079" y="1363220"/>
            <a:ext cx="141158" cy="141158"/>
            <a:chOff x="3354375" y="4234433"/>
            <a:chExt cx="131191" cy="131191"/>
          </a:xfrm>
        </p:grpSpPr>
        <p:sp>
          <p:nvSpPr>
            <p:cNvPr id="2281" name="Oval 2280">
              <a:extLst>
                <a:ext uri="{FF2B5EF4-FFF2-40B4-BE49-F238E27FC236}">
                  <a16:creationId xmlns:a16="http://schemas.microsoft.com/office/drawing/2014/main" id="{284C0B61-1F76-D271-D903-6D1E33FD0F1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82" name="Oval 2281">
              <a:extLst>
                <a:ext uri="{FF2B5EF4-FFF2-40B4-BE49-F238E27FC236}">
                  <a16:creationId xmlns:a16="http://schemas.microsoft.com/office/drawing/2014/main" id="{A74E5EA2-79D2-223D-8455-F6F784F4E36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83" name="Group 2282">
            <a:extLst>
              <a:ext uri="{FF2B5EF4-FFF2-40B4-BE49-F238E27FC236}">
                <a16:creationId xmlns:a16="http://schemas.microsoft.com/office/drawing/2014/main" id="{00151C5D-29EC-071C-9A3E-E01FCB799B92}"/>
              </a:ext>
            </a:extLst>
          </p:cNvPr>
          <p:cNvGrpSpPr/>
          <p:nvPr/>
        </p:nvGrpSpPr>
        <p:grpSpPr>
          <a:xfrm rot="21588307">
            <a:off x="7175762" y="1225247"/>
            <a:ext cx="76198" cy="76198"/>
            <a:chOff x="3354375" y="4234433"/>
            <a:chExt cx="131191" cy="131191"/>
          </a:xfrm>
        </p:grpSpPr>
        <p:sp>
          <p:nvSpPr>
            <p:cNvPr id="2284" name="Oval 2283">
              <a:extLst>
                <a:ext uri="{FF2B5EF4-FFF2-40B4-BE49-F238E27FC236}">
                  <a16:creationId xmlns:a16="http://schemas.microsoft.com/office/drawing/2014/main" id="{DA3960A1-691D-91C0-5BED-0809A236B25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85" name="Oval 2284">
              <a:extLst>
                <a:ext uri="{FF2B5EF4-FFF2-40B4-BE49-F238E27FC236}">
                  <a16:creationId xmlns:a16="http://schemas.microsoft.com/office/drawing/2014/main" id="{021489E3-FA85-3728-2273-D5832AB7BBC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86" name="Group 2285">
            <a:extLst>
              <a:ext uri="{FF2B5EF4-FFF2-40B4-BE49-F238E27FC236}">
                <a16:creationId xmlns:a16="http://schemas.microsoft.com/office/drawing/2014/main" id="{2BCFA464-69CB-79AC-1DE7-9510CCCC04C9}"/>
              </a:ext>
            </a:extLst>
          </p:cNvPr>
          <p:cNvGrpSpPr/>
          <p:nvPr/>
        </p:nvGrpSpPr>
        <p:grpSpPr>
          <a:xfrm>
            <a:off x="7648138" y="1366920"/>
            <a:ext cx="209043" cy="209043"/>
            <a:chOff x="3354375" y="4234433"/>
            <a:chExt cx="131191" cy="131191"/>
          </a:xfrm>
        </p:grpSpPr>
        <p:sp>
          <p:nvSpPr>
            <p:cNvPr id="2287" name="Oval 2286">
              <a:extLst>
                <a:ext uri="{FF2B5EF4-FFF2-40B4-BE49-F238E27FC236}">
                  <a16:creationId xmlns:a16="http://schemas.microsoft.com/office/drawing/2014/main" id="{EAFF9E66-3CEB-1375-4263-DE6339A6600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88" name="Oval 2287">
              <a:extLst>
                <a:ext uri="{FF2B5EF4-FFF2-40B4-BE49-F238E27FC236}">
                  <a16:creationId xmlns:a16="http://schemas.microsoft.com/office/drawing/2014/main" id="{BFCDA3B7-F357-3C60-BF27-F3B335FA095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89" name="Group 2288">
            <a:extLst>
              <a:ext uri="{FF2B5EF4-FFF2-40B4-BE49-F238E27FC236}">
                <a16:creationId xmlns:a16="http://schemas.microsoft.com/office/drawing/2014/main" id="{B7D47A06-2587-C9B6-4778-40D8BB7757A9}"/>
              </a:ext>
            </a:extLst>
          </p:cNvPr>
          <p:cNvGrpSpPr/>
          <p:nvPr/>
        </p:nvGrpSpPr>
        <p:grpSpPr>
          <a:xfrm>
            <a:off x="7493110" y="1800313"/>
            <a:ext cx="141158" cy="141158"/>
            <a:chOff x="3354375" y="4234433"/>
            <a:chExt cx="131191" cy="131191"/>
          </a:xfrm>
        </p:grpSpPr>
        <p:sp>
          <p:nvSpPr>
            <p:cNvPr id="2290" name="Oval 2289">
              <a:extLst>
                <a:ext uri="{FF2B5EF4-FFF2-40B4-BE49-F238E27FC236}">
                  <a16:creationId xmlns:a16="http://schemas.microsoft.com/office/drawing/2014/main" id="{894E09F0-D885-7DF1-262C-5897BEB2D27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91" name="Oval 2290">
              <a:extLst>
                <a:ext uri="{FF2B5EF4-FFF2-40B4-BE49-F238E27FC236}">
                  <a16:creationId xmlns:a16="http://schemas.microsoft.com/office/drawing/2014/main" id="{DAC28BE4-6D5E-3555-4E27-5218BAA967D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92" name="Group 2291">
            <a:extLst>
              <a:ext uri="{FF2B5EF4-FFF2-40B4-BE49-F238E27FC236}">
                <a16:creationId xmlns:a16="http://schemas.microsoft.com/office/drawing/2014/main" id="{F897A4B5-E9B6-CC5A-2D9C-803A27140393}"/>
              </a:ext>
            </a:extLst>
          </p:cNvPr>
          <p:cNvGrpSpPr/>
          <p:nvPr/>
        </p:nvGrpSpPr>
        <p:grpSpPr>
          <a:xfrm rot="21588307">
            <a:off x="7605780" y="1575892"/>
            <a:ext cx="150955" cy="150955"/>
            <a:chOff x="3354375" y="4234433"/>
            <a:chExt cx="131191" cy="131191"/>
          </a:xfrm>
        </p:grpSpPr>
        <p:sp>
          <p:nvSpPr>
            <p:cNvPr id="2293" name="Oval 2292">
              <a:extLst>
                <a:ext uri="{FF2B5EF4-FFF2-40B4-BE49-F238E27FC236}">
                  <a16:creationId xmlns:a16="http://schemas.microsoft.com/office/drawing/2014/main" id="{AA232D20-3CC9-EA22-E3BB-FF3EF6CD6AB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94" name="Oval 2293">
              <a:extLst>
                <a:ext uri="{FF2B5EF4-FFF2-40B4-BE49-F238E27FC236}">
                  <a16:creationId xmlns:a16="http://schemas.microsoft.com/office/drawing/2014/main" id="{ACD89AF9-E452-163A-F613-D65CCEC2631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95" name="Group 2294">
            <a:extLst>
              <a:ext uri="{FF2B5EF4-FFF2-40B4-BE49-F238E27FC236}">
                <a16:creationId xmlns:a16="http://schemas.microsoft.com/office/drawing/2014/main" id="{F955206E-E2E7-A5E9-466B-C02C5648A9E9}"/>
              </a:ext>
            </a:extLst>
          </p:cNvPr>
          <p:cNvGrpSpPr/>
          <p:nvPr/>
        </p:nvGrpSpPr>
        <p:grpSpPr>
          <a:xfrm rot="21588307">
            <a:off x="7563319" y="1716967"/>
            <a:ext cx="76198" cy="76198"/>
            <a:chOff x="3354375" y="4234433"/>
            <a:chExt cx="131191" cy="131191"/>
          </a:xfrm>
        </p:grpSpPr>
        <p:sp>
          <p:nvSpPr>
            <p:cNvPr id="2296" name="Oval 2295">
              <a:extLst>
                <a:ext uri="{FF2B5EF4-FFF2-40B4-BE49-F238E27FC236}">
                  <a16:creationId xmlns:a16="http://schemas.microsoft.com/office/drawing/2014/main" id="{2BB10A80-7EBB-CD14-86BC-49B305C14B0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97" name="Oval 2296">
              <a:extLst>
                <a:ext uri="{FF2B5EF4-FFF2-40B4-BE49-F238E27FC236}">
                  <a16:creationId xmlns:a16="http://schemas.microsoft.com/office/drawing/2014/main" id="{701E978E-9BA5-B8A1-8E05-1333AE89F44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98" name="Group 2297">
            <a:extLst>
              <a:ext uri="{FF2B5EF4-FFF2-40B4-BE49-F238E27FC236}">
                <a16:creationId xmlns:a16="http://schemas.microsoft.com/office/drawing/2014/main" id="{A629968B-CFD5-A7B3-5331-433138F355A7}"/>
              </a:ext>
            </a:extLst>
          </p:cNvPr>
          <p:cNvGrpSpPr/>
          <p:nvPr/>
        </p:nvGrpSpPr>
        <p:grpSpPr>
          <a:xfrm>
            <a:off x="7899490" y="1702826"/>
            <a:ext cx="76198" cy="76198"/>
            <a:chOff x="3354375" y="4234433"/>
            <a:chExt cx="131191" cy="131191"/>
          </a:xfrm>
        </p:grpSpPr>
        <p:sp>
          <p:nvSpPr>
            <p:cNvPr id="2299" name="Oval 2298">
              <a:extLst>
                <a:ext uri="{FF2B5EF4-FFF2-40B4-BE49-F238E27FC236}">
                  <a16:creationId xmlns:a16="http://schemas.microsoft.com/office/drawing/2014/main" id="{CF1FA245-369D-4ED4-79BA-46370203BD7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00" name="Oval 2299">
              <a:extLst>
                <a:ext uri="{FF2B5EF4-FFF2-40B4-BE49-F238E27FC236}">
                  <a16:creationId xmlns:a16="http://schemas.microsoft.com/office/drawing/2014/main" id="{78278569-F8A5-61E7-5D99-2C4483A09AB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01" name="Group 2300">
            <a:extLst>
              <a:ext uri="{FF2B5EF4-FFF2-40B4-BE49-F238E27FC236}">
                <a16:creationId xmlns:a16="http://schemas.microsoft.com/office/drawing/2014/main" id="{AA4E5E56-7992-407D-B535-27404E3532BD}"/>
              </a:ext>
            </a:extLst>
          </p:cNvPr>
          <p:cNvGrpSpPr/>
          <p:nvPr/>
        </p:nvGrpSpPr>
        <p:grpSpPr>
          <a:xfrm rot="21588307">
            <a:off x="7653854" y="1915311"/>
            <a:ext cx="76198" cy="76198"/>
            <a:chOff x="3354375" y="4234433"/>
            <a:chExt cx="131191" cy="131191"/>
          </a:xfrm>
        </p:grpSpPr>
        <p:sp>
          <p:nvSpPr>
            <p:cNvPr id="2302" name="Oval 2301">
              <a:extLst>
                <a:ext uri="{FF2B5EF4-FFF2-40B4-BE49-F238E27FC236}">
                  <a16:creationId xmlns:a16="http://schemas.microsoft.com/office/drawing/2014/main" id="{8218AE7C-2C44-95A8-A509-7600850E881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03" name="Oval 2302">
              <a:extLst>
                <a:ext uri="{FF2B5EF4-FFF2-40B4-BE49-F238E27FC236}">
                  <a16:creationId xmlns:a16="http://schemas.microsoft.com/office/drawing/2014/main" id="{1DD0C6E3-5DAA-938F-81F0-68F02D827A0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04" name="Group 2303">
            <a:extLst>
              <a:ext uri="{FF2B5EF4-FFF2-40B4-BE49-F238E27FC236}">
                <a16:creationId xmlns:a16="http://schemas.microsoft.com/office/drawing/2014/main" id="{214C5B8D-3003-79FF-C8BA-A24F8AA61532}"/>
              </a:ext>
            </a:extLst>
          </p:cNvPr>
          <p:cNvGrpSpPr/>
          <p:nvPr/>
        </p:nvGrpSpPr>
        <p:grpSpPr>
          <a:xfrm>
            <a:off x="8211549" y="1487976"/>
            <a:ext cx="141158" cy="141158"/>
            <a:chOff x="3354375" y="4234433"/>
            <a:chExt cx="131191" cy="131191"/>
          </a:xfrm>
        </p:grpSpPr>
        <p:sp>
          <p:nvSpPr>
            <p:cNvPr id="2305" name="Oval 2304">
              <a:extLst>
                <a:ext uri="{FF2B5EF4-FFF2-40B4-BE49-F238E27FC236}">
                  <a16:creationId xmlns:a16="http://schemas.microsoft.com/office/drawing/2014/main" id="{EA8F4E29-257F-C387-8340-2811AE8837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06" name="Oval 2305">
              <a:extLst>
                <a:ext uri="{FF2B5EF4-FFF2-40B4-BE49-F238E27FC236}">
                  <a16:creationId xmlns:a16="http://schemas.microsoft.com/office/drawing/2014/main" id="{D8CCF939-2A35-7173-894E-41B99447823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07" name="Group 2306">
            <a:extLst>
              <a:ext uri="{FF2B5EF4-FFF2-40B4-BE49-F238E27FC236}">
                <a16:creationId xmlns:a16="http://schemas.microsoft.com/office/drawing/2014/main" id="{0570975B-B59B-8584-5FC1-39C4ABF77241}"/>
              </a:ext>
            </a:extLst>
          </p:cNvPr>
          <p:cNvGrpSpPr/>
          <p:nvPr/>
        </p:nvGrpSpPr>
        <p:grpSpPr>
          <a:xfrm>
            <a:off x="8363952" y="1594959"/>
            <a:ext cx="76198" cy="76198"/>
            <a:chOff x="3354375" y="4234433"/>
            <a:chExt cx="131191" cy="131191"/>
          </a:xfrm>
        </p:grpSpPr>
        <p:sp>
          <p:nvSpPr>
            <p:cNvPr id="2308" name="Oval 2307">
              <a:extLst>
                <a:ext uri="{FF2B5EF4-FFF2-40B4-BE49-F238E27FC236}">
                  <a16:creationId xmlns:a16="http://schemas.microsoft.com/office/drawing/2014/main" id="{8267FD10-55A4-543C-8A97-93A5AA374D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09" name="Oval 2308">
              <a:extLst>
                <a:ext uri="{FF2B5EF4-FFF2-40B4-BE49-F238E27FC236}">
                  <a16:creationId xmlns:a16="http://schemas.microsoft.com/office/drawing/2014/main" id="{A69B810A-9F84-3820-31BA-90B034D3740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10" name="Group 2309">
            <a:extLst>
              <a:ext uri="{FF2B5EF4-FFF2-40B4-BE49-F238E27FC236}">
                <a16:creationId xmlns:a16="http://schemas.microsoft.com/office/drawing/2014/main" id="{DEBB1E12-4C7B-413E-252C-B03E676BD95C}"/>
              </a:ext>
            </a:extLst>
          </p:cNvPr>
          <p:cNvGrpSpPr/>
          <p:nvPr/>
        </p:nvGrpSpPr>
        <p:grpSpPr>
          <a:xfrm rot="21588307">
            <a:off x="8059636" y="1018541"/>
            <a:ext cx="150955" cy="150955"/>
            <a:chOff x="3354375" y="4234433"/>
            <a:chExt cx="131191" cy="131191"/>
          </a:xfrm>
        </p:grpSpPr>
        <p:sp>
          <p:nvSpPr>
            <p:cNvPr id="2311" name="Oval 2310">
              <a:extLst>
                <a:ext uri="{FF2B5EF4-FFF2-40B4-BE49-F238E27FC236}">
                  <a16:creationId xmlns:a16="http://schemas.microsoft.com/office/drawing/2014/main" id="{6C0E11BB-B777-A586-F32E-6A0F477A7CB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2" name="Oval 2311">
              <a:extLst>
                <a:ext uri="{FF2B5EF4-FFF2-40B4-BE49-F238E27FC236}">
                  <a16:creationId xmlns:a16="http://schemas.microsoft.com/office/drawing/2014/main" id="{1AF40C52-4A10-E027-19D8-58DF8C4AD2C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13" name="Group 2312">
            <a:extLst>
              <a:ext uri="{FF2B5EF4-FFF2-40B4-BE49-F238E27FC236}">
                <a16:creationId xmlns:a16="http://schemas.microsoft.com/office/drawing/2014/main" id="{3A3AF447-84A2-28F1-8100-55D6AD08F9B8}"/>
              </a:ext>
            </a:extLst>
          </p:cNvPr>
          <p:cNvGrpSpPr/>
          <p:nvPr/>
        </p:nvGrpSpPr>
        <p:grpSpPr>
          <a:xfrm rot="21588307">
            <a:off x="8182774" y="979209"/>
            <a:ext cx="76198" cy="76198"/>
            <a:chOff x="3354375" y="4234433"/>
            <a:chExt cx="131191" cy="131191"/>
          </a:xfrm>
        </p:grpSpPr>
        <p:sp>
          <p:nvSpPr>
            <p:cNvPr id="2314" name="Oval 2313">
              <a:extLst>
                <a:ext uri="{FF2B5EF4-FFF2-40B4-BE49-F238E27FC236}">
                  <a16:creationId xmlns:a16="http://schemas.microsoft.com/office/drawing/2014/main" id="{7BC33146-C4A8-1F5B-EBBE-4EAAD232391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5" name="Oval 2314">
              <a:extLst>
                <a:ext uri="{FF2B5EF4-FFF2-40B4-BE49-F238E27FC236}">
                  <a16:creationId xmlns:a16="http://schemas.microsoft.com/office/drawing/2014/main" id="{82F715C0-90AE-772B-9CFB-606CBC99D6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16" name="Group 2315">
            <a:extLst>
              <a:ext uri="{FF2B5EF4-FFF2-40B4-BE49-F238E27FC236}">
                <a16:creationId xmlns:a16="http://schemas.microsoft.com/office/drawing/2014/main" id="{40BDD07C-4B6B-DF25-4F11-D17444BD82E6}"/>
              </a:ext>
            </a:extLst>
          </p:cNvPr>
          <p:cNvGrpSpPr/>
          <p:nvPr/>
        </p:nvGrpSpPr>
        <p:grpSpPr>
          <a:xfrm>
            <a:off x="8668387" y="1002857"/>
            <a:ext cx="76198" cy="76198"/>
            <a:chOff x="3354375" y="4234433"/>
            <a:chExt cx="131191" cy="131191"/>
          </a:xfrm>
        </p:grpSpPr>
        <p:sp>
          <p:nvSpPr>
            <p:cNvPr id="2317" name="Oval 2316">
              <a:extLst>
                <a:ext uri="{FF2B5EF4-FFF2-40B4-BE49-F238E27FC236}">
                  <a16:creationId xmlns:a16="http://schemas.microsoft.com/office/drawing/2014/main" id="{47F34613-649D-A6D2-92E6-970D7F5CCD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8" name="Oval 2317">
              <a:extLst>
                <a:ext uri="{FF2B5EF4-FFF2-40B4-BE49-F238E27FC236}">
                  <a16:creationId xmlns:a16="http://schemas.microsoft.com/office/drawing/2014/main" id="{5334CC89-C807-6AD0-3C10-E6D9E7EF974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19" name="Group 2318">
            <a:extLst>
              <a:ext uri="{FF2B5EF4-FFF2-40B4-BE49-F238E27FC236}">
                <a16:creationId xmlns:a16="http://schemas.microsoft.com/office/drawing/2014/main" id="{3C39BA39-B955-8B10-C769-7D787EF5D71B}"/>
              </a:ext>
            </a:extLst>
          </p:cNvPr>
          <p:cNvGrpSpPr/>
          <p:nvPr/>
        </p:nvGrpSpPr>
        <p:grpSpPr>
          <a:xfrm rot="639845">
            <a:off x="7789172" y="1078320"/>
            <a:ext cx="494283" cy="373376"/>
            <a:chOff x="2668037" y="3745142"/>
            <a:chExt cx="494283" cy="373376"/>
          </a:xfrm>
        </p:grpSpPr>
        <p:grpSp>
          <p:nvGrpSpPr>
            <p:cNvPr id="2320" name="Group 2319">
              <a:extLst>
                <a:ext uri="{FF2B5EF4-FFF2-40B4-BE49-F238E27FC236}">
                  <a16:creationId xmlns:a16="http://schemas.microsoft.com/office/drawing/2014/main" id="{0254D756-B80E-2888-2A11-FA07262942DA}"/>
                </a:ext>
              </a:extLst>
            </p:cNvPr>
            <p:cNvGrpSpPr/>
            <p:nvPr/>
          </p:nvGrpSpPr>
          <p:grpSpPr>
            <a:xfrm>
              <a:off x="2953277" y="3909475"/>
              <a:ext cx="209043" cy="209043"/>
              <a:chOff x="3354375" y="4234433"/>
              <a:chExt cx="131191" cy="131191"/>
            </a:xfrm>
          </p:grpSpPr>
          <p:sp>
            <p:nvSpPr>
              <p:cNvPr id="2334" name="Oval 2333">
                <a:extLst>
                  <a:ext uri="{FF2B5EF4-FFF2-40B4-BE49-F238E27FC236}">
                    <a16:creationId xmlns:a16="http://schemas.microsoft.com/office/drawing/2014/main" id="{C2504453-90B8-2F01-39A3-1038762E3F45}"/>
                  </a:ext>
                </a:extLst>
              </p:cNvPr>
              <p:cNvSpPr/>
              <p:nvPr/>
            </p:nvSpPr>
            <p:spPr>
              <a:xfrm>
                <a:off x="3354375" y="4234433"/>
                <a:ext cx="131191" cy="131191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35" name="Oval 2334">
                <a:extLst>
                  <a:ext uri="{FF2B5EF4-FFF2-40B4-BE49-F238E27FC236}">
                    <a16:creationId xmlns:a16="http://schemas.microsoft.com/office/drawing/2014/main" id="{E50A0547-1199-385D-714F-4EDCE9A1E0A8}"/>
                  </a:ext>
                </a:extLst>
              </p:cNvPr>
              <p:cNvSpPr/>
              <p:nvPr/>
            </p:nvSpPr>
            <p:spPr>
              <a:xfrm>
                <a:off x="3380379" y="4244135"/>
                <a:ext cx="91527" cy="9152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2321" name="Group 2320">
              <a:extLst>
                <a:ext uri="{FF2B5EF4-FFF2-40B4-BE49-F238E27FC236}">
                  <a16:creationId xmlns:a16="http://schemas.microsoft.com/office/drawing/2014/main" id="{223F0D02-C8A8-7F34-5AE1-A6C0ECB650D4}"/>
                </a:ext>
              </a:extLst>
            </p:cNvPr>
            <p:cNvGrpSpPr/>
            <p:nvPr/>
          </p:nvGrpSpPr>
          <p:grpSpPr>
            <a:xfrm rot="20948462">
              <a:off x="2668037" y="3745142"/>
              <a:ext cx="278820" cy="368323"/>
              <a:chOff x="2669038" y="3750195"/>
              <a:chExt cx="278820" cy="368323"/>
            </a:xfrm>
          </p:grpSpPr>
          <p:grpSp>
            <p:nvGrpSpPr>
              <p:cNvPr id="2322" name="Group 2321">
                <a:extLst>
                  <a:ext uri="{FF2B5EF4-FFF2-40B4-BE49-F238E27FC236}">
                    <a16:creationId xmlns:a16="http://schemas.microsoft.com/office/drawing/2014/main" id="{98BDE770-4090-F888-1356-B7039324777E}"/>
                  </a:ext>
                </a:extLst>
              </p:cNvPr>
              <p:cNvGrpSpPr/>
              <p:nvPr/>
            </p:nvGrpSpPr>
            <p:grpSpPr>
              <a:xfrm>
                <a:off x="2796903" y="3867110"/>
                <a:ext cx="150955" cy="150955"/>
                <a:chOff x="3354375" y="4234433"/>
                <a:chExt cx="131191" cy="131191"/>
              </a:xfrm>
            </p:grpSpPr>
            <p:sp>
              <p:nvSpPr>
                <p:cNvPr id="2332" name="Oval 2331">
                  <a:extLst>
                    <a:ext uri="{FF2B5EF4-FFF2-40B4-BE49-F238E27FC236}">
                      <a16:creationId xmlns:a16="http://schemas.microsoft.com/office/drawing/2014/main" id="{90F213A7-B221-07D8-27FA-65F78F1F56B4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33" name="Oval 2332">
                  <a:extLst>
                    <a:ext uri="{FF2B5EF4-FFF2-40B4-BE49-F238E27FC236}">
                      <a16:creationId xmlns:a16="http://schemas.microsoft.com/office/drawing/2014/main" id="{94F6B3B9-30F8-5679-8275-34BF2021E702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323" name="Group 2322">
                <a:extLst>
                  <a:ext uri="{FF2B5EF4-FFF2-40B4-BE49-F238E27FC236}">
                    <a16:creationId xmlns:a16="http://schemas.microsoft.com/office/drawing/2014/main" id="{20FB09CA-77AC-1A54-642A-65D654E26A2D}"/>
                  </a:ext>
                </a:extLst>
              </p:cNvPr>
              <p:cNvGrpSpPr/>
              <p:nvPr/>
            </p:nvGrpSpPr>
            <p:grpSpPr>
              <a:xfrm>
                <a:off x="2826524" y="4042320"/>
                <a:ext cx="76198" cy="76198"/>
                <a:chOff x="3354375" y="4234433"/>
                <a:chExt cx="131191" cy="131191"/>
              </a:xfrm>
            </p:grpSpPr>
            <p:sp>
              <p:nvSpPr>
                <p:cNvPr id="2330" name="Oval 2329">
                  <a:extLst>
                    <a:ext uri="{FF2B5EF4-FFF2-40B4-BE49-F238E27FC236}">
                      <a16:creationId xmlns:a16="http://schemas.microsoft.com/office/drawing/2014/main" id="{7B0F9E0E-796B-05AE-1B95-FE90366D8401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31" name="Oval 2330">
                  <a:extLst>
                    <a:ext uri="{FF2B5EF4-FFF2-40B4-BE49-F238E27FC236}">
                      <a16:creationId xmlns:a16="http://schemas.microsoft.com/office/drawing/2014/main" id="{095C4F19-1BD5-EACD-7754-DABAC5510878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324" name="Group 2323">
                <a:extLst>
                  <a:ext uri="{FF2B5EF4-FFF2-40B4-BE49-F238E27FC236}">
                    <a16:creationId xmlns:a16="http://schemas.microsoft.com/office/drawing/2014/main" id="{FDAAB9DD-7445-8BB9-45EA-D3520E3ECC79}"/>
                  </a:ext>
                </a:extLst>
              </p:cNvPr>
              <p:cNvGrpSpPr/>
              <p:nvPr/>
            </p:nvGrpSpPr>
            <p:grpSpPr>
              <a:xfrm>
                <a:off x="2669038" y="3939261"/>
                <a:ext cx="141158" cy="141158"/>
                <a:chOff x="3354375" y="4234433"/>
                <a:chExt cx="131191" cy="131191"/>
              </a:xfrm>
            </p:grpSpPr>
            <p:sp>
              <p:nvSpPr>
                <p:cNvPr id="2328" name="Oval 2327">
                  <a:extLst>
                    <a:ext uri="{FF2B5EF4-FFF2-40B4-BE49-F238E27FC236}">
                      <a16:creationId xmlns:a16="http://schemas.microsoft.com/office/drawing/2014/main" id="{CEA39757-6E39-9519-EC03-0A77105409FB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29" name="Oval 2328">
                  <a:extLst>
                    <a:ext uri="{FF2B5EF4-FFF2-40B4-BE49-F238E27FC236}">
                      <a16:creationId xmlns:a16="http://schemas.microsoft.com/office/drawing/2014/main" id="{16D84695-52C6-B963-B212-7616C8F76F90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325" name="Group 2324">
                <a:extLst>
                  <a:ext uri="{FF2B5EF4-FFF2-40B4-BE49-F238E27FC236}">
                    <a16:creationId xmlns:a16="http://schemas.microsoft.com/office/drawing/2014/main" id="{67041015-63B7-A95C-5AE3-53BA5129DFB1}"/>
                  </a:ext>
                </a:extLst>
              </p:cNvPr>
              <p:cNvGrpSpPr/>
              <p:nvPr/>
            </p:nvGrpSpPr>
            <p:grpSpPr>
              <a:xfrm>
                <a:off x="2826524" y="3750195"/>
                <a:ext cx="76198" cy="76198"/>
                <a:chOff x="3354375" y="4234433"/>
                <a:chExt cx="131191" cy="131191"/>
              </a:xfrm>
            </p:grpSpPr>
            <p:sp>
              <p:nvSpPr>
                <p:cNvPr id="2326" name="Oval 2325">
                  <a:extLst>
                    <a:ext uri="{FF2B5EF4-FFF2-40B4-BE49-F238E27FC236}">
                      <a16:creationId xmlns:a16="http://schemas.microsoft.com/office/drawing/2014/main" id="{E41855D4-E605-AE31-46D1-DA3C3C7D550A}"/>
                    </a:ext>
                  </a:extLst>
                </p:cNvPr>
                <p:cNvSpPr/>
                <p:nvPr/>
              </p:nvSpPr>
              <p:spPr>
                <a:xfrm>
                  <a:off x="3354375" y="4234433"/>
                  <a:ext cx="131191" cy="131191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>
                      <a:lumMod val="75000"/>
                      <a:lumOff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27" name="Oval 2326">
                  <a:extLst>
                    <a:ext uri="{FF2B5EF4-FFF2-40B4-BE49-F238E27FC236}">
                      <a16:creationId xmlns:a16="http://schemas.microsoft.com/office/drawing/2014/main" id="{4C70C441-3036-A948-7EB6-9EC8DCA697BB}"/>
                    </a:ext>
                  </a:extLst>
                </p:cNvPr>
                <p:cNvSpPr/>
                <p:nvPr/>
              </p:nvSpPr>
              <p:spPr>
                <a:xfrm>
                  <a:off x="3380379" y="4244135"/>
                  <a:ext cx="91527" cy="91527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</p:grpSp>
      <p:grpSp>
        <p:nvGrpSpPr>
          <p:cNvPr id="2336" name="Group 2335">
            <a:extLst>
              <a:ext uri="{FF2B5EF4-FFF2-40B4-BE49-F238E27FC236}">
                <a16:creationId xmlns:a16="http://schemas.microsoft.com/office/drawing/2014/main" id="{9369A142-83E8-1782-90B0-F4EA07C2E294}"/>
              </a:ext>
            </a:extLst>
          </p:cNvPr>
          <p:cNvGrpSpPr/>
          <p:nvPr/>
        </p:nvGrpSpPr>
        <p:grpSpPr>
          <a:xfrm>
            <a:off x="8605476" y="1132712"/>
            <a:ext cx="141158" cy="141158"/>
            <a:chOff x="3354375" y="4234433"/>
            <a:chExt cx="131191" cy="131191"/>
          </a:xfrm>
        </p:grpSpPr>
        <p:sp>
          <p:nvSpPr>
            <p:cNvPr id="2337" name="Oval 2336">
              <a:extLst>
                <a:ext uri="{FF2B5EF4-FFF2-40B4-BE49-F238E27FC236}">
                  <a16:creationId xmlns:a16="http://schemas.microsoft.com/office/drawing/2014/main" id="{40C286C8-4082-CD91-7958-C2D0C36094D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38" name="Oval 2337">
              <a:extLst>
                <a:ext uri="{FF2B5EF4-FFF2-40B4-BE49-F238E27FC236}">
                  <a16:creationId xmlns:a16="http://schemas.microsoft.com/office/drawing/2014/main" id="{9C981F47-9BBB-F51B-CF12-4E5B7AAEC41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339" name="Group 2338">
            <a:extLst>
              <a:ext uri="{FF2B5EF4-FFF2-40B4-BE49-F238E27FC236}">
                <a16:creationId xmlns:a16="http://schemas.microsoft.com/office/drawing/2014/main" id="{9F3AF4DE-9F57-518F-6A46-525EA35D3AE3}"/>
              </a:ext>
            </a:extLst>
          </p:cNvPr>
          <p:cNvGrpSpPr/>
          <p:nvPr/>
        </p:nvGrpSpPr>
        <p:grpSpPr>
          <a:xfrm rot="639845">
            <a:off x="8400734" y="1204691"/>
            <a:ext cx="209043" cy="209043"/>
            <a:chOff x="3354375" y="4234433"/>
            <a:chExt cx="131191" cy="131191"/>
          </a:xfrm>
        </p:grpSpPr>
        <p:sp>
          <p:nvSpPr>
            <p:cNvPr id="2340" name="Oval 2339">
              <a:extLst>
                <a:ext uri="{FF2B5EF4-FFF2-40B4-BE49-F238E27FC236}">
                  <a16:creationId xmlns:a16="http://schemas.microsoft.com/office/drawing/2014/main" id="{73CF32C9-4D71-DC2F-D692-11FF9D013F4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41" name="Oval 2340">
              <a:extLst>
                <a:ext uri="{FF2B5EF4-FFF2-40B4-BE49-F238E27FC236}">
                  <a16:creationId xmlns:a16="http://schemas.microsoft.com/office/drawing/2014/main" id="{48458497-2787-CCE5-BFC9-DE4590B656F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42" name="Group 2341">
            <a:extLst>
              <a:ext uri="{FF2B5EF4-FFF2-40B4-BE49-F238E27FC236}">
                <a16:creationId xmlns:a16="http://schemas.microsoft.com/office/drawing/2014/main" id="{831B6039-BF0F-B6C6-52EB-CF8D3DBA3450}"/>
              </a:ext>
            </a:extLst>
          </p:cNvPr>
          <p:cNvGrpSpPr/>
          <p:nvPr/>
        </p:nvGrpSpPr>
        <p:grpSpPr>
          <a:xfrm rot="21588307">
            <a:off x="8225410" y="1132967"/>
            <a:ext cx="150955" cy="150955"/>
            <a:chOff x="3354375" y="4234433"/>
            <a:chExt cx="131191" cy="131191"/>
          </a:xfrm>
        </p:grpSpPr>
        <p:sp>
          <p:nvSpPr>
            <p:cNvPr id="2343" name="Oval 2342">
              <a:extLst>
                <a:ext uri="{FF2B5EF4-FFF2-40B4-BE49-F238E27FC236}">
                  <a16:creationId xmlns:a16="http://schemas.microsoft.com/office/drawing/2014/main" id="{195C0DFA-E7DF-F777-7A86-1DFB207530E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44" name="Oval 2343">
              <a:extLst>
                <a:ext uri="{FF2B5EF4-FFF2-40B4-BE49-F238E27FC236}">
                  <a16:creationId xmlns:a16="http://schemas.microsoft.com/office/drawing/2014/main" id="{31C577E5-B17D-1AB3-238F-88FDB2D12C7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45" name="Group 2344">
            <a:extLst>
              <a:ext uri="{FF2B5EF4-FFF2-40B4-BE49-F238E27FC236}">
                <a16:creationId xmlns:a16="http://schemas.microsoft.com/office/drawing/2014/main" id="{D97F413D-C69A-ECE4-42E8-046922D9548C}"/>
              </a:ext>
            </a:extLst>
          </p:cNvPr>
          <p:cNvGrpSpPr/>
          <p:nvPr/>
        </p:nvGrpSpPr>
        <p:grpSpPr>
          <a:xfrm rot="21588307">
            <a:off x="8471698" y="1143018"/>
            <a:ext cx="76198" cy="76198"/>
            <a:chOff x="3354375" y="4234433"/>
            <a:chExt cx="131191" cy="131191"/>
          </a:xfrm>
        </p:grpSpPr>
        <p:sp>
          <p:nvSpPr>
            <p:cNvPr id="2346" name="Oval 2345">
              <a:extLst>
                <a:ext uri="{FF2B5EF4-FFF2-40B4-BE49-F238E27FC236}">
                  <a16:creationId xmlns:a16="http://schemas.microsoft.com/office/drawing/2014/main" id="{55AD61CB-7439-F0EA-B2F6-E3ACB2E984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47" name="Oval 2346">
              <a:extLst>
                <a:ext uri="{FF2B5EF4-FFF2-40B4-BE49-F238E27FC236}">
                  <a16:creationId xmlns:a16="http://schemas.microsoft.com/office/drawing/2014/main" id="{26208B9A-EF2A-9A8C-FCA3-016CF6B7D24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48" name="Group 2347">
            <a:extLst>
              <a:ext uri="{FF2B5EF4-FFF2-40B4-BE49-F238E27FC236}">
                <a16:creationId xmlns:a16="http://schemas.microsoft.com/office/drawing/2014/main" id="{8F89F87A-738A-5C90-83A5-20461B60AEE7}"/>
              </a:ext>
            </a:extLst>
          </p:cNvPr>
          <p:cNvGrpSpPr/>
          <p:nvPr/>
        </p:nvGrpSpPr>
        <p:grpSpPr>
          <a:xfrm rot="21588307">
            <a:off x="8270186" y="1332629"/>
            <a:ext cx="141158" cy="141158"/>
            <a:chOff x="3354375" y="4234433"/>
            <a:chExt cx="131191" cy="131191"/>
          </a:xfrm>
        </p:grpSpPr>
        <p:sp>
          <p:nvSpPr>
            <p:cNvPr id="2349" name="Oval 2348">
              <a:extLst>
                <a:ext uri="{FF2B5EF4-FFF2-40B4-BE49-F238E27FC236}">
                  <a16:creationId xmlns:a16="http://schemas.microsoft.com/office/drawing/2014/main" id="{CA44EF26-EC14-45D3-37A0-9ACD8C5086D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50" name="Oval 2349">
              <a:extLst>
                <a:ext uri="{FF2B5EF4-FFF2-40B4-BE49-F238E27FC236}">
                  <a16:creationId xmlns:a16="http://schemas.microsoft.com/office/drawing/2014/main" id="{C5F5607E-7710-91A6-A2AF-8C93F93C800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51" name="Group 2350">
            <a:extLst>
              <a:ext uri="{FF2B5EF4-FFF2-40B4-BE49-F238E27FC236}">
                <a16:creationId xmlns:a16="http://schemas.microsoft.com/office/drawing/2014/main" id="{4C48C8D4-4EE4-B6C5-8863-801DD20DD9E2}"/>
              </a:ext>
            </a:extLst>
          </p:cNvPr>
          <p:cNvGrpSpPr/>
          <p:nvPr/>
        </p:nvGrpSpPr>
        <p:grpSpPr>
          <a:xfrm rot="21588307">
            <a:off x="8136869" y="1194656"/>
            <a:ext cx="76198" cy="76198"/>
            <a:chOff x="3354375" y="4234433"/>
            <a:chExt cx="131191" cy="131191"/>
          </a:xfrm>
        </p:grpSpPr>
        <p:sp>
          <p:nvSpPr>
            <p:cNvPr id="2352" name="Oval 2351">
              <a:extLst>
                <a:ext uri="{FF2B5EF4-FFF2-40B4-BE49-F238E27FC236}">
                  <a16:creationId xmlns:a16="http://schemas.microsoft.com/office/drawing/2014/main" id="{D4063ACF-D8F2-2713-B80A-87DD41D81A2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53" name="Oval 2352">
              <a:extLst>
                <a:ext uri="{FF2B5EF4-FFF2-40B4-BE49-F238E27FC236}">
                  <a16:creationId xmlns:a16="http://schemas.microsoft.com/office/drawing/2014/main" id="{32B9A2B4-B91A-EB4D-0471-608DD4720E1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54" name="Group 2353">
            <a:extLst>
              <a:ext uri="{FF2B5EF4-FFF2-40B4-BE49-F238E27FC236}">
                <a16:creationId xmlns:a16="http://schemas.microsoft.com/office/drawing/2014/main" id="{31DBEFC5-A91B-7D1D-3BF5-563881650E34}"/>
              </a:ext>
            </a:extLst>
          </p:cNvPr>
          <p:cNvGrpSpPr/>
          <p:nvPr/>
        </p:nvGrpSpPr>
        <p:grpSpPr>
          <a:xfrm>
            <a:off x="8426550" y="1441545"/>
            <a:ext cx="209043" cy="209043"/>
            <a:chOff x="3354375" y="4234433"/>
            <a:chExt cx="131191" cy="131191"/>
          </a:xfrm>
        </p:grpSpPr>
        <p:sp>
          <p:nvSpPr>
            <p:cNvPr id="2355" name="Oval 2354">
              <a:extLst>
                <a:ext uri="{FF2B5EF4-FFF2-40B4-BE49-F238E27FC236}">
                  <a16:creationId xmlns:a16="http://schemas.microsoft.com/office/drawing/2014/main" id="{9227ABB0-BDF2-9C23-7548-0587292096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56" name="Oval 2355">
              <a:extLst>
                <a:ext uri="{FF2B5EF4-FFF2-40B4-BE49-F238E27FC236}">
                  <a16:creationId xmlns:a16="http://schemas.microsoft.com/office/drawing/2014/main" id="{B07EA656-76F0-4DD7-4362-7BBB0FE16CF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57" name="Group 2356">
            <a:extLst>
              <a:ext uri="{FF2B5EF4-FFF2-40B4-BE49-F238E27FC236}">
                <a16:creationId xmlns:a16="http://schemas.microsoft.com/office/drawing/2014/main" id="{7E8135A8-B894-36EE-E60D-EDBF4372976D}"/>
              </a:ext>
            </a:extLst>
          </p:cNvPr>
          <p:cNvGrpSpPr/>
          <p:nvPr/>
        </p:nvGrpSpPr>
        <p:grpSpPr>
          <a:xfrm>
            <a:off x="8225375" y="1629633"/>
            <a:ext cx="141158" cy="141158"/>
            <a:chOff x="3354375" y="4234433"/>
            <a:chExt cx="131191" cy="131191"/>
          </a:xfrm>
        </p:grpSpPr>
        <p:sp>
          <p:nvSpPr>
            <p:cNvPr id="2358" name="Oval 2357">
              <a:extLst>
                <a:ext uri="{FF2B5EF4-FFF2-40B4-BE49-F238E27FC236}">
                  <a16:creationId xmlns:a16="http://schemas.microsoft.com/office/drawing/2014/main" id="{D20533E8-B3C0-0314-9007-44654B7D2DC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59" name="Oval 2358">
              <a:extLst>
                <a:ext uri="{FF2B5EF4-FFF2-40B4-BE49-F238E27FC236}">
                  <a16:creationId xmlns:a16="http://schemas.microsoft.com/office/drawing/2014/main" id="{F3255BCF-A52E-EFAC-B50D-D5331A96DC7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0" name="Group 2359">
            <a:extLst>
              <a:ext uri="{FF2B5EF4-FFF2-40B4-BE49-F238E27FC236}">
                <a16:creationId xmlns:a16="http://schemas.microsoft.com/office/drawing/2014/main" id="{CB7E8F5E-7A9C-2E8E-0E49-380455FE02A4}"/>
              </a:ext>
            </a:extLst>
          </p:cNvPr>
          <p:cNvGrpSpPr/>
          <p:nvPr/>
        </p:nvGrpSpPr>
        <p:grpSpPr>
          <a:xfrm rot="21588307">
            <a:off x="8671912" y="1558218"/>
            <a:ext cx="150955" cy="150955"/>
            <a:chOff x="3354375" y="4234433"/>
            <a:chExt cx="131191" cy="131191"/>
          </a:xfrm>
        </p:grpSpPr>
        <p:sp>
          <p:nvSpPr>
            <p:cNvPr id="2361" name="Oval 2360">
              <a:extLst>
                <a:ext uri="{FF2B5EF4-FFF2-40B4-BE49-F238E27FC236}">
                  <a16:creationId xmlns:a16="http://schemas.microsoft.com/office/drawing/2014/main" id="{6ED1DED5-C8AD-CB4E-BF73-FB59620A5D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2" name="Oval 2361">
              <a:extLst>
                <a:ext uri="{FF2B5EF4-FFF2-40B4-BE49-F238E27FC236}">
                  <a16:creationId xmlns:a16="http://schemas.microsoft.com/office/drawing/2014/main" id="{70E45BDF-C787-D547-878B-8676198A12E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3" name="Group 2362">
            <a:extLst>
              <a:ext uri="{FF2B5EF4-FFF2-40B4-BE49-F238E27FC236}">
                <a16:creationId xmlns:a16="http://schemas.microsoft.com/office/drawing/2014/main" id="{4A1D39C2-0967-7009-9F76-B8519C80076B}"/>
              </a:ext>
            </a:extLst>
          </p:cNvPr>
          <p:cNvGrpSpPr/>
          <p:nvPr/>
        </p:nvGrpSpPr>
        <p:grpSpPr>
          <a:xfrm rot="21588307">
            <a:off x="8576733" y="1663611"/>
            <a:ext cx="76198" cy="76198"/>
            <a:chOff x="3354375" y="4234433"/>
            <a:chExt cx="131191" cy="131191"/>
          </a:xfrm>
        </p:grpSpPr>
        <p:sp>
          <p:nvSpPr>
            <p:cNvPr id="2364" name="Oval 2363">
              <a:extLst>
                <a:ext uri="{FF2B5EF4-FFF2-40B4-BE49-F238E27FC236}">
                  <a16:creationId xmlns:a16="http://schemas.microsoft.com/office/drawing/2014/main" id="{A45DEE32-4EAB-D3C9-DD0A-E4BD4BB81E8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5" name="Oval 2364">
              <a:extLst>
                <a:ext uri="{FF2B5EF4-FFF2-40B4-BE49-F238E27FC236}">
                  <a16:creationId xmlns:a16="http://schemas.microsoft.com/office/drawing/2014/main" id="{FACFA41E-1806-5FEE-D6A2-5A6571B81C5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6" name="Group 2365">
            <a:extLst>
              <a:ext uri="{FF2B5EF4-FFF2-40B4-BE49-F238E27FC236}">
                <a16:creationId xmlns:a16="http://schemas.microsoft.com/office/drawing/2014/main" id="{52271E22-7DA0-1D88-0885-D358AD8519E2}"/>
              </a:ext>
            </a:extLst>
          </p:cNvPr>
          <p:cNvGrpSpPr/>
          <p:nvPr/>
        </p:nvGrpSpPr>
        <p:grpSpPr>
          <a:xfrm rot="21588307">
            <a:off x="10441331" y="2476497"/>
            <a:ext cx="150955" cy="150955"/>
            <a:chOff x="3354375" y="4234433"/>
            <a:chExt cx="131191" cy="131191"/>
          </a:xfrm>
        </p:grpSpPr>
        <p:sp>
          <p:nvSpPr>
            <p:cNvPr id="2367" name="Oval 2366">
              <a:extLst>
                <a:ext uri="{FF2B5EF4-FFF2-40B4-BE49-F238E27FC236}">
                  <a16:creationId xmlns:a16="http://schemas.microsoft.com/office/drawing/2014/main" id="{CFE25D5E-8689-ABD4-C544-6BD1E89726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8" name="Oval 2367">
              <a:extLst>
                <a:ext uri="{FF2B5EF4-FFF2-40B4-BE49-F238E27FC236}">
                  <a16:creationId xmlns:a16="http://schemas.microsoft.com/office/drawing/2014/main" id="{BAC5E4A9-9E60-A8F6-19FE-48C833C4B1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69" name="Group 2368">
            <a:extLst>
              <a:ext uri="{FF2B5EF4-FFF2-40B4-BE49-F238E27FC236}">
                <a16:creationId xmlns:a16="http://schemas.microsoft.com/office/drawing/2014/main" id="{A694DBED-988F-D798-2F65-C6EB71581893}"/>
              </a:ext>
            </a:extLst>
          </p:cNvPr>
          <p:cNvGrpSpPr/>
          <p:nvPr/>
        </p:nvGrpSpPr>
        <p:grpSpPr>
          <a:xfrm rot="21588307">
            <a:off x="10605338" y="2462497"/>
            <a:ext cx="76198" cy="76198"/>
            <a:chOff x="3354375" y="4234433"/>
            <a:chExt cx="131191" cy="131191"/>
          </a:xfrm>
        </p:grpSpPr>
        <p:sp>
          <p:nvSpPr>
            <p:cNvPr id="2370" name="Oval 2369">
              <a:extLst>
                <a:ext uri="{FF2B5EF4-FFF2-40B4-BE49-F238E27FC236}">
                  <a16:creationId xmlns:a16="http://schemas.microsoft.com/office/drawing/2014/main" id="{43409746-A0BC-A5C5-2BFF-9B8E2A6ACBB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71" name="Oval 2370">
              <a:extLst>
                <a:ext uri="{FF2B5EF4-FFF2-40B4-BE49-F238E27FC236}">
                  <a16:creationId xmlns:a16="http://schemas.microsoft.com/office/drawing/2014/main" id="{5E6A5E26-0763-103A-F07B-00F5B0342F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72" name="Group 2371">
            <a:extLst>
              <a:ext uri="{FF2B5EF4-FFF2-40B4-BE49-F238E27FC236}">
                <a16:creationId xmlns:a16="http://schemas.microsoft.com/office/drawing/2014/main" id="{7DF9B4D1-B42F-B2A3-E1EC-0BF4EA39D3A1}"/>
              </a:ext>
            </a:extLst>
          </p:cNvPr>
          <p:cNvGrpSpPr/>
          <p:nvPr/>
        </p:nvGrpSpPr>
        <p:grpSpPr>
          <a:xfrm rot="21588307">
            <a:off x="10657862" y="2505494"/>
            <a:ext cx="141158" cy="141158"/>
            <a:chOff x="3354375" y="4234433"/>
            <a:chExt cx="131191" cy="131191"/>
          </a:xfrm>
        </p:grpSpPr>
        <p:sp>
          <p:nvSpPr>
            <p:cNvPr id="2373" name="Oval 2372">
              <a:extLst>
                <a:ext uri="{FF2B5EF4-FFF2-40B4-BE49-F238E27FC236}">
                  <a16:creationId xmlns:a16="http://schemas.microsoft.com/office/drawing/2014/main" id="{D7B496F1-4AF2-6D9A-95DD-04D4001BCF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74" name="Oval 2373">
              <a:extLst>
                <a:ext uri="{FF2B5EF4-FFF2-40B4-BE49-F238E27FC236}">
                  <a16:creationId xmlns:a16="http://schemas.microsoft.com/office/drawing/2014/main" id="{9E7B4BE7-A101-9171-95AB-2BFC1A26316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75" name="Group 2374">
            <a:extLst>
              <a:ext uri="{FF2B5EF4-FFF2-40B4-BE49-F238E27FC236}">
                <a16:creationId xmlns:a16="http://schemas.microsoft.com/office/drawing/2014/main" id="{613E1F9D-C813-BA8F-ABF9-3AB72DA05C4A}"/>
              </a:ext>
            </a:extLst>
          </p:cNvPr>
          <p:cNvGrpSpPr/>
          <p:nvPr/>
        </p:nvGrpSpPr>
        <p:grpSpPr>
          <a:xfrm>
            <a:off x="9921486" y="2437848"/>
            <a:ext cx="209043" cy="209043"/>
            <a:chOff x="3354375" y="4234433"/>
            <a:chExt cx="131191" cy="131191"/>
          </a:xfrm>
        </p:grpSpPr>
        <p:sp>
          <p:nvSpPr>
            <p:cNvPr id="2376" name="Oval 2375">
              <a:extLst>
                <a:ext uri="{FF2B5EF4-FFF2-40B4-BE49-F238E27FC236}">
                  <a16:creationId xmlns:a16="http://schemas.microsoft.com/office/drawing/2014/main" id="{87BC0E90-C5D0-16B2-16BC-689B551FA93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77" name="Oval 2376">
              <a:extLst>
                <a:ext uri="{FF2B5EF4-FFF2-40B4-BE49-F238E27FC236}">
                  <a16:creationId xmlns:a16="http://schemas.microsoft.com/office/drawing/2014/main" id="{6718E300-64CB-1DB2-58FB-1ABA3C25055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78" name="Group 2377">
            <a:extLst>
              <a:ext uri="{FF2B5EF4-FFF2-40B4-BE49-F238E27FC236}">
                <a16:creationId xmlns:a16="http://schemas.microsoft.com/office/drawing/2014/main" id="{2E252F9D-67FA-224D-5233-2BA02513F9C1}"/>
              </a:ext>
            </a:extLst>
          </p:cNvPr>
          <p:cNvGrpSpPr/>
          <p:nvPr/>
        </p:nvGrpSpPr>
        <p:grpSpPr>
          <a:xfrm>
            <a:off x="10721747" y="1990703"/>
            <a:ext cx="76198" cy="76198"/>
            <a:chOff x="3354375" y="4234433"/>
            <a:chExt cx="131191" cy="131191"/>
          </a:xfrm>
        </p:grpSpPr>
        <p:sp>
          <p:nvSpPr>
            <p:cNvPr id="2379" name="Oval 2378">
              <a:extLst>
                <a:ext uri="{FF2B5EF4-FFF2-40B4-BE49-F238E27FC236}">
                  <a16:creationId xmlns:a16="http://schemas.microsoft.com/office/drawing/2014/main" id="{8D48F409-19FF-3393-F68F-494CA23AB62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0" name="Oval 2379">
              <a:extLst>
                <a:ext uri="{FF2B5EF4-FFF2-40B4-BE49-F238E27FC236}">
                  <a16:creationId xmlns:a16="http://schemas.microsoft.com/office/drawing/2014/main" id="{43363C62-F3E1-8B0B-F2F7-ED2065F3E63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81" name="Group 2380">
            <a:extLst>
              <a:ext uri="{FF2B5EF4-FFF2-40B4-BE49-F238E27FC236}">
                <a16:creationId xmlns:a16="http://schemas.microsoft.com/office/drawing/2014/main" id="{C695A98C-8276-C97D-7682-81E879377223}"/>
              </a:ext>
            </a:extLst>
          </p:cNvPr>
          <p:cNvGrpSpPr/>
          <p:nvPr/>
        </p:nvGrpSpPr>
        <p:grpSpPr>
          <a:xfrm rot="21588307">
            <a:off x="10577041" y="2080902"/>
            <a:ext cx="150955" cy="150955"/>
            <a:chOff x="3354375" y="4234433"/>
            <a:chExt cx="131191" cy="131191"/>
          </a:xfrm>
        </p:grpSpPr>
        <p:sp>
          <p:nvSpPr>
            <p:cNvPr id="2382" name="Oval 2381">
              <a:extLst>
                <a:ext uri="{FF2B5EF4-FFF2-40B4-BE49-F238E27FC236}">
                  <a16:creationId xmlns:a16="http://schemas.microsoft.com/office/drawing/2014/main" id="{DC2FA2FA-6009-A91C-2732-AF8CEBC6EEA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3" name="Oval 2382">
              <a:extLst>
                <a:ext uri="{FF2B5EF4-FFF2-40B4-BE49-F238E27FC236}">
                  <a16:creationId xmlns:a16="http://schemas.microsoft.com/office/drawing/2014/main" id="{14DEF849-7FCF-423C-1A98-531DE07E690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84" name="Group 2383">
            <a:extLst>
              <a:ext uri="{FF2B5EF4-FFF2-40B4-BE49-F238E27FC236}">
                <a16:creationId xmlns:a16="http://schemas.microsoft.com/office/drawing/2014/main" id="{B1ED1494-1C28-63A7-D010-77229857FB46}"/>
              </a:ext>
            </a:extLst>
          </p:cNvPr>
          <p:cNvGrpSpPr/>
          <p:nvPr/>
        </p:nvGrpSpPr>
        <p:grpSpPr>
          <a:xfrm rot="21588307">
            <a:off x="10396333" y="2092071"/>
            <a:ext cx="141158" cy="141158"/>
            <a:chOff x="3354375" y="4234433"/>
            <a:chExt cx="131191" cy="131191"/>
          </a:xfrm>
        </p:grpSpPr>
        <p:sp>
          <p:nvSpPr>
            <p:cNvPr id="2385" name="Oval 2384">
              <a:extLst>
                <a:ext uri="{FF2B5EF4-FFF2-40B4-BE49-F238E27FC236}">
                  <a16:creationId xmlns:a16="http://schemas.microsoft.com/office/drawing/2014/main" id="{14A42AC3-4C5B-757E-30C9-4FF355E34D5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6" name="Oval 2385">
              <a:extLst>
                <a:ext uri="{FF2B5EF4-FFF2-40B4-BE49-F238E27FC236}">
                  <a16:creationId xmlns:a16="http://schemas.microsoft.com/office/drawing/2014/main" id="{8836CBDE-32D7-87E8-BE60-6377A1E6585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87" name="Group 2386">
            <a:extLst>
              <a:ext uri="{FF2B5EF4-FFF2-40B4-BE49-F238E27FC236}">
                <a16:creationId xmlns:a16="http://schemas.microsoft.com/office/drawing/2014/main" id="{BE7C3301-937E-AA88-0BA4-64C0D7B32CA8}"/>
              </a:ext>
            </a:extLst>
          </p:cNvPr>
          <p:cNvGrpSpPr/>
          <p:nvPr/>
        </p:nvGrpSpPr>
        <p:grpSpPr>
          <a:xfrm>
            <a:off x="10082579" y="2134557"/>
            <a:ext cx="209043" cy="209043"/>
            <a:chOff x="3354375" y="4234433"/>
            <a:chExt cx="131191" cy="131191"/>
          </a:xfrm>
        </p:grpSpPr>
        <p:sp>
          <p:nvSpPr>
            <p:cNvPr id="2388" name="Oval 2387">
              <a:extLst>
                <a:ext uri="{FF2B5EF4-FFF2-40B4-BE49-F238E27FC236}">
                  <a16:creationId xmlns:a16="http://schemas.microsoft.com/office/drawing/2014/main" id="{F7F8FA72-65C3-0F5C-837C-AF8DD238F0D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9" name="Oval 2388">
              <a:extLst>
                <a:ext uri="{FF2B5EF4-FFF2-40B4-BE49-F238E27FC236}">
                  <a16:creationId xmlns:a16="http://schemas.microsoft.com/office/drawing/2014/main" id="{37C72EEE-8D28-CAB9-27FB-79B5C6508FC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90" name="Group 2389">
            <a:extLst>
              <a:ext uri="{FF2B5EF4-FFF2-40B4-BE49-F238E27FC236}">
                <a16:creationId xmlns:a16="http://schemas.microsoft.com/office/drawing/2014/main" id="{F5ABCF08-F879-DF6B-656A-70868EF3C0AB}"/>
              </a:ext>
            </a:extLst>
          </p:cNvPr>
          <p:cNvGrpSpPr/>
          <p:nvPr/>
        </p:nvGrpSpPr>
        <p:grpSpPr>
          <a:xfrm>
            <a:off x="10146036" y="2371309"/>
            <a:ext cx="209043" cy="209043"/>
            <a:chOff x="3354375" y="4234433"/>
            <a:chExt cx="131191" cy="131191"/>
          </a:xfrm>
        </p:grpSpPr>
        <p:sp>
          <p:nvSpPr>
            <p:cNvPr id="2391" name="Oval 2390">
              <a:extLst>
                <a:ext uri="{FF2B5EF4-FFF2-40B4-BE49-F238E27FC236}">
                  <a16:creationId xmlns:a16="http://schemas.microsoft.com/office/drawing/2014/main" id="{B137FB1F-5150-C310-172F-4DA1985DDB7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92" name="Oval 2391">
              <a:extLst>
                <a:ext uri="{FF2B5EF4-FFF2-40B4-BE49-F238E27FC236}">
                  <a16:creationId xmlns:a16="http://schemas.microsoft.com/office/drawing/2014/main" id="{57D36539-4731-D6B7-3DD7-BCC59428EBF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93" name="Group 2392">
            <a:extLst>
              <a:ext uri="{FF2B5EF4-FFF2-40B4-BE49-F238E27FC236}">
                <a16:creationId xmlns:a16="http://schemas.microsoft.com/office/drawing/2014/main" id="{13DF34E1-5491-A3C3-3F1A-8A6551002BE4}"/>
              </a:ext>
            </a:extLst>
          </p:cNvPr>
          <p:cNvGrpSpPr/>
          <p:nvPr/>
        </p:nvGrpSpPr>
        <p:grpSpPr>
          <a:xfrm>
            <a:off x="10455247" y="2252667"/>
            <a:ext cx="209043" cy="209043"/>
            <a:chOff x="3354375" y="4234433"/>
            <a:chExt cx="131191" cy="131191"/>
          </a:xfrm>
        </p:grpSpPr>
        <p:sp>
          <p:nvSpPr>
            <p:cNvPr id="2394" name="Oval 2393">
              <a:extLst>
                <a:ext uri="{FF2B5EF4-FFF2-40B4-BE49-F238E27FC236}">
                  <a16:creationId xmlns:a16="http://schemas.microsoft.com/office/drawing/2014/main" id="{4F3C45E2-CFD8-6F00-ED27-6D098F0E7E6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95" name="Oval 2394">
              <a:extLst>
                <a:ext uri="{FF2B5EF4-FFF2-40B4-BE49-F238E27FC236}">
                  <a16:creationId xmlns:a16="http://schemas.microsoft.com/office/drawing/2014/main" id="{7DDD0DC6-4C07-F72A-77BB-B747EEE6B69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96" name="Group 2395">
            <a:extLst>
              <a:ext uri="{FF2B5EF4-FFF2-40B4-BE49-F238E27FC236}">
                <a16:creationId xmlns:a16="http://schemas.microsoft.com/office/drawing/2014/main" id="{026697F2-D452-7815-0ED2-07188D96C0D5}"/>
              </a:ext>
            </a:extLst>
          </p:cNvPr>
          <p:cNvGrpSpPr/>
          <p:nvPr/>
        </p:nvGrpSpPr>
        <p:grpSpPr>
          <a:xfrm>
            <a:off x="10680540" y="2225936"/>
            <a:ext cx="117664" cy="117664"/>
            <a:chOff x="3354375" y="4234433"/>
            <a:chExt cx="131191" cy="131191"/>
          </a:xfrm>
        </p:grpSpPr>
        <p:sp>
          <p:nvSpPr>
            <p:cNvPr id="2397" name="Oval 2396">
              <a:extLst>
                <a:ext uri="{FF2B5EF4-FFF2-40B4-BE49-F238E27FC236}">
                  <a16:creationId xmlns:a16="http://schemas.microsoft.com/office/drawing/2014/main" id="{2BD0F91B-1C8D-20F0-69D5-BA5F848231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98" name="Oval 2397">
              <a:extLst>
                <a:ext uri="{FF2B5EF4-FFF2-40B4-BE49-F238E27FC236}">
                  <a16:creationId xmlns:a16="http://schemas.microsoft.com/office/drawing/2014/main" id="{6CA882B2-A4B4-8AB2-072D-D085AE7F3B9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399" name="Group 2398">
            <a:extLst>
              <a:ext uri="{FF2B5EF4-FFF2-40B4-BE49-F238E27FC236}">
                <a16:creationId xmlns:a16="http://schemas.microsoft.com/office/drawing/2014/main" id="{1347E9DA-D196-4935-1BB2-4CEFBFD0A65B}"/>
              </a:ext>
            </a:extLst>
          </p:cNvPr>
          <p:cNvGrpSpPr/>
          <p:nvPr/>
        </p:nvGrpSpPr>
        <p:grpSpPr>
          <a:xfrm rot="21588307">
            <a:off x="10292293" y="2235926"/>
            <a:ext cx="141158" cy="141158"/>
            <a:chOff x="3354375" y="4234433"/>
            <a:chExt cx="131191" cy="131191"/>
          </a:xfrm>
        </p:grpSpPr>
        <p:sp>
          <p:nvSpPr>
            <p:cNvPr id="2400" name="Oval 2399">
              <a:extLst>
                <a:ext uri="{FF2B5EF4-FFF2-40B4-BE49-F238E27FC236}">
                  <a16:creationId xmlns:a16="http://schemas.microsoft.com/office/drawing/2014/main" id="{C662FC22-BB5A-BDCF-58EE-30DDBD6A5A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01" name="Oval 2400">
              <a:extLst>
                <a:ext uri="{FF2B5EF4-FFF2-40B4-BE49-F238E27FC236}">
                  <a16:creationId xmlns:a16="http://schemas.microsoft.com/office/drawing/2014/main" id="{CD1A9D7D-B00A-D181-ADC4-2E01B90DEAE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02" name="Group 2401">
            <a:extLst>
              <a:ext uri="{FF2B5EF4-FFF2-40B4-BE49-F238E27FC236}">
                <a16:creationId xmlns:a16="http://schemas.microsoft.com/office/drawing/2014/main" id="{8E3F7F20-BD64-A24E-A5CA-C6C086FD7C19}"/>
              </a:ext>
            </a:extLst>
          </p:cNvPr>
          <p:cNvGrpSpPr/>
          <p:nvPr/>
        </p:nvGrpSpPr>
        <p:grpSpPr>
          <a:xfrm>
            <a:off x="9987120" y="2306506"/>
            <a:ext cx="117664" cy="117664"/>
            <a:chOff x="3354375" y="4234433"/>
            <a:chExt cx="131191" cy="131191"/>
          </a:xfrm>
        </p:grpSpPr>
        <p:sp>
          <p:nvSpPr>
            <p:cNvPr id="2403" name="Oval 2402">
              <a:extLst>
                <a:ext uri="{FF2B5EF4-FFF2-40B4-BE49-F238E27FC236}">
                  <a16:creationId xmlns:a16="http://schemas.microsoft.com/office/drawing/2014/main" id="{715A0814-5545-2B68-7B08-C1308F5E09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04" name="Oval 2403">
              <a:extLst>
                <a:ext uri="{FF2B5EF4-FFF2-40B4-BE49-F238E27FC236}">
                  <a16:creationId xmlns:a16="http://schemas.microsoft.com/office/drawing/2014/main" id="{C121E35B-C05B-BC57-C700-02F12A9FD85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05" name="Group 2404">
            <a:extLst>
              <a:ext uri="{FF2B5EF4-FFF2-40B4-BE49-F238E27FC236}">
                <a16:creationId xmlns:a16="http://schemas.microsoft.com/office/drawing/2014/main" id="{27253CDC-CA29-EDF9-A047-489ECFFFAF84}"/>
              </a:ext>
            </a:extLst>
          </p:cNvPr>
          <p:cNvGrpSpPr/>
          <p:nvPr/>
        </p:nvGrpSpPr>
        <p:grpSpPr>
          <a:xfrm rot="21588307">
            <a:off x="10375412" y="2418554"/>
            <a:ext cx="76198" cy="76198"/>
            <a:chOff x="3354375" y="4234433"/>
            <a:chExt cx="131191" cy="131191"/>
          </a:xfrm>
        </p:grpSpPr>
        <p:sp>
          <p:nvSpPr>
            <p:cNvPr id="2406" name="Oval 2405">
              <a:extLst>
                <a:ext uri="{FF2B5EF4-FFF2-40B4-BE49-F238E27FC236}">
                  <a16:creationId xmlns:a16="http://schemas.microsoft.com/office/drawing/2014/main" id="{58F4A1D4-2F42-B3C8-5668-AB0CF668651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07" name="Oval 2406">
              <a:extLst>
                <a:ext uri="{FF2B5EF4-FFF2-40B4-BE49-F238E27FC236}">
                  <a16:creationId xmlns:a16="http://schemas.microsoft.com/office/drawing/2014/main" id="{EC82C59A-1B71-4FA0-75B2-760B46E95D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08" name="Group 2407">
            <a:extLst>
              <a:ext uri="{FF2B5EF4-FFF2-40B4-BE49-F238E27FC236}">
                <a16:creationId xmlns:a16="http://schemas.microsoft.com/office/drawing/2014/main" id="{DF8FA309-9863-7C41-8A73-93459E13DA3E}"/>
              </a:ext>
            </a:extLst>
          </p:cNvPr>
          <p:cNvGrpSpPr/>
          <p:nvPr/>
        </p:nvGrpSpPr>
        <p:grpSpPr>
          <a:xfrm rot="639845">
            <a:off x="7437639" y="2053533"/>
            <a:ext cx="209043" cy="209043"/>
            <a:chOff x="3354375" y="4234433"/>
            <a:chExt cx="131191" cy="131191"/>
          </a:xfrm>
        </p:grpSpPr>
        <p:sp>
          <p:nvSpPr>
            <p:cNvPr id="2409" name="Oval 2408">
              <a:extLst>
                <a:ext uri="{FF2B5EF4-FFF2-40B4-BE49-F238E27FC236}">
                  <a16:creationId xmlns:a16="http://schemas.microsoft.com/office/drawing/2014/main" id="{9544D205-B047-C776-55E7-75415F249FD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10" name="Oval 2409">
              <a:extLst>
                <a:ext uri="{FF2B5EF4-FFF2-40B4-BE49-F238E27FC236}">
                  <a16:creationId xmlns:a16="http://schemas.microsoft.com/office/drawing/2014/main" id="{CC726260-5756-3485-2E51-97249758385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11" name="Group 2410">
            <a:extLst>
              <a:ext uri="{FF2B5EF4-FFF2-40B4-BE49-F238E27FC236}">
                <a16:creationId xmlns:a16="http://schemas.microsoft.com/office/drawing/2014/main" id="{03626B5C-2777-25EC-2992-96A42B297C5D}"/>
              </a:ext>
            </a:extLst>
          </p:cNvPr>
          <p:cNvGrpSpPr/>
          <p:nvPr/>
        </p:nvGrpSpPr>
        <p:grpSpPr>
          <a:xfrm rot="639845">
            <a:off x="7698794" y="1726831"/>
            <a:ext cx="209043" cy="209043"/>
            <a:chOff x="3354375" y="4234433"/>
            <a:chExt cx="131191" cy="131191"/>
          </a:xfrm>
        </p:grpSpPr>
        <p:sp>
          <p:nvSpPr>
            <p:cNvPr id="2412" name="Oval 2411">
              <a:extLst>
                <a:ext uri="{FF2B5EF4-FFF2-40B4-BE49-F238E27FC236}">
                  <a16:creationId xmlns:a16="http://schemas.microsoft.com/office/drawing/2014/main" id="{6229725D-C064-223E-A392-8F55DC2E920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13" name="Oval 2412">
              <a:extLst>
                <a:ext uri="{FF2B5EF4-FFF2-40B4-BE49-F238E27FC236}">
                  <a16:creationId xmlns:a16="http://schemas.microsoft.com/office/drawing/2014/main" id="{B412F206-DB66-101D-B7F4-42E693EFF42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14" name="Group 2413">
            <a:extLst>
              <a:ext uri="{FF2B5EF4-FFF2-40B4-BE49-F238E27FC236}">
                <a16:creationId xmlns:a16="http://schemas.microsoft.com/office/drawing/2014/main" id="{624BAAAA-422D-6245-52E3-0CE9C4FF963C}"/>
              </a:ext>
            </a:extLst>
          </p:cNvPr>
          <p:cNvGrpSpPr/>
          <p:nvPr/>
        </p:nvGrpSpPr>
        <p:grpSpPr>
          <a:xfrm rot="639845">
            <a:off x="7862625" y="1465019"/>
            <a:ext cx="209043" cy="209043"/>
            <a:chOff x="3354375" y="4234433"/>
            <a:chExt cx="131191" cy="131191"/>
          </a:xfrm>
        </p:grpSpPr>
        <p:sp>
          <p:nvSpPr>
            <p:cNvPr id="2415" name="Oval 2414">
              <a:extLst>
                <a:ext uri="{FF2B5EF4-FFF2-40B4-BE49-F238E27FC236}">
                  <a16:creationId xmlns:a16="http://schemas.microsoft.com/office/drawing/2014/main" id="{1EF1911A-0442-99CE-8EFF-10D406B5D73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16" name="Oval 2415">
              <a:extLst>
                <a:ext uri="{FF2B5EF4-FFF2-40B4-BE49-F238E27FC236}">
                  <a16:creationId xmlns:a16="http://schemas.microsoft.com/office/drawing/2014/main" id="{F2C9F390-10BB-71CA-52B3-3D0C72E457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17" name="Group 2416">
            <a:extLst>
              <a:ext uri="{FF2B5EF4-FFF2-40B4-BE49-F238E27FC236}">
                <a16:creationId xmlns:a16="http://schemas.microsoft.com/office/drawing/2014/main" id="{BB40CC0C-B124-135E-448D-4B76876FACD4}"/>
              </a:ext>
            </a:extLst>
          </p:cNvPr>
          <p:cNvGrpSpPr/>
          <p:nvPr/>
        </p:nvGrpSpPr>
        <p:grpSpPr>
          <a:xfrm rot="21588307">
            <a:off x="5455311" y="907900"/>
            <a:ext cx="150955" cy="150955"/>
            <a:chOff x="3354375" y="4234433"/>
            <a:chExt cx="131191" cy="131191"/>
          </a:xfrm>
        </p:grpSpPr>
        <p:sp>
          <p:nvSpPr>
            <p:cNvPr id="2418" name="Oval 2417">
              <a:extLst>
                <a:ext uri="{FF2B5EF4-FFF2-40B4-BE49-F238E27FC236}">
                  <a16:creationId xmlns:a16="http://schemas.microsoft.com/office/drawing/2014/main" id="{BEFDC4DB-79C9-A9D6-BF79-C22658D8D98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19" name="Oval 2418">
              <a:extLst>
                <a:ext uri="{FF2B5EF4-FFF2-40B4-BE49-F238E27FC236}">
                  <a16:creationId xmlns:a16="http://schemas.microsoft.com/office/drawing/2014/main" id="{9D37DA16-9F25-99B7-2688-28212EB11F1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20" name="Group 2419">
            <a:extLst>
              <a:ext uri="{FF2B5EF4-FFF2-40B4-BE49-F238E27FC236}">
                <a16:creationId xmlns:a16="http://schemas.microsoft.com/office/drawing/2014/main" id="{CD645FBA-325C-6897-0C07-2C9081D8E502}"/>
              </a:ext>
            </a:extLst>
          </p:cNvPr>
          <p:cNvGrpSpPr/>
          <p:nvPr/>
        </p:nvGrpSpPr>
        <p:grpSpPr>
          <a:xfrm rot="21588307">
            <a:off x="5980339" y="880411"/>
            <a:ext cx="76198" cy="76198"/>
            <a:chOff x="3354375" y="4234433"/>
            <a:chExt cx="131191" cy="131191"/>
          </a:xfrm>
        </p:grpSpPr>
        <p:sp>
          <p:nvSpPr>
            <p:cNvPr id="2421" name="Oval 2420">
              <a:extLst>
                <a:ext uri="{FF2B5EF4-FFF2-40B4-BE49-F238E27FC236}">
                  <a16:creationId xmlns:a16="http://schemas.microsoft.com/office/drawing/2014/main" id="{354E20B5-7AD5-848D-C823-4B08ED5FD90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2" name="Oval 2421">
              <a:extLst>
                <a:ext uri="{FF2B5EF4-FFF2-40B4-BE49-F238E27FC236}">
                  <a16:creationId xmlns:a16="http://schemas.microsoft.com/office/drawing/2014/main" id="{A69196D8-BF10-8D5F-65E5-695C931A0F4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23" name="Group 2422">
            <a:extLst>
              <a:ext uri="{FF2B5EF4-FFF2-40B4-BE49-F238E27FC236}">
                <a16:creationId xmlns:a16="http://schemas.microsoft.com/office/drawing/2014/main" id="{7A8CEAED-6522-53E3-D8D3-9871A4A061C4}"/>
              </a:ext>
            </a:extLst>
          </p:cNvPr>
          <p:cNvGrpSpPr/>
          <p:nvPr/>
        </p:nvGrpSpPr>
        <p:grpSpPr>
          <a:xfrm>
            <a:off x="5267331" y="860811"/>
            <a:ext cx="141158" cy="141158"/>
            <a:chOff x="3354375" y="4234433"/>
            <a:chExt cx="131191" cy="131191"/>
          </a:xfrm>
        </p:grpSpPr>
        <p:sp>
          <p:nvSpPr>
            <p:cNvPr id="2424" name="Oval 2423">
              <a:extLst>
                <a:ext uri="{FF2B5EF4-FFF2-40B4-BE49-F238E27FC236}">
                  <a16:creationId xmlns:a16="http://schemas.microsoft.com/office/drawing/2014/main" id="{264F7D73-3CDF-9B31-40C6-7EA4BB40DF7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5" name="Oval 2424">
              <a:extLst>
                <a:ext uri="{FF2B5EF4-FFF2-40B4-BE49-F238E27FC236}">
                  <a16:creationId xmlns:a16="http://schemas.microsoft.com/office/drawing/2014/main" id="{A997B566-E273-6534-CBCF-256B23C3125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26" name="Group 2425">
            <a:extLst>
              <a:ext uri="{FF2B5EF4-FFF2-40B4-BE49-F238E27FC236}">
                <a16:creationId xmlns:a16="http://schemas.microsoft.com/office/drawing/2014/main" id="{75B0A991-70E8-EC0A-9A91-4A90684D5F25}"/>
              </a:ext>
            </a:extLst>
          </p:cNvPr>
          <p:cNvGrpSpPr/>
          <p:nvPr/>
        </p:nvGrpSpPr>
        <p:grpSpPr>
          <a:xfrm rot="21588307">
            <a:off x="5719720" y="886851"/>
            <a:ext cx="76198" cy="76198"/>
            <a:chOff x="3354375" y="4234433"/>
            <a:chExt cx="131191" cy="131191"/>
          </a:xfrm>
        </p:grpSpPr>
        <p:sp>
          <p:nvSpPr>
            <p:cNvPr id="2427" name="Oval 2426">
              <a:extLst>
                <a:ext uri="{FF2B5EF4-FFF2-40B4-BE49-F238E27FC236}">
                  <a16:creationId xmlns:a16="http://schemas.microsoft.com/office/drawing/2014/main" id="{B3FA4FB4-FF85-B747-844F-947EF7601EB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8" name="Oval 2427">
              <a:extLst>
                <a:ext uri="{FF2B5EF4-FFF2-40B4-BE49-F238E27FC236}">
                  <a16:creationId xmlns:a16="http://schemas.microsoft.com/office/drawing/2014/main" id="{693697AE-97D6-4551-6A8B-951A78352DA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29" name="Group 2428">
            <a:extLst>
              <a:ext uri="{FF2B5EF4-FFF2-40B4-BE49-F238E27FC236}">
                <a16:creationId xmlns:a16="http://schemas.microsoft.com/office/drawing/2014/main" id="{9A86C12E-7D3F-71FB-7045-CEA269D7634A}"/>
              </a:ext>
            </a:extLst>
          </p:cNvPr>
          <p:cNvGrpSpPr/>
          <p:nvPr/>
        </p:nvGrpSpPr>
        <p:grpSpPr>
          <a:xfrm rot="21588307">
            <a:off x="5389391" y="662670"/>
            <a:ext cx="141158" cy="141158"/>
            <a:chOff x="3354375" y="4234433"/>
            <a:chExt cx="131191" cy="131191"/>
          </a:xfrm>
        </p:grpSpPr>
        <p:sp>
          <p:nvSpPr>
            <p:cNvPr id="2430" name="Oval 2429">
              <a:extLst>
                <a:ext uri="{FF2B5EF4-FFF2-40B4-BE49-F238E27FC236}">
                  <a16:creationId xmlns:a16="http://schemas.microsoft.com/office/drawing/2014/main" id="{7B4FF69C-71DC-D449-6396-1664ED5420E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31" name="Oval 2430">
              <a:extLst>
                <a:ext uri="{FF2B5EF4-FFF2-40B4-BE49-F238E27FC236}">
                  <a16:creationId xmlns:a16="http://schemas.microsoft.com/office/drawing/2014/main" id="{410B1766-2578-2569-BFF1-5DD0019BDE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32" name="Group 2431">
            <a:extLst>
              <a:ext uri="{FF2B5EF4-FFF2-40B4-BE49-F238E27FC236}">
                <a16:creationId xmlns:a16="http://schemas.microsoft.com/office/drawing/2014/main" id="{44C3A7E4-3F46-8316-7F7A-124470D1D0CC}"/>
              </a:ext>
            </a:extLst>
          </p:cNvPr>
          <p:cNvGrpSpPr/>
          <p:nvPr/>
        </p:nvGrpSpPr>
        <p:grpSpPr>
          <a:xfrm rot="21588307">
            <a:off x="5454463" y="542812"/>
            <a:ext cx="76198" cy="76198"/>
            <a:chOff x="3354375" y="4234433"/>
            <a:chExt cx="131191" cy="131191"/>
          </a:xfrm>
        </p:grpSpPr>
        <p:sp>
          <p:nvSpPr>
            <p:cNvPr id="2433" name="Oval 2432">
              <a:extLst>
                <a:ext uri="{FF2B5EF4-FFF2-40B4-BE49-F238E27FC236}">
                  <a16:creationId xmlns:a16="http://schemas.microsoft.com/office/drawing/2014/main" id="{608383B4-273F-C8B4-1E56-73B5195C955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34" name="Oval 2433">
              <a:extLst>
                <a:ext uri="{FF2B5EF4-FFF2-40B4-BE49-F238E27FC236}">
                  <a16:creationId xmlns:a16="http://schemas.microsoft.com/office/drawing/2014/main" id="{DB4841D3-66C1-C079-7475-96180EA5591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35" name="Group 2434">
            <a:extLst>
              <a:ext uri="{FF2B5EF4-FFF2-40B4-BE49-F238E27FC236}">
                <a16:creationId xmlns:a16="http://schemas.microsoft.com/office/drawing/2014/main" id="{48DF3EDB-AE28-6769-7F66-0437BB966B33}"/>
              </a:ext>
            </a:extLst>
          </p:cNvPr>
          <p:cNvGrpSpPr/>
          <p:nvPr/>
        </p:nvGrpSpPr>
        <p:grpSpPr>
          <a:xfrm rot="21588307">
            <a:off x="5628186" y="931521"/>
            <a:ext cx="76198" cy="76198"/>
            <a:chOff x="3354375" y="4234433"/>
            <a:chExt cx="131191" cy="131191"/>
          </a:xfrm>
        </p:grpSpPr>
        <p:sp>
          <p:nvSpPr>
            <p:cNvPr id="2436" name="Oval 2435">
              <a:extLst>
                <a:ext uri="{FF2B5EF4-FFF2-40B4-BE49-F238E27FC236}">
                  <a16:creationId xmlns:a16="http://schemas.microsoft.com/office/drawing/2014/main" id="{F270C7CB-3E11-982E-F266-D8C7043F15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37" name="Oval 2436">
              <a:extLst>
                <a:ext uri="{FF2B5EF4-FFF2-40B4-BE49-F238E27FC236}">
                  <a16:creationId xmlns:a16="http://schemas.microsoft.com/office/drawing/2014/main" id="{91D5BEB4-397E-C77F-47DA-2DCC84ABC7F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38" name="Group 2437">
            <a:extLst>
              <a:ext uri="{FF2B5EF4-FFF2-40B4-BE49-F238E27FC236}">
                <a16:creationId xmlns:a16="http://schemas.microsoft.com/office/drawing/2014/main" id="{06742D64-D8D1-0C1E-9D2E-7D4BB7BCD3C4}"/>
              </a:ext>
            </a:extLst>
          </p:cNvPr>
          <p:cNvGrpSpPr/>
          <p:nvPr/>
        </p:nvGrpSpPr>
        <p:grpSpPr>
          <a:xfrm rot="21588307">
            <a:off x="4867007" y="728590"/>
            <a:ext cx="150955" cy="150955"/>
            <a:chOff x="3354375" y="4234433"/>
            <a:chExt cx="131191" cy="131191"/>
          </a:xfrm>
        </p:grpSpPr>
        <p:sp>
          <p:nvSpPr>
            <p:cNvPr id="2439" name="Oval 2438">
              <a:extLst>
                <a:ext uri="{FF2B5EF4-FFF2-40B4-BE49-F238E27FC236}">
                  <a16:creationId xmlns:a16="http://schemas.microsoft.com/office/drawing/2014/main" id="{C98E7323-6B2A-92D2-E3D6-859098CD355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0" name="Oval 2439">
              <a:extLst>
                <a:ext uri="{FF2B5EF4-FFF2-40B4-BE49-F238E27FC236}">
                  <a16:creationId xmlns:a16="http://schemas.microsoft.com/office/drawing/2014/main" id="{E992836D-9DC2-13B1-7EE4-874606F9C76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41" name="Group 2440">
            <a:extLst>
              <a:ext uri="{FF2B5EF4-FFF2-40B4-BE49-F238E27FC236}">
                <a16:creationId xmlns:a16="http://schemas.microsoft.com/office/drawing/2014/main" id="{3F174958-695A-BF45-51A2-24816ABD3EA7}"/>
              </a:ext>
            </a:extLst>
          </p:cNvPr>
          <p:cNvGrpSpPr/>
          <p:nvPr/>
        </p:nvGrpSpPr>
        <p:grpSpPr>
          <a:xfrm rot="21588307">
            <a:off x="5337237" y="765969"/>
            <a:ext cx="76198" cy="76198"/>
            <a:chOff x="3354375" y="4234433"/>
            <a:chExt cx="131191" cy="131191"/>
          </a:xfrm>
        </p:grpSpPr>
        <p:sp>
          <p:nvSpPr>
            <p:cNvPr id="2442" name="Oval 2441">
              <a:extLst>
                <a:ext uri="{FF2B5EF4-FFF2-40B4-BE49-F238E27FC236}">
                  <a16:creationId xmlns:a16="http://schemas.microsoft.com/office/drawing/2014/main" id="{834589F0-AAB7-9EBA-E4A7-E86E25827B8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3" name="Oval 2442">
              <a:extLst>
                <a:ext uri="{FF2B5EF4-FFF2-40B4-BE49-F238E27FC236}">
                  <a16:creationId xmlns:a16="http://schemas.microsoft.com/office/drawing/2014/main" id="{A7CB9860-DE3F-0E1A-903C-DF8B47026B0E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44" name="Group 2443">
            <a:extLst>
              <a:ext uri="{FF2B5EF4-FFF2-40B4-BE49-F238E27FC236}">
                <a16:creationId xmlns:a16="http://schemas.microsoft.com/office/drawing/2014/main" id="{3965825A-E150-87AF-8983-DB9F045357CF}"/>
              </a:ext>
            </a:extLst>
          </p:cNvPr>
          <p:cNvGrpSpPr/>
          <p:nvPr/>
        </p:nvGrpSpPr>
        <p:grpSpPr>
          <a:xfrm rot="21588307">
            <a:off x="4629170" y="807570"/>
            <a:ext cx="76198" cy="76198"/>
            <a:chOff x="3354375" y="4234433"/>
            <a:chExt cx="131191" cy="131191"/>
          </a:xfrm>
        </p:grpSpPr>
        <p:sp>
          <p:nvSpPr>
            <p:cNvPr id="2445" name="Oval 2444">
              <a:extLst>
                <a:ext uri="{FF2B5EF4-FFF2-40B4-BE49-F238E27FC236}">
                  <a16:creationId xmlns:a16="http://schemas.microsoft.com/office/drawing/2014/main" id="{DA01D16E-AE75-0BDB-9FC9-B18DBBBC8EF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6" name="Oval 2445">
              <a:extLst>
                <a:ext uri="{FF2B5EF4-FFF2-40B4-BE49-F238E27FC236}">
                  <a16:creationId xmlns:a16="http://schemas.microsoft.com/office/drawing/2014/main" id="{2A33364B-E889-F041-42B4-6AA67BEC4BD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47" name="Group 2446">
            <a:extLst>
              <a:ext uri="{FF2B5EF4-FFF2-40B4-BE49-F238E27FC236}">
                <a16:creationId xmlns:a16="http://schemas.microsoft.com/office/drawing/2014/main" id="{E295530B-8187-38FA-6E65-B7CFE96B8AF4}"/>
              </a:ext>
            </a:extLst>
          </p:cNvPr>
          <p:cNvGrpSpPr/>
          <p:nvPr/>
        </p:nvGrpSpPr>
        <p:grpSpPr>
          <a:xfrm rot="21588307">
            <a:off x="4605108" y="695606"/>
            <a:ext cx="76198" cy="76198"/>
            <a:chOff x="3354375" y="4234433"/>
            <a:chExt cx="131191" cy="131191"/>
          </a:xfrm>
        </p:grpSpPr>
        <p:sp>
          <p:nvSpPr>
            <p:cNvPr id="2448" name="Oval 2447">
              <a:extLst>
                <a:ext uri="{FF2B5EF4-FFF2-40B4-BE49-F238E27FC236}">
                  <a16:creationId xmlns:a16="http://schemas.microsoft.com/office/drawing/2014/main" id="{EE02B1CE-BDDC-006E-2489-9E4475B2C9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49" name="Oval 2448">
              <a:extLst>
                <a:ext uri="{FF2B5EF4-FFF2-40B4-BE49-F238E27FC236}">
                  <a16:creationId xmlns:a16="http://schemas.microsoft.com/office/drawing/2014/main" id="{C48B777E-8777-0011-239A-41763D354E5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50" name="Group 2449">
            <a:extLst>
              <a:ext uri="{FF2B5EF4-FFF2-40B4-BE49-F238E27FC236}">
                <a16:creationId xmlns:a16="http://schemas.microsoft.com/office/drawing/2014/main" id="{28FE2589-B182-A4F6-6ABA-A5107BD3BF0B}"/>
              </a:ext>
            </a:extLst>
          </p:cNvPr>
          <p:cNvGrpSpPr/>
          <p:nvPr/>
        </p:nvGrpSpPr>
        <p:grpSpPr>
          <a:xfrm>
            <a:off x="4164676" y="807251"/>
            <a:ext cx="117664" cy="117664"/>
            <a:chOff x="3354375" y="4234433"/>
            <a:chExt cx="131191" cy="131191"/>
          </a:xfrm>
        </p:grpSpPr>
        <p:sp>
          <p:nvSpPr>
            <p:cNvPr id="2451" name="Oval 2450">
              <a:extLst>
                <a:ext uri="{FF2B5EF4-FFF2-40B4-BE49-F238E27FC236}">
                  <a16:creationId xmlns:a16="http://schemas.microsoft.com/office/drawing/2014/main" id="{D4D59322-35A0-1348-7733-046A7F2E1C9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2" name="Oval 2451">
              <a:extLst>
                <a:ext uri="{FF2B5EF4-FFF2-40B4-BE49-F238E27FC236}">
                  <a16:creationId xmlns:a16="http://schemas.microsoft.com/office/drawing/2014/main" id="{086A87B2-3463-876B-9355-B46D6B46D68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53" name="Group 2452">
            <a:extLst>
              <a:ext uri="{FF2B5EF4-FFF2-40B4-BE49-F238E27FC236}">
                <a16:creationId xmlns:a16="http://schemas.microsoft.com/office/drawing/2014/main" id="{C3F48710-3C36-4699-00C7-0C3D13E68CAF}"/>
              </a:ext>
            </a:extLst>
          </p:cNvPr>
          <p:cNvGrpSpPr/>
          <p:nvPr/>
        </p:nvGrpSpPr>
        <p:grpSpPr>
          <a:xfrm rot="21588307">
            <a:off x="4453768" y="732687"/>
            <a:ext cx="150955" cy="150955"/>
            <a:chOff x="3354375" y="4234433"/>
            <a:chExt cx="131191" cy="131191"/>
          </a:xfrm>
        </p:grpSpPr>
        <p:sp>
          <p:nvSpPr>
            <p:cNvPr id="2454" name="Oval 2453">
              <a:extLst>
                <a:ext uri="{FF2B5EF4-FFF2-40B4-BE49-F238E27FC236}">
                  <a16:creationId xmlns:a16="http://schemas.microsoft.com/office/drawing/2014/main" id="{4D12FEBA-AF63-BA07-7D9C-9612B9729C2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5" name="Oval 2454">
              <a:extLst>
                <a:ext uri="{FF2B5EF4-FFF2-40B4-BE49-F238E27FC236}">
                  <a16:creationId xmlns:a16="http://schemas.microsoft.com/office/drawing/2014/main" id="{CADFBA73-0733-8B3F-0C16-5798E6747C8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56" name="Group 2455">
            <a:extLst>
              <a:ext uri="{FF2B5EF4-FFF2-40B4-BE49-F238E27FC236}">
                <a16:creationId xmlns:a16="http://schemas.microsoft.com/office/drawing/2014/main" id="{863B615B-B2C2-A307-92F8-FC3818BBA1E0}"/>
              </a:ext>
            </a:extLst>
          </p:cNvPr>
          <p:cNvGrpSpPr/>
          <p:nvPr/>
        </p:nvGrpSpPr>
        <p:grpSpPr>
          <a:xfrm>
            <a:off x="4338192" y="780322"/>
            <a:ext cx="76198" cy="76198"/>
            <a:chOff x="3354375" y="4234433"/>
            <a:chExt cx="131191" cy="131191"/>
          </a:xfrm>
        </p:grpSpPr>
        <p:sp>
          <p:nvSpPr>
            <p:cNvPr id="2457" name="Oval 2456">
              <a:extLst>
                <a:ext uri="{FF2B5EF4-FFF2-40B4-BE49-F238E27FC236}">
                  <a16:creationId xmlns:a16="http://schemas.microsoft.com/office/drawing/2014/main" id="{B53A7B8D-091E-038C-AA86-062DE953664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8" name="Oval 2457">
              <a:extLst>
                <a:ext uri="{FF2B5EF4-FFF2-40B4-BE49-F238E27FC236}">
                  <a16:creationId xmlns:a16="http://schemas.microsoft.com/office/drawing/2014/main" id="{C8563337-3411-5D0A-1D1F-4817933250D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59" name="Group 2458">
            <a:extLst>
              <a:ext uri="{FF2B5EF4-FFF2-40B4-BE49-F238E27FC236}">
                <a16:creationId xmlns:a16="http://schemas.microsoft.com/office/drawing/2014/main" id="{6F8B90C9-FC72-9766-A4B6-297552C70277}"/>
              </a:ext>
            </a:extLst>
          </p:cNvPr>
          <p:cNvGrpSpPr/>
          <p:nvPr/>
        </p:nvGrpSpPr>
        <p:grpSpPr>
          <a:xfrm>
            <a:off x="4741274" y="875510"/>
            <a:ext cx="209043" cy="209043"/>
            <a:chOff x="3354375" y="4234433"/>
            <a:chExt cx="131191" cy="131191"/>
          </a:xfrm>
        </p:grpSpPr>
        <p:sp>
          <p:nvSpPr>
            <p:cNvPr id="2460" name="Oval 2459">
              <a:extLst>
                <a:ext uri="{FF2B5EF4-FFF2-40B4-BE49-F238E27FC236}">
                  <a16:creationId xmlns:a16="http://schemas.microsoft.com/office/drawing/2014/main" id="{9980730F-DE9A-559F-511E-DDF9213023D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61" name="Oval 2460">
              <a:extLst>
                <a:ext uri="{FF2B5EF4-FFF2-40B4-BE49-F238E27FC236}">
                  <a16:creationId xmlns:a16="http://schemas.microsoft.com/office/drawing/2014/main" id="{32719C64-64B4-A659-10BB-DA1FBC88B70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2" name="Group 631">
            <a:extLst>
              <a:ext uri="{FF2B5EF4-FFF2-40B4-BE49-F238E27FC236}">
                <a16:creationId xmlns:a16="http://schemas.microsoft.com/office/drawing/2014/main" id="{18C1C339-D519-0A7E-DF47-4AB075C40EFC}"/>
              </a:ext>
            </a:extLst>
          </p:cNvPr>
          <p:cNvGrpSpPr/>
          <p:nvPr/>
        </p:nvGrpSpPr>
        <p:grpSpPr>
          <a:xfrm>
            <a:off x="3802390" y="213381"/>
            <a:ext cx="384006" cy="3448044"/>
            <a:chOff x="5194875" y="-653256"/>
            <a:chExt cx="872731" cy="2876944"/>
          </a:xfrm>
        </p:grpSpPr>
        <p:sp>
          <p:nvSpPr>
            <p:cNvPr id="633" name="Trapezium 632">
              <a:extLst>
                <a:ext uri="{FF2B5EF4-FFF2-40B4-BE49-F238E27FC236}">
                  <a16:creationId xmlns:a16="http://schemas.microsoft.com/office/drawing/2014/main" id="{0608CD5A-13F2-DCC3-D6E4-06BE93141D24}"/>
                </a:ext>
              </a:extLst>
            </p:cNvPr>
            <p:cNvSpPr/>
            <p:nvPr/>
          </p:nvSpPr>
          <p:spPr>
            <a:xfrm flipV="1">
              <a:off x="5194875" y="-653256"/>
              <a:ext cx="872731" cy="2791366"/>
            </a:xfrm>
            <a:prstGeom prst="trapezoid">
              <a:avLst>
                <a:gd name="adj" fmla="val 26014"/>
              </a:avLst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4" name="Arc 633">
              <a:extLst>
                <a:ext uri="{FF2B5EF4-FFF2-40B4-BE49-F238E27FC236}">
                  <a16:creationId xmlns:a16="http://schemas.microsoft.com/office/drawing/2014/main" id="{38A526CE-912B-FF7D-0DD8-2C6A8A1279D7}"/>
                </a:ext>
              </a:extLst>
            </p:cNvPr>
            <p:cNvSpPr/>
            <p:nvPr/>
          </p:nvSpPr>
          <p:spPr>
            <a:xfrm flipV="1">
              <a:off x="5419279" y="2050812"/>
              <a:ext cx="423918" cy="172876"/>
            </a:xfrm>
            <a:prstGeom prst="arc">
              <a:avLst>
                <a:gd name="adj1" fmla="val 10800387"/>
                <a:gd name="adj2" fmla="val 0"/>
              </a:avLst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62" name="Group 2461">
            <a:extLst>
              <a:ext uri="{FF2B5EF4-FFF2-40B4-BE49-F238E27FC236}">
                <a16:creationId xmlns:a16="http://schemas.microsoft.com/office/drawing/2014/main" id="{EC487F14-85E0-3D0D-43CE-51B8ECCFFC05}"/>
              </a:ext>
            </a:extLst>
          </p:cNvPr>
          <p:cNvGrpSpPr/>
          <p:nvPr/>
        </p:nvGrpSpPr>
        <p:grpSpPr>
          <a:xfrm>
            <a:off x="4604979" y="911183"/>
            <a:ext cx="117664" cy="117664"/>
            <a:chOff x="3354375" y="4234433"/>
            <a:chExt cx="131191" cy="131191"/>
          </a:xfrm>
        </p:grpSpPr>
        <p:sp>
          <p:nvSpPr>
            <p:cNvPr id="2463" name="Oval 2462">
              <a:extLst>
                <a:ext uri="{FF2B5EF4-FFF2-40B4-BE49-F238E27FC236}">
                  <a16:creationId xmlns:a16="http://schemas.microsoft.com/office/drawing/2014/main" id="{6194A0E7-CE11-8751-FF87-BB6CD318828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64" name="Oval 2463">
              <a:extLst>
                <a:ext uri="{FF2B5EF4-FFF2-40B4-BE49-F238E27FC236}">
                  <a16:creationId xmlns:a16="http://schemas.microsoft.com/office/drawing/2014/main" id="{4C9E42C8-F2C4-9169-DACB-7E01DE14843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65" name="Group 2464">
            <a:extLst>
              <a:ext uri="{FF2B5EF4-FFF2-40B4-BE49-F238E27FC236}">
                <a16:creationId xmlns:a16="http://schemas.microsoft.com/office/drawing/2014/main" id="{3B7599EC-F397-D91C-9BFC-E647CB071202}"/>
              </a:ext>
            </a:extLst>
          </p:cNvPr>
          <p:cNvGrpSpPr/>
          <p:nvPr/>
        </p:nvGrpSpPr>
        <p:grpSpPr>
          <a:xfrm rot="21588307">
            <a:off x="4698282" y="690254"/>
            <a:ext cx="150955" cy="150955"/>
            <a:chOff x="3354375" y="4234433"/>
            <a:chExt cx="131191" cy="131191"/>
          </a:xfrm>
        </p:grpSpPr>
        <p:sp>
          <p:nvSpPr>
            <p:cNvPr id="2466" name="Oval 2465">
              <a:extLst>
                <a:ext uri="{FF2B5EF4-FFF2-40B4-BE49-F238E27FC236}">
                  <a16:creationId xmlns:a16="http://schemas.microsoft.com/office/drawing/2014/main" id="{B3F8AD8A-B7C0-630E-9E91-D5B8BECA39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67" name="Oval 2466">
              <a:extLst>
                <a:ext uri="{FF2B5EF4-FFF2-40B4-BE49-F238E27FC236}">
                  <a16:creationId xmlns:a16="http://schemas.microsoft.com/office/drawing/2014/main" id="{CBE9F81D-DB39-DF37-D2DA-38DC57C24DA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68" name="Group 2467">
            <a:extLst>
              <a:ext uri="{FF2B5EF4-FFF2-40B4-BE49-F238E27FC236}">
                <a16:creationId xmlns:a16="http://schemas.microsoft.com/office/drawing/2014/main" id="{7781FC72-8C2D-1073-A1CD-76DE84C743A0}"/>
              </a:ext>
            </a:extLst>
          </p:cNvPr>
          <p:cNvGrpSpPr/>
          <p:nvPr/>
        </p:nvGrpSpPr>
        <p:grpSpPr>
          <a:xfrm>
            <a:off x="4974255" y="606383"/>
            <a:ext cx="117664" cy="117664"/>
            <a:chOff x="3354375" y="4234433"/>
            <a:chExt cx="131191" cy="131191"/>
          </a:xfrm>
        </p:grpSpPr>
        <p:sp>
          <p:nvSpPr>
            <p:cNvPr id="2469" name="Oval 2468">
              <a:extLst>
                <a:ext uri="{FF2B5EF4-FFF2-40B4-BE49-F238E27FC236}">
                  <a16:creationId xmlns:a16="http://schemas.microsoft.com/office/drawing/2014/main" id="{7A53D69A-1BD3-E0F0-9309-B1724DFD1DA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0" name="Oval 2469">
              <a:extLst>
                <a:ext uri="{FF2B5EF4-FFF2-40B4-BE49-F238E27FC236}">
                  <a16:creationId xmlns:a16="http://schemas.microsoft.com/office/drawing/2014/main" id="{3C761C48-ED93-2AC8-5E35-BEA252C2DE7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71" name="Group 2470">
            <a:extLst>
              <a:ext uri="{FF2B5EF4-FFF2-40B4-BE49-F238E27FC236}">
                <a16:creationId xmlns:a16="http://schemas.microsoft.com/office/drawing/2014/main" id="{BA124697-02E5-7214-EC75-E764D4804185}"/>
              </a:ext>
            </a:extLst>
          </p:cNvPr>
          <p:cNvGrpSpPr/>
          <p:nvPr/>
        </p:nvGrpSpPr>
        <p:grpSpPr>
          <a:xfrm rot="639845">
            <a:off x="5134096" y="605752"/>
            <a:ext cx="209043" cy="209043"/>
            <a:chOff x="3354375" y="4234433"/>
            <a:chExt cx="131191" cy="131191"/>
          </a:xfrm>
        </p:grpSpPr>
        <p:sp>
          <p:nvSpPr>
            <p:cNvPr id="2472" name="Oval 2471">
              <a:extLst>
                <a:ext uri="{FF2B5EF4-FFF2-40B4-BE49-F238E27FC236}">
                  <a16:creationId xmlns:a16="http://schemas.microsoft.com/office/drawing/2014/main" id="{1CE9FE8F-26B1-CB50-E466-924D0EC3313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3" name="Oval 2472">
              <a:extLst>
                <a:ext uri="{FF2B5EF4-FFF2-40B4-BE49-F238E27FC236}">
                  <a16:creationId xmlns:a16="http://schemas.microsoft.com/office/drawing/2014/main" id="{88C5CF65-143E-C266-9B8D-AD4B56DCD4E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74" name="Group 2473">
            <a:extLst>
              <a:ext uri="{FF2B5EF4-FFF2-40B4-BE49-F238E27FC236}">
                <a16:creationId xmlns:a16="http://schemas.microsoft.com/office/drawing/2014/main" id="{63E1053D-5DC2-66C3-1B4C-C6FF80015AF9}"/>
              </a:ext>
            </a:extLst>
          </p:cNvPr>
          <p:cNvGrpSpPr/>
          <p:nvPr/>
        </p:nvGrpSpPr>
        <p:grpSpPr>
          <a:xfrm rot="639845">
            <a:off x="5791858" y="888176"/>
            <a:ext cx="209043" cy="209043"/>
            <a:chOff x="3354375" y="4234433"/>
            <a:chExt cx="131191" cy="131191"/>
          </a:xfrm>
        </p:grpSpPr>
        <p:sp>
          <p:nvSpPr>
            <p:cNvPr id="2475" name="Oval 2474">
              <a:extLst>
                <a:ext uri="{FF2B5EF4-FFF2-40B4-BE49-F238E27FC236}">
                  <a16:creationId xmlns:a16="http://schemas.microsoft.com/office/drawing/2014/main" id="{2BC15342-11D2-8FAC-6CCC-92000C6D687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6" name="Oval 2475">
              <a:extLst>
                <a:ext uri="{FF2B5EF4-FFF2-40B4-BE49-F238E27FC236}">
                  <a16:creationId xmlns:a16="http://schemas.microsoft.com/office/drawing/2014/main" id="{D92FEB26-5EAF-ACD1-C426-01024F9214F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77" name="Group 2476">
            <a:extLst>
              <a:ext uri="{FF2B5EF4-FFF2-40B4-BE49-F238E27FC236}">
                <a16:creationId xmlns:a16="http://schemas.microsoft.com/office/drawing/2014/main" id="{DCD46B9D-CA60-0966-E9CD-DD0E809ED6B4}"/>
              </a:ext>
            </a:extLst>
          </p:cNvPr>
          <p:cNvGrpSpPr/>
          <p:nvPr/>
        </p:nvGrpSpPr>
        <p:grpSpPr>
          <a:xfrm rot="639845">
            <a:off x="5588655" y="1185357"/>
            <a:ext cx="209043" cy="209043"/>
            <a:chOff x="3354375" y="4234433"/>
            <a:chExt cx="131191" cy="131191"/>
          </a:xfrm>
        </p:grpSpPr>
        <p:sp>
          <p:nvSpPr>
            <p:cNvPr id="2478" name="Oval 2477">
              <a:extLst>
                <a:ext uri="{FF2B5EF4-FFF2-40B4-BE49-F238E27FC236}">
                  <a16:creationId xmlns:a16="http://schemas.microsoft.com/office/drawing/2014/main" id="{67F883C2-90C1-A20D-16A4-A9105E8FF5F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9" name="Oval 2478">
              <a:extLst>
                <a:ext uri="{FF2B5EF4-FFF2-40B4-BE49-F238E27FC236}">
                  <a16:creationId xmlns:a16="http://schemas.microsoft.com/office/drawing/2014/main" id="{0DC980FA-218F-0340-D872-539DE4E46DD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80" name="Group 2479">
            <a:extLst>
              <a:ext uri="{FF2B5EF4-FFF2-40B4-BE49-F238E27FC236}">
                <a16:creationId xmlns:a16="http://schemas.microsoft.com/office/drawing/2014/main" id="{A8A58025-1801-F123-2C0F-18FA227ED098}"/>
              </a:ext>
            </a:extLst>
          </p:cNvPr>
          <p:cNvGrpSpPr/>
          <p:nvPr/>
        </p:nvGrpSpPr>
        <p:grpSpPr>
          <a:xfrm>
            <a:off x="5034992" y="768139"/>
            <a:ext cx="117664" cy="117664"/>
            <a:chOff x="3354375" y="4234433"/>
            <a:chExt cx="131191" cy="131191"/>
          </a:xfrm>
        </p:grpSpPr>
        <p:sp>
          <p:nvSpPr>
            <p:cNvPr id="2481" name="Oval 2480">
              <a:extLst>
                <a:ext uri="{FF2B5EF4-FFF2-40B4-BE49-F238E27FC236}">
                  <a16:creationId xmlns:a16="http://schemas.microsoft.com/office/drawing/2014/main" id="{EFE6D3DF-0AF8-BAA1-AA12-C60F950E164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2" name="Oval 2481">
              <a:extLst>
                <a:ext uri="{FF2B5EF4-FFF2-40B4-BE49-F238E27FC236}">
                  <a16:creationId xmlns:a16="http://schemas.microsoft.com/office/drawing/2014/main" id="{D335DE59-4047-7B31-899F-7CF2DEC1774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5FB3246-7749-279C-7ECB-F4D76A38B522}"/>
              </a:ext>
            </a:extLst>
          </p:cNvPr>
          <p:cNvGrpSpPr/>
          <p:nvPr/>
        </p:nvGrpSpPr>
        <p:grpSpPr>
          <a:xfrm rot="21588307">
            <a:off x="6753513" y="1017674"/>
            <a:ext cx="76198" cy="76198"/>
            <a:chOff x="3354375" y="4234433"/>
            <a:chExt cx="131191" cy="13119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3ABB8DA-D4DD-302E-30D8-EFF4ECD5B54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CCE3BCF-52A9-6C91-9B4F-1C86E49D56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8EF5E06-5179-7F07-C830-4FF1CD2E88F5}"/>
              </a:ext>
            </a:extLst>
          </p:cNvPr>
          <p:cNvGrpSpPr/>
          <p:nvPr/>
        </p:nvGrpSpPr>
        <p:grpSpPr>
          <a:xfrm rot="21588307">
            <a:off x="6851195" y="732262"/>
            <a:ext cx="150955" cy="150955"/>
            <a:chOff x="3354375" y="4234433"/>
            <a:chExt cx="131191" cy="13119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216F690-31E4-8342-7CEE-81DF742AC00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31CED4-C2FD-D44D-72A5-44ADD8F4C8E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8AEC7A-4594-08D9-9F68-FCADBF4C5F36}"/>
              </a:ext>
            </a:extLst>
          </p:cNvPr>
          <p:cNvGrpSpPr/>
          <p:nvPr/>
        </p:nvGrpSpPr>
        <p:grpSpPr>
          <a:xfrm rot="21588307">
            <a:off x="6974333" y="692930"/>
            <a:ext cx="76198" cy="76198"/>
            <a:chOff x="3354375" y="4234433"/>
            <a:chExt cx="131191" cy="131191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9BD64A2-E9D3-E6CA-E270-66BDA0ABB2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158BAC-E9E5-DD45-90AF-E6770D5802F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0C6840A-AD32-4BB9-8210-477A851E2BE5}"/>
              </a:ext>
            </a:extLst>
          </p:cNvPr>
          <p:cNvGrpSpPr/>
          <p:nvPr/>
        </p:nvGrpSpPr>
        <p:grpSpPr>
          <a:xfrm rot="21588307">
            <a:off x="6738256" y="862389"/>
            <a:ext cx="141158" cy="141158"/>
            <a:chOff x="3354375" y="4234433"/>
            <a:chExt cx="131191" cy="131191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3F61F7C-9726-A703-A10A-0FEBAC1546F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06D264D-508B-5D25-C0FA-17CE3DDC8C5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22B6D1D-1C87-E591-B36C-33309BFAFE77}"/>
              </a:ext>
            </a:extLst>
          </p:cNvPr>
          <p:cNvGrpSpPr/>
          <p:nvPr/>
        </p:nvGrpSpPr>
        <p:grpSpPr>
          <a:xfrm rot="21588307">
            <a:off x="6763113" y="754397"/>
            <a:ext cx="76198" cy="76198"/>
            <a:chOff x="3354375" y="4234433"/>
            <a:chExt cx="131191" cy="131191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FD4157-3E0A-4610-B91B-D1199BBE4B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ADA2817-99D4-D87A-1683-FF4B9979097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00466F4-BAA7-9A8F-F5C0-B15F3F5F3BAB}"/>
              </a:ext>
            </a:extLst>
          </p:cNvPr>
          <p:cNvGrpSpPr/>
          <p:nvPr/>
        </p:nvGrpSpPr>
        <p:grpSpPr>
          <a:xfrm rot="21588307">
            <a:off x="7016969" y="846688"/>
            <a:ext cx="150955" cy="150955"/>
            <a:chOff x="3354375" y="4234433"/>
            <a:chExt cx="131191" cy="131191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55DB00B-307B-BEDA-BE85-A5A7B310C70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CBAAE8BA-080F-46BD-9947-5B85FE6F0C0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C91DED8-2CA0-76B6-1318-010DC895BB2C}"/>
              </a:ext>
            </a:extLst>
          </p:cNvPr>
          <p:cNvGrpSpPr/>
          <p:nvPr/>
        </p:nvGrpSpPr>
        <p:grpSpPr>
          <a:xfrm rot="21588307">
            <a:off x="7160072" y="543399"/>
            <a:ext cx="76198" cy="76198"/>
            <a:chOff x="3354375" y="4234433"/>
            <a:chExt cx="131191" cy="131191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A8EB866-1434-3879-0824-8E444B7F4E5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F1DCF10-0111-1DBA-55CD-D21822D4B10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B16A891-3936-6213-2CB7-2A7B04A15CEE}"/>
              </a:ext>
            </a:extLst>
          </p:cNvPr>
          <p:cNvGrpSpPr/>
          <p:nvPr/>
        </p:nvGrpSpPr>
        <p:grpSpPr>
          <a:xfrm rot="21588307">
            <a:off x="6928428" y="908377"/>
            <a:ext cx="76198" cy="76198"/>
            <a:chOff x="3354375" y="4234433"/>
            <a:chExt cx="131191" cy="131191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3E7E6D0B-8F1F-5CE6-70D5-7CAF828D350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63D0C45-B762-FF20-B819-5BC8FFA596D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F251FFF-186D-0483-0263-596DEE0F0ACA}"/>
              </a:ext>
            </a:extLst>
          </p:cNvPr>
          <p:cNvGrpSpPr/>
          <p:nvPr/>
        </p:nvGrpSpPr>
        <p:grpSpPr>
          <a:xfrm rot="21588307">
            <a:off x="7782222" y="1604262"/>
            <a:ext cx="76198" cy="76198"/>
            <a:chOff x="3354375" y="4234433"/>
            <a:chExt cx="131191" cy="131191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68C35C3-084C-BEC8-6275-4BF82AF8349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99DE5EE-F3F3-F323-B43C-CD44A2ABABF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E1ED03-5950-67E7-C660-C7852E58F362}"/>
              </a:ext>
            </a:extLst>
          </p:cNvPr>
          <p:cNvGrpSpPr/>
          <p:nvPr/>
        </p:nvGrpSpPr>
        <p:grpSpPr>
          <a:xfrm>
            <a:off x="7610679" y="613823"/>
            <a:ext cx="141158" cy="141158"/>
            <a:chOff x="3354375" y="4234433"/>
            <a:chExt cx="131191" cy="131191"/>
          </a:xfrm>
        </p:grpSpPr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255DDF03-B90B-6A62-F378-2EE776E862E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2E613BDE-E64A-1CA0-3391-A677F94A3D6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B14021F-4036-88A6-255C-39240421D1EB}"/>
              </a:ext>
            </a:extLst>
          </p:cNvPr>
          <p:cNvGrpSpPr/>
          <p:nvPr/>
        </p:nvGrpSpPr>
        <p:grpSpPr>
          <a:xfrm rot="21588307">
            <a:off x="10795365" y="2659878"/>
            <a:ext cx="76198" cy="76198"/>
            <a:chOff x="3354375" y="4234433"/>
            <a:chExt cx="131191" cy="131191"/>
          </a:xfrm>
        </p:grpSpPr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CDD5E1E-2B94-DD38-B492-8797C88ECE7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53184572-11DA-7C26-3B22-995F49F40EE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E2DE911C-05EC-3434-0545-D8B340A496B7}"/>
              </a:ext>
            </a:extLst>
          </p:cNvPr>
          <p:cNvGrpSpPr/>
          <p:nvPr/>
        </p:nvGrpSpPr>
        <p:grpSpPr>
          <a:xfrm rot="21588307">
            <a:off x="7004995" y="536373"/>
            <a:ext cx="141158" cy="141158"/>
            <a:chOff x="3354375" y="4234433"/>
            <a:chExt cx="131191" cy="131191"/>
          </a:xfrm>
        </p:grpSpPr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B3340942-0F60-5E79-22B0-3C98DC67D1D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D2DE86A8-B813-7AF5-58A3-5C10466D23E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2B6E1BD-1B7E-8CCF-78A4-FCAA40C49139}"/>
              </a:ext>
            </a:extLst>
          </p:cNvPr>
          <p:cNvGrpSpPr/>
          <p:nvPr/>
        </p:nvGrpSpPr>
        <p:grpSpPr>
          <a:xfrm rot="21588307">
            <a:off x="10921373" y="2764799"/>
            <a:ext cx="76198" cy="76198"/>
            <a:chOff x="3354375" y="4234433"/>
            <a:chExt cx="131191" cy="131191"/>
          </a:xfrm>
        </p:grpSpPr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715F97FB-D46B-7893-0A06-21F189BA567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B3B7BECB-9194-5037-4B93-A124BE01BC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DDA85D6F-E8A6-1870-E9A8-4474F4F9516B}"/>
              </a:ext>
            </a:extLst>
          </p:cNvPr>
          <p:cNvGrpSpPr/>
          <p:nvPr/>
        </p:nvGrpSpPr>
        <p:grpSpPr>
          <a:xfrm rot="21588307">
            <a:off x="6267571" y="489875"/>
            <a:ext cx="150955" cy="150955"/>
            <a:chOff x="3354375" y="4234433"/>
            <a:chExt cx="131191" cy="131191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ED35FB28-A97C-9986-8961-77B5A8D775E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D173213D-F2A2-82AD-F559-6AD9C83D9F2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E035EFDF-697A-3064-BE6F-AA327029C2B9}"/>
              </a:ext>
            </a:extLst>
          </p:cNvPr>
          <p:cNvGrpSpPr/>
          <p:nvPr/>
        </p:nvGrpSpPr>
        <p:grpSpPr>
          <a:xfrm rot="21588307">
            <a:off x="6816037" y="508253"/>
            <a:ext cx="76198" cy="76198"/>
            <a:chOff x="3354375" y="4234433"/>
            <a:chExt cx="131191" cy="131191"/>
          </a:xfrm>
        </p:grpSpPr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0F56CA1D-77CF-0995-A085-0E5F345CCF0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47705433-24BA-E13C-D60A-2E2EBE1994A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33144B0-373A-80B2-D518-DC79BC60E24A}"/>
              </a:ext>
            </a:extLst>
          </p:cNvPr>
          <p:cNvGrpSpPr/>
          <p:nvPr/>
        </p:nvGrpSpPr>
        <p:grpSpPr>
          <a:xfrm>
            <a:off x="6506898" y="489370"/>
            <a:ext cx="117664" cy="117664"/>
            <a:chOff x="3354375" y="4234433"/>
            <a:chExt cx="131191" cy="131191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D42FFD48-5129-E664-22F2-09B68A4E16D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352C8499-152B-DE37-3822-0A3AA580357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C816F2AC-3878-1D6D-EFBD-B94157284A49}"/>
              </a:ext>
            </a:extLst>
          </p:cNvPr>
          <p:cNvGrpSpPr/>
          <p:nvPr/>
        </p:nvGrpSpPr>
        <p:grpSpPr>
          <a:xfrm rot="639845">
            <a:off x="6626101" y="540415"/>
            <a:ext cx="209043" cy="209043"/>
            <a:chOff x="3354375" y="4234433"/>
            <a:chExt cx="131191" cy="131191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7F40C4A5-4D34-76A3-17E1-4413B1A198A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63F16DD5-3DEC-C6E3-65D4-2406065987C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F61D5BCA-C5F7-B048-6846-5FF579E6D297}"/>
              </a:ext>
            </a:extLst>
          </p:cNvPr>
          <p:cNvGrpSpPr/>
          <p:nvPr/>
        </p:nvGrpSpPr>
        <p:grpSpPr>
          <a:xfrm>
            <a:off x="6839415" y="593582"/>
            <a:ext cx="117664" cy="117664"/>
            <a:chOff x="3354375" y="4234433"/>
            <a:chExt cx="131191" cy="131191"/>
          </a:xfrm>
        </p:grpSpPr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521BABA-C6E6-28C3-601E-E990561AAA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62893010-3555-AE78-315D-C3CA237E263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E1B068A-857C-9F31-B111-84E7AD834759}"/>
              </a:ext>
            </a:extLst>
          </p:cNvPr>
          <p:cNvGrpSpPr/>
          <p:nvPr/>
        </p:nvGrpSpPr>
        <p:grpSpPr>
          <a:xfrm rot="21588307">
            <a:off x="8858182" y="1631832"/>
            <a:ext cx="76198" cy="76198"/>
            <a:chOff x="3354375" y="4234433"/>
            <a:chExt cx="131191" cy="131191"/>
          </a:xfrm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C715C936-30DB-9E99-48E2-DA815ACB3A5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CB1DC3C9-2E8F-ECA8-D844-243CE3E0EB1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4B958628-4C3A-1987-8025-9CB5FFD3320E}"/>
              </a:ext>
            </a:extLst>
          </p:cNvPr>
          <p:cNvGrpSpPr/>
          <p:nvPr/>
        </p:nvGrpSpPr>
        <p:grpSpPr>
          <a:xfrm rot="21588307">
            <a:off x="8955864" y="1346420"/>
            <a:ext cx="150955" cy="150955"/>
            <a:chOff x="3354375" y="4234433"/>
            <a:chExt cx="131191" cy="131191"/>
          </a:xfrm>
        </p:grpSpPr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E2DEE16-E438-DC9B-CBAC-6A72F094D57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4E85C09B-1918-DD7D-0C77-D6DAAB0365F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143B659-F2DE-F335-E4F4-17BD54E5C1CB}"/>
              </a:ext>
            </a:extLst>
          </p:cNvPr>
          <p:cNvGrpSpPr/>
          <p:nvPr/>
        </p:nvGrpSpPr>
        <p:grpSpPr>
          <a:xfrm rot="21588307">
            <a:off x="9079002" y="1307088"/>
            <a:ext cx="76198" cy="76198"/>
            <a:chOff x="3354375" y="4234433"/>
            <a:chExt cx="131191" cy="131191"/>
          </a:xfrm>
        </p:grpSpPr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E6C816F9-F9A4-A03D-78E5-5EAECBBABCA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1C359969-3F16-DA6B-431C-E4B82D7C2D7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5E84A211-C0EB-D725-1038-E3C9EE90594E}"/>
              </a:ext>
            </a:extLst>
          </p:cNvPr>
          <p:cNvGrpSpPr/>
          <p:nvPr/>
        </p:nvGrpSpPr>
        <p:grpSpPr>
          <a:xfrm rot="21588307">
            <a:off x="8842925" y="1476547"/>
            <a:ext cx="141158" cy="141158"/>
            <a:chOff x="3354375" y="4234433"/>
            <a:chExt cx="131191" cy="131191"/>
          </a:xfrm>
        </p:grpSpPr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C6C12C0C-0F8D-7C0B-D3B4-006B220F73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66B6983E-ECA6-92EA-14AB-9FBB1BFEF8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F59E525E-BEAD-0F64-8A27-D9C33CC5E0D0}"/>
              </a:ext>
            </a:extLst>
          </p:cNvPr>
          <p:cNvGrpSpPr/>
          <p:nvPr/>
        </p:nvGrpSpPr>
        <p:grpSpPr>
          <a:xfrm rot="21588307">
            <a:off x="8880481" y="1338986"/>
            <a:ext cx="76198" cy="76198"/>
            <a:chOff x="3354375" y="4234433"/>
            <a:chExt cx="131191" cy="131191"/>
          </a:xfrm>
        </p:grpSpPr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F63EFAD6-E7CB-5C59-0081-72E26E49271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4190956E-F5CE-AFC9-1893-D74BB821028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9F3EC2E-210C-C862-1390-B8B72E257F8E}"/>
              </a:ext>
            </a:extLst>
          </p:cNvPr>
          <p:cNvGrpSpPr/>
          <p:nvPr/>
        </p:nvGrpSpPr>
        <p:grpSpPr>
          <a:xfrm rot="21588307">
            <a:off x="9121638" y="1460846"/>
            <a:ext cx="150955" cy="150955"/>
            <a:chOff x="3354375" y="4234433"/>
            <a:chExt cx="131191" cy="131191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8FBC66F4-0C66-E9D9-918D-AE76FA38E2F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03148238-C191-58D8-82C8-2B946BC7953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D4C65D8-AB27-6779-1DEE-26DA559BA7C0}"/>
              </a:ext>
            </a:extLst>
          </p:cNvPr>
          <p:cNvGrpSpPr/>
          <p:nvPr/>
        </p:nvGrpSpPr>
        <p:grpSpPr>
          <a:xfrm rot="21588307">
            <a:off x="9367926" y="1470897"/>
            <a:ext cx="76198" cy="76198"/>
            <a:chOff x="3354375" y="4234433"/>
            <a:chExt cx="131191" cy="131191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92C62796-DEE9-4031-4821-D8FCAAD5923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6206657F-9629-5D63-1D8C-35F5505ABF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8657CCA8-66BD-5B9A-A5F7-D6839357D259}"/>
              </a:ext>
            </a:extLst>
          </p:cNvPr>
          <p:cNvGrpSpPr/>
          <p:nvPr/>
        </p:nvGrpSpPr>
        <p:grpSpPr>
          <a:xfrm rot="21588307">
            <a:off x="9033097" y="1522535"/>
            <a:ext cx="76198" cy="76198"/>
            <a:chOff x="3354375" y="4234433"/>
            <a:chExt cx="131191" cy="131191"/>
          </a:xfrm>
        </p:grpSpPr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DA0DA2D-B590-0B8C-2650-14CDCD4A9A1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43C733C0-8ED0-FC97-FB7E-0674EA17A71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E60D6DA8-57DA-A6ED-B6D1-EE2D24D4D3ED}"/>
              </a:ext>
            </a:extLst>
          </p:cNvPr>
          <p:cNvGrpSpPr/>
          <p:nvPr/>
        </p:nvGrpSpPr>
        <p:grpSpPr>
          <a:xfrm rot="21588307">
            <a:off x="8754831" y="1072281"/>
            <a:ext cx="76198" cy="76198"/>
            <a:chOff x="3354375" y="4234433"/>
            <a:chExt cx="131191" cy="131191"/>
          </a:xfrm>
        </p:grpSpPr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B4A385B3-9784-D555-175A-296B80A0B07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2C68371-1131-DE33-460E-5671ACEB84B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E54C3ABE-FDBF-41A5-D5FE-F24FE38F0305}"/>
              </a:ext>
            </a:extLst>
          </p:cNvPr>
          <p:cNvGrpSpPr/>
          <p:nvPr/>
        </p:nvGrpSpPr>
        <p:grpSpPr>
          <a:xfrm>
            <a:off x="9176423" y="1300412"/>
            <a:ext cx="141158" cy="141158"/>
            <a:chOff x="3354375" y="4234433"/>
            <a:chExt cx="131191" cy="131191"/>
          </a:xfrm>
        </p:grpSpPr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4B525955-35DC-AC4B-F448-E42C077B509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0FFFC6BD-C001-5C32-1101-9B0E2D085FC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6BECCAD5-B88E-93DC-DE2A-8EAC53450C37}"/>
              </a:ext>
            </a:extLst>
          </p:cNvPr>
          <p:cNvGrpSpPr/>
          <p:nvPr/>
        </p:nvGrpSpPr>
        <p:grpSpPr>
          <a:xfrm rot="21588307">
            <a:off x="6019673" y="1080262"/>
            <a:ext cx="76198" cy="76198"/>
            <a:chOff x="3354375" y="4234433"/>
            <a:chExt cx="131191" cy="131191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A0AEB3B1-20B7-9D89-4588-C66325DA37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67D7950A-1FBE-9AE6-85C4-E7E2E33469C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D57BCE8C-650E-171D-DE5E-8FE631A73C62}"/>
              </a:ext>
            </a:extLst>
          </p:cNvPr>
          <p:cNvGrpSpPr/>
          <p:nvPr/>
        </p:nvGrpSpPr>
        <p:grpSpPr>
          <a:xfrm rot="21588307">
            <a:off x="9298483" y="1102271"/>
            <a:ext cx="141158" cy="141158"/>
            <a:chOff x="3354375" y="4234433"/>
            <a:chExt cx="131191" cy="131191"/>
          </a:xfrm>
        </p:grpSpPr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4B3D9CB6-A1E5-25EE-8B18-0750A6C6A1E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281CD768-0009-7A30-E562-CD67D1B34DD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766ABDDC-E0D6-C79A-7E4C-6F7D7E67E285}"/>
              </a:ext>
            </a:extLst>
          </p:cNvPr>
          <p:cNvGrpSpPr/>
          <p:nvPr/>
        </p:nvGrpSpPr>
        <p:grpSpPr>
          <a:xfrm rot="21588307">
            <a:off x="6018567" y="504584"/>
            <a:ext cx="76198" cy="76198"/>
            <a:chOff x="3354375" y="4234433"/>
            <a:chExt cx="131191" cy="131191"/>
          </a:xfrm>
        </p:grpSpPr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1742229C-92F0-A653-D0F5-6B9375901E4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8F222FD2-5880-D7F1-584F-34CF28BE81E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7" name="Group 196">
            <a:extLst>
              <a:ext uri="{FF2B5EF4-FFF2-40B4-BE49-F238E27FC236}">
                <a16:creationId xmlns:a16="http://schemas.microsoft.com/office/drawing/2014/main" id="{F2816F1C-A40F-0B6E-EBD8-FF1B7DAF5FCB}"/>
              </a:ext>
            </a:extLst>
          </p:cNvPr>
          <p:cNvGrpSpPr/>
          <p:nvPr/>
        </p:nvGrpSpPr>
        <p:grpSpPr>
          <a:xfrm rot="21588307">
            <a:off x="8776099" y="1168191"/>
            <a:ext cx="150955" cy="150955"/>
            <a:chOff x="3354375" y="4234433"/>
            <a:chExt cx="131191" cy="131191"/>
          </a:xfrm>
        </p:grpSpPr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FB2A6479-51FA-F088-04AB-71A6C4F65FF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7862D6D9-1EEC-5305-3ED7-9EA3C2D62C6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A13E1542-DD85-6BBF-97E7-B41D9C58B969}"/>
              </a:ext>
            </a:extLst>
          </p:cNvPr>
          <p:cNvGrpSpPr/>
          <p:nvPr/>
        </p:nvGrpSpPr>
        <p:grpSpPr>
          <a:xfrm rot="21588307">
            <a:off x="9467308" y="1332891"/>
            <a:ext cx="76198" cy="76198"/>
            <a:chOff x="3354375" y="4234433"/>
            <a:chExt cx="131191" cy="131191"/>
          </a:xfrm>
        </p:grpSpPr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4569CE96-E6BA-1481-5D33-63E189A952F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1677BFF4-989F-4CE4-D168-7AD4236CE19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58ECEEFD-D4D3-170B-3930-C8B6929210F8}"/>
              </a:ext>
            </a:extLst>
          </p:cNvPr>
          <p:cNvGrpSpPr/>
          <p:nvPr/>
        </p:nvGrpSpPr>
        <p:grpSpPr>
          <a:xfrm>
            <a:off x="8883347" y="1045984"/>
            <a:ext cx="117664" cy="117664"/>
            <a:chOff x="3354375" y="4234433"/>
            <a:chExt cx="131191" cy="131191"/>
          </a:xfrm>
        </p:grpSpPr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F9ED959-3EEA-DACE-D87F-97F7C10CF07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D09D35AE-5B85-570F-3252-50A1167421A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E43782F0-AF16-F0BA-1192-6F9F66C1D591}"/>
              </a:ext>
            </a:extLst>
          </p:cNvPr>
          <p:cNvGrpSpPr/>
          <p:nvPr/>
        </p:nvGrpSpPr>
        <p:grpSpPr>
          <a:xfrm rot="639845">
            <a:off x="9043188" y="1045353"/>
            <a:ext cx="209043" cy="209043"/>
            <a:chOff x="3354375" y="4234433"/>
            <a:chExt cx="131191" cy="131191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E946AAD9-E339-4A23-CA6C-89DAABA1658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68FE4E04-9B79-AFE1-5E5F-FA21D61D197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4B863A34-72F3-024E-4BD4-979965A6A543}"/>
              </a:ext>
            </a:extLst>
          </p:cNvPr>
          <p:cNvGrpSpPr/>
          <p:nvPr/>
        </p:nvGrpSpPr>
        <p:grpSpPr>
          <a:xfrm>
            <a:off x="8944084" y="1207740"/>
            <a:ext cx="117664" cy="117664"/>
            <a:chOff x="3354375" y="4234433"/>
            <a:chExt cx="131191" cy="131191"/>
          </a:xfrm>
        </p:grpSpPr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D04212CB-E3FE-6929-3F8C-D2C888A21C2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AECA84A9-9D69-0AA0-31EF-5B7B605BF90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D627D3FF-4FCF-1342-FB3D-3EFF5F4ACE68}"/>
              </a:ext>
            </a:extLst>
          </p:cNvPr>
          <p:cNvGrpSpPr/>
          <p:nvPr/>
        </p:nvGrpSpPr>
        <p:grpSpPr>
          <a:xfrm rot="21588307">
            <a:off x="7427032" y="1162033"/>
            <a:ext cx="76198" cy="76198"/>
            <a:chOff x="3354375" y="4234433"/>
            <a:chExt cx="131191" cy="131191"/>
          </a:xfrm>
        </p:grpSpPr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42F7D92C-8E77-523D-2CD8-AB5F2B2156F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D2319650-5EB5-249A-B77C-1871D1855BD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132D768-68D2-6828-6880-5F92A45E5B7B}"/>
              </a:ext>
            </a:extLst>
          </p:cNvPr>
          <p:cNvGrpSpPr/>
          <p:nvPr/>
        </p:nvGrpSpPr>
        <p:grpSpPr>
          <a:xfrm rot="21588307">
            <a:off x="7985412" y="879071"/>
            <a:ext cx="150955" cy="150955"/>
            <a:chOff x="3354375" y="4234433"/>
            <a:chExt cx="131191" cy="131191"/>
          </a:xfrm>
        </p:grpSpPr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28EAA7B-9405-18BE-9998-D8043EA2872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83DA7977-B328-AD0D-2CDA-04D30E4277F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C843BE5C-76C1-2759-E46E-5DD487BF1E95}"/>
              </a:ext>
            </a:extLst>
          </p:cNvPr>
          <p:cNvGrpSpPr/>
          <p:nvPr/>
        </p:nvGrpSpPr>
        <p:grpSpPr>
          <a:xfrm rot="21588307">
            <a:off x="6928427" y="527254"/>
            <a:ext cx="76198" cy="76198"/>
            <a:chOff x="3354375" y="4234433"/>
            <a:chExt cx="131191" cy="131191"/>
          </a:xfrm>
        </p:grpSpPr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E2E803F8-7242-C550-6AB7-D8AE07433EC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F63C3AD8-CBBF-17DF-FCB6-2D01CF95564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F8744F56-DA71-1181-FB48-BE95E2105D2E}"/>
              </a:ext>
            </a:extLst>
          </p:cNvPr>
          <p:cNvGrpSpPr/>
          <p:nvPr/>
        </p:nvGrpSpPr>
        <p:grpSpPr>
          <a:xfrm rot="21588307">
            <a:off x="7226592" y="848992"/>
            <a:ext cx="141158" cy="141158"/>
            <a:chOff x="3354375" y="4234433"/>
            <a:chExt cx="131191" cy="131191"/>
          </a:xfrm>
        </p:grpSpPr>
        <p:sp>
          <p:nvSpPr>
            <p:cNvPr id="236" name="Oval 235">
              <a:extLst>
                <a:ext uri="{FF2B5EF4-FFF2-40B4-BE49-F238E27FC236}">
                  <a16:creationId xmlns:a16="http://schemas.microsoft.com/office/drawing/2014/main" id="{494D49DA-35AE-CA64-D40C-0B233D6C5B1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CBD4300D-2B5B-9C47-C3AA-A5E55FDC163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E212F3FE-DAEA-FC82-3F4D-23ECE15FE182}"/>
              </a:ext>
            </a:extLst>
          </p:cNvPr>
          <p:cNvGrpSpPr/>
          <p:nvPr/>
        </p:nvGrpSpPr>
        <p:grpSpPr>
          <a:xfrm rot="21588307">
            <a:off x="7571383" y="749267"/>
            <a:ext cx="76198" cy="76198"/>
            <a:chOff x="3354375" y="4234433"/>
            <a:chExt cx="131191" cy="131191"/>
          </a:xfrm>
        </p:grpSpPr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D5855A19-B1BA-494A-8876-6B355B0B23A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DA4A21D6-AD45-D993-0BC1-6F2494CA84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8F17D4D8-4B68-2015-3FD8-D89B3E09E578}"/>
              </a:ext>
            </a:extLst>
          </p:cNvPr>
          <p:cNvGrpSpPr/>
          <p:nvPr/>
        </p:nvGrpSpPr>
        <p:grpSpPr>
          <a:xfrm rot="21588307">
            <a:off x="7879083" y="760541"/>
            <a:ext cx="150955" cy="150955"/>
            <a:chOff x="3354375" y="4234433"/>
            <a:chExt cx="131191" cy="131191"/>
          </a:xfrm>
        </p:grpSpPr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5AD513B2-474B-4C94-2DE9-98C05531A83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8BC9EBFF-051B-9D7F-0CB8-F92DA8FE7EA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FEEFFB41-F470-7C54-03D6-E539BDF1DF1D}"/>
              </a:ext>
            </a:extLst>
          </p:cNvPr>
          <p:cNvGrpSpPr/>
          <p:nvPr/>
        </p:nvGrpSpPr>
        <p:grpSpPr>
          <a:xfrm rot="21588307">
            <a:off x="8125371" y="770592"/>
            <a:ext cx="76198" cy="76198"/>
            <a:chOff x="3354375" y="4234433"/>
            <a:chExt cx="131191" cy="131191"/>
          </a:xfrm>
        </p:grpSpPr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4A9889F9-4FEA-974A-D644-FF22FF48DF9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Oval 257">
              <a:extLst>
                <a:ext uri="{FF2B5EF4-FFF2-40B4-BE49-F238E27FC236}">
                  <a16:creationId xmlns:a16="http://schemas.microsoft.com/office/drawing/2014/main" id="{733E101C-319A-6CDB-4600-212651FEFC1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6" name="Group 265">
            <a:extLst>
              <a:ext uri="{FF2B5EF4-FFF2-40B4-BE49-F238E27FC236}">
                <a16:creationId xmlns:a16="http://schemas.microsoft.com/office/drawing/2014/main" id="{AB92451F-70EE-6AE9-D553-6AF4BE76ABDD}"/>
              </a:ext>
            </a:extLst>
          </p:cNvPr>
          <p:cNvGrpSpPr/>
          <p:nvPr/>
        </p:nvGrpSpPr>
        <p:grpSpPr>
          <a:xfrm rot="21588307">
            <a:off x="7790542" y="822230"/>
            <a:ext cx="76198" cy="76198"/>
            <a:chOff x="3354375" y="4234433"/>
            <a:chExt cx="131191" cy="131191"/>
          </a:xfrm>
        </p:grpSpPr>
        <p:sp>
          <p:nvSpPr>
            <p:cNvPr id="314" name="Oval 313">
              <a:extLst>
                <a:ext uri="{FF2B5EF4-FFF2-40B4-BE49-F238E27FC236}">
                  <a16:creationId xmlns:a16="http://schemas.microsoft.com/office/drawing/2014/main" id="{11C473B1-AC65-F3B1-D0AC-EC018AF5F84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55C6F318-028B-5F46-E76F-9EC9EE68CB7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0" name="Group 329">
            <a:extLst>
              <a:ext uri="{FF2B5EF4-FFF2-40B4-BE49-F238E27FC236}">
                <a16:creationId xmlns:a16="http://schemas.microsoft.com/office/drawing/2014/main" id="{52C077E1-69C4-91F5-4AD4-63A9237778D0}"/>
              </a:ext>
            </a:extLst>
          </p:cNvPr>
          <p:cNvGrpSpPr/>
          <p:nvPr/>
        </p:nvGrpSpPr>
        <p:grpSpPr>
          <a:xfrm rot="21588307">
            <a:off x="11043361" y="2657191"/>
            <a:ext cx="76198" cy="76198"/>
            <a:chOff x="3354375" y="4234433"/>
            <a:chExt cx="131191" cy="131191"/>
          </a:xfrm>
        </p:grpSpPr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0DE58BA-8C00-512A-2E85-B063FA510F2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8335CF18-4AF4-0D5D-2640-90C41F799C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7" name="Group 376">
            <a:extLst>
              <a:ext uri="{FF2B5EF4-FFF2-40B4-BE49-F238E27FC236}">
                <a16:creationId xmlns:a16="http://schemas.microsoft.com/office/drawing/2014/main" id="{2F4F1BC6-3D28-5127-56F4-DCEFBE7B81E6}"/>
              </a:ext>
            </a:extLst>
          </p:cNvPr>
          <p:cNvGrpSpPr/>
          <p:nvPr/>
        </p:nvGrpSpPr>
        <p:grpSpPr>
          <a:xfrm>
            <a:off x="5769286" y="733489"/>
            <a:ext cx="141158" cy="141158"/>
            <a:chOff x="3354375" y="4234433"/>
            <a:chExt cx="131191" cy="131191"/>
          </a:xfrm>
        </p:grpSpPr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1DEA732E-C7EC-4263-A93E-3B1B5038ED8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9C26946D-C918-ADED-9EEE-8E30EE1962A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5C5E174D-59B7-FA7B-FB2E-CDA00E362616}"/>
              </a:ext>
            </a:extLst>
          </p:cNvPr>
          <p:cNvGrpSpPr/>
          <p:nvPr/>
        </p:nvGrpSpPr>
        <p:grpSpPr>
          <a:xfrm rot="21588307">
            <a:off x="11142957" y="2397117"/>
            <a:ext cx="76198" cy="76198"/>
            <a:chOff x="3354375" y="4234433"/>
            <a:chExt cx="131191" cy="131191"/>
          </a:xfrm>
        </p:grpSpPr>
        <p:sp>
          <p:nvSpPr>
            <p:cNvPr id="381" name="Oval 380">
              <a:extLst>
                <a:ext uri="{FF2B5EF4-FFF2-40B4-BE49-F238E27FC236}">
                  <a16:creationId xmlns:a16="http://schemas.microsoft.com/office/drawing/2014/main" id="{8CA75A6B-2BCE-5BA6-8D62-EEBCD5E8347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2" name="Oval 381">
              <a:extLst>
                <a:ext uri="{FF2B5EF4-FFF2-40B4-BE49-F238E27FC236}">
                  <a16:creationId xmlns:a16="http://schemas.microsoft.com/office/drawing/2014/main" id="{45DB6654-4567-D24E-64F7-65BB176C1C8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3" name="Group 382">
            <a:extLst>
              <a:ext uri="{FF2B5EF4-FFF2-40B4-BE49-F238E27FC236}">
                <a16:creationId xmlns:a16="http://schemas.microsoft.com/office/drawing/2014/main" id="{9BF45375-772B-B62A-3C71-F85BF2A2BDA1}"/>
              </a:ext>
            </a:extLst>
          </p:cNvPr>
          <p:cNvGrpSpPr/>
          <p:nvPr/>
        </p:nvGrpSpPr>
        <p:grpSpPr>
          <a:xfrm rot="21588307">
            <a:off x="11072491" y="2510567"/>
            <a:ext cx="141158" cy="141158"/>
            <a:chOff x="3354375" y="4234433"/>
            <a:chExt cx="131191" cy="131191"/>
          </a:xfrm>
        </p:grpSpPr>
        <p:sp>
          <p:nvSpPr>
            <p:cNvPr id="384" name="Oval 383">
              <a:extLst>
                <a:ext uri="{FF2B5EF4-FFF2-40B4-BE49-F238E27FC236}">
                  <a16:creationId xmlns:a16="http://schemas.microsoft.com/office/drawing/2014/main" id="{AE1D1C30-212D-DE94-900E-1BF1802F1BC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5" name="Oval 384">
              <a:extLst>
                <a:ext uri="{FF2B5EF4-FFF2-40B4-BE49-F238E27FC236}">
                  <a16:creationId xmlns:a16="http://schemas.microsoft.com/office/drawing/2014/main" id="{34767721-A1D4-1555-C77B-E92617E432B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F29A30DC-DEA0-053B-C1A4-DB21385B4339}"/>
              </a:ext>
            </a:extLst>
          </p:cNvPr>
          <p:cNvGrpSpPr/>
          <p:nvPr/>
        </p:nvGrpSpPr>
        <p:grpSpPr>
          <a:xfrm rot="21588307">
            <a:off x="11475343" y="2900578"/>
            <a:ext cx="76198" cy="76198"/>
            <a:chOff x="3354375" y="4234433"/>
            <a:chExt cx="131191" cy="131191"/>
          </a:xfrm>
        </p:grpSpPr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1AD8D125-2574-25F7-8095-0127A6F3A13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8" name="Oval 387">
              <a:extLst>
                <a:ext uri="{FF2B5EF4-FFF2-40B4-BE49-F238E27FC236}">
                  <a16:creationId xmlns:a16="http://schemas.microsoft.com/office/drawing/2014/main" id="{20322272-F9CD-183E-E476-181E325C5DC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AFF74BA8-547B-B30D-7FB8-D15A2AFDAF92}"/>
              </a:ext>
            </a:extLst>
          </p:cNvPr>
          <p:cNvGrpSpPr/>
          <p:nvPr/>
        </p:nvGrpSpPr>
        <p:grpSpPr>
          <a:xfrm rot="21588307">
            <a:off x="7216778" y="1011267"/>
            <a:ext cx="150955" cy="150955"/>
            <a:chOff x="3354375" y="4234433"/>
            <a:chExt cx="131191" cy="131191"/>
          </a:xfrm>
        </p:grpSpPr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029558F4-DDEC-6698-DA7E-6081E6C8B66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5641E43F-5DD3-2A36-3783-16AE1DE3415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BD08C36B-9848-7185-B1FB-FCD28F3CD6C1}"/>
              </a:ext>
            </a:extLst>
          </p:cNvPr>
          <p:cNvGrpSpPr/>
          <p:nvPr/>
        </p:nvGrpSpPr>
        <p:grpSpPr>
          <a:xfrm rot="21588307">
            <a:off x="7923980" y="1917802"/>
            <a:ext cx="76198" cy="76198"/>
            <a:chOff x="3354375" y="4234433"/>
            <a:chExt cx="131191" cy="131191"/>
          </a:xfrm>
        </p:grpSpPr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F2304775-9172-7C88-B18D-CB94B415044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89A802E9-0D7F-0C26-C76E-3D90B1C2C2A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3" name="Group 452">
            <a:extLst>
              <a:ext uri="{FF2B5EF4-FFF2-40B4-BE49-F238E27FC236}">
                <a16:creationId xmlns:a16="http://schemas.microsoft.com/office/drawing/2014/main" id="{84EDE177-8ABB-FCD6-525D-2D222835EA0F}"/>
              </a:ext>
            </a:extLst>
          </p:cNvPr>
          <p:cNvGrpSpPr/>
          <p:nvPr/>
        </p:nvGrpSpPr>
        <p:grpSpPr>
          <a:xfrm>
            <a:off x="11171877" y="2630894"/>
            <a:ext cx="117664" cy="117664"/>
            <a:chOff x="3354375" y="4234433"/>
            <a:chExt cx="131191" cy="131191"/>
          </a:xfrm>
        </p:grpSpPr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9F728F6A-24F6-C018-5545-1923189D297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5" name="Oval 454">
              <a:extLst>
                <a:ext uri="{FF2B5EF4-FFF2-40B4-BE49-F238E27FC236}">
                  <a16:creationId xmlns:a16="http://schemas.microsoft.com/office/drawing/2014/main" id="{61F75FBD-AC60-AE88-B655-A4300404BFF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FCB4771D-E9A6-77FC-9223-A8405613DC89}"/>
              </a:ext>
            </a:extLst>
          </p:cNvPr>
          <p:cNvGrpSpPr/>
          <p:nvPr/>
        </p:nvGrpSpPr>
        <p:grpSpPr>
          <a:xfrm rot="639845">
            <a:off x="10817196" y="2453649"/>
            <a:ext cx="209043" cy="209043"/>
            <a:chOff x="3354375" y="4234433"/>
            <a:chExt cx="131191" cy="131191"/>
          </a:xfrm>
        </p:grpSpPr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74309CDF-6322-4E65-6E72-345AF09F208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8" name="Oval 457">
              <a:extLst>
                <a:ext uri="{FF2B5EF4-FFF2-40B4-BE49-F238E27FC236}">
                  <a16:creationId xmlns:a16="http://schemas.microsoft.com/office/drawing/2014/main" id="{4013D5D3-05DB-6258-D55B-8AB7ED9A4B6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9" name="Group 458">
            <a:extLst>
              <a:ext uri="{FF2B5EF4-FFF2-40B4-BE49-F238E27FC236}">
                <a16:creationId xmlns:a16="http://schemas.microsoft.com/office/drawing/2014/main" id="{D55271C5-D42D-7E09-3499-17FBED7D815C}"/>
              </a:ext>
            </a:extLst>
          </p:cNvPr>
          <p:cNvGrpSpPr/>
          <p:nvPr/>
        </p:nvGrpSpPr>
        <p:grpSpPr>
          <a:xfrm>
            <a:off x="7244973" y="557734"/>
            <a:ext cx="117664" cy="117664"/>
            <a:chOff x="3354375" y="4234433"/>
            <a:chExt cx="131191" cy="131191"/>
          </a:xfrm>
        </p:grpSpPr>
        <p:sp>
          <p:nvSpPr>
            <p:cNvPr id="460" name="Oval 459">
              <a:extLst>
                <a:ext uri="{FF2B5EF4-FFF2-40B4-BE49-F238E27FC236}">
                  <a16:creationId xmlns:a16="http://schemas.microsoft.com/office/drawing/2014/main" id="{C0984B73-924D-50C4-E20A-4FC14E79AE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1" name="Oval 460">
              <a:extLst>
                <a:ext uri="{FF2B5EF4-FFF2-40B4-BE49-F238E27FC236}">
                  <a16:creationId xmlns:a16="http://schemas.microsoft.com/office/drawing/2014/main" id="{C5EB5F60-4D14-01D4-DE03-026876E6DF8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62" name="Group 461">
            <a:extLst>
              <a:ext uri="{FF2B5EF4-FFF2-40B4-BE49-F238E27FC236}">
                <a16:creationId xmlns:a16="http://schemas.microsoft.com/office/drawing/2014/main" id="{D3580E78-9457-9782-17F5-16742C89E9D9}"/>
              </a:ext>
            </a:extLst>
          </p:cNvPr>
          <p:cNvGrpSpPr/>
          <p:nvPr/>
        </p:nvGrpSpPr>
        <p:grpSpPr>
          <a:xfrm>
            <a:off x="6641007" y="763762"/>
            <a:ext cx="117664" cy="117664"/>
            <a:chOff x="3354375" y="4234433"/>
            <a:chExt cx="131191" cy="131191"/>
          </a:xfrm>
        </p:grpSpPr>
        <p:sp>
          <p:nvSpPr>
            <p:cNvPr id="463" name="Oval 462">
              <a:extLst>
                <a:ext uri="{FF2B5EF4-FFF2-40B4-BE49-F238E27FC236}">
                  <a16:creationId xmlns:a16="http://schemas.microsoft.com/office/drawing/2014/main" id="{577188F7-708C-574E-0095-F099E9E18F1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4" name="Oval 463">
              <a:extLst>
                <a:ext uri="{FF2B5EF4-FFF2-40B4-BE49-F238E27FC236}">
                  <a16:creationId xmlns:a16="http://schemas.microsoft.com/office/drawing/2014/main" id="{E14BD19B-EDCF-C088-3EA1-843492EDA1E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465" name="Group 464">
            <a:extLst>
              <a:ext uri="{FF2B5EF4-FFF2-40B4-BE49-F238E27FC236}">
                <a16:creationId xmlns:a16="http://schemas.microsoft.com/office/drawing/2014/main" id="{BB1E131F-E9FE-DF06-E690-2F0AC69ADAC3}"/>
              </a:ext>
            </a:extLst>
          </p:cNvPr>
          <p:cNvGrpSpPr/>
          <p:nvPr/>
        </p:nvGrpSpPr>
        <p:grpSpPr>
          <a:xfrm rot="21588307">
            <a:off x="6378493" y="792626"/>
            <a:ext cx="76198" cy="76198"/>
            <a:chOff x="3354375" y="4234433"/>
            <a:chExt cx="131191" cy="131191"/>
          </a:xfrm>
        </p:grpSpPr>
        <p:sp>
          <p:nvSpPr>
            <p:cNvPr id="466" name="Oval 465">
              <a:extLst>
                <a:ext uri="{FF2B5EF4-FFF2-40B4-BE49-F238E27FC236}">
                  <a16:creationId xmlns:a16="http://schemas.microsoft.com/office/drawing/2014/main" id="{4A4A9B6B-AF79-DDB5-D84A-74EBE9C48F9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sp>
          <p:nvSpPr>
            <p:cNvPr id="467" name="Oval 466">
              <a:extLst>
                <a:ext uri="{FF2B5EF4-FFF2-40B4-BE49-F238E27FC236}">
                  <a16:creationId xmlns:a16="http://schemas.microsoft.com/office/drawing/2014/main" id="{FD71F973-17CB-F519-1B47-5B09F69E8A9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B5C33291-4CE2-9E3D-05E7-7CC8FC77A792}"/>
              </a:ext>
            </a:extLst>
          </p:cNvPr>
          <p:cNvGrpSpPr/>
          <p:nvPr/>
        </p:nvGrpSpPr>
        <p:grpSpPr>
          <a:xfrm>
            <a:off x="5726507" y="1082464"/>
            <a:ext cx="117664" cy="117664"/>
            <a:chOff x="3354375" y="4234433"/>
            <a:chExt cx="131191" cy="131191"/>
          </a:xfrm>
        </p:grpSpPr>
        <p:sp>
          <p:nvSpPr>
            <p:cNvPr id="469" name="Oval 468">
              <a:extLst>
                <a:ext uri="{FF2B5EF4-FFF2-40B4-BE49-F238E27FC236}">
                  <a16:creationId xmlns:a16="http://schemas.microsoft.com/office/drawing/2014/main" id="{A0038B7F-22D7-2314-8CB7-8C6971EF1B5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40" name="Oval 639">
              <a:extLst>
                <a:ext uri="{FF2B5EF4-FFF2-40B4-BE49-F238E27FC236}">
                  <a16:creationId xmlns:a16="http://schemas.microsoft.com/office/drawing/2014/main" id="{76D3B040-0E5A-9E6B-4D0B-CCC2C4F53A5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35126B20-CED2-A226-5909-A77272548041}"/>
              </a:ext>
            </a:extLst>
          </p:cNvPr>
          <p:cNvGrpSpPr/>
          <p:nvPr/>
        </p:nvGrpSpPr>
        <p:grpSpPr>
          <a:xfrm>
            <a:off x="5326457" y="563449"/>
            <a:ext cx="117664" cy="117664"/>
            <a:chOff x="3354375" y="4234433"/>
            <a:chExt cx="131191" cy="131191"/>
          </a:xfrm>
        </p:grpSpPr>
        <p:sp>
          <p:nvSpPr>
            <p:cNvPr id="645" name="Oval 644">
              <a:extLst>
                <a:ext uri="{FF2B5EF4-FFF2-40B4-BE49-F238E27FC236}">
                  <a16:creationId xmlns:a16="http://schemas.microsoft.com/office/drawing/2014/main" id="{8130023B-EBAC-E02E-8DBD-7D06C3DA99C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0" name="Oval 1209">
              <a:extLst>
                <a:ext uri="{FF2B5EF4-FFF2-40B4-BE49-F238E27FC236}">
                  <a16:creationId xmlns:a16="http://schemas.microsoft.com/office/drawing/2014/main" id="{28992FDC-6E07-F577-4FFA-66BB940242D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376" name="Group 1375">
            <a:extLst>
              <a:ext uri="{FF2B5EF4-FFF2-40B4-BE49-F238E27FC236}">
                <a16:creationId xmlns:a16="http://schemas.microsoft.com/office/drawing/2014/main" id="{647410B0-4444-7C48-9144-FA53B8ACC182}"/>
              </a:ext>
            </a:extLst>
          </p:cNvPr>
          <p:cNvGrpSpPr/>
          <p:nvPr/>
        </p:nvGrpSpPr>
        <p:grpSpPr>
          <a:xfrm rot="639845">
            <a:off x="5538800" y="710797"/>
            <a:ext cx="209043" cy="209043"/>
            <a:chOff x="3354375" y="4234433"/>
            <a:chExt cx="131191" cy="131191"/>
          </a:xfrm>
        </p:grpSpPr>
        <p:sp>
          <p:nvSpPr>
            <p:cNvPr id="1378" name="Oval 1377">
              <a:extLst>
                <a:ext uri="{FF2B5EF4-FFF2-40B4-BE49-F238E27FC236}">
                  <a16:creationId xmlns:a16="http://schemas.microsoft.com/office/drawing/2014/main" id="{B017424E-1E33-70AF-CE5B-8B659EE9948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4" name="Oval 1413">
              <a:extLst>
                <a:ext uri="{FF2B5EF4-FFF2-40B4-BE49-F238E27FC236}">
                  <a16:creationId xmlns:a16="http://schemas.microsoft.com/office/drawing/2014/main" id="{596F8ACD-0541-0A80-1653-8A2E60CB619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16" name="Group 1415">
            <a:extLst>
              <a:ext uri="{FF2B5EF4-FFF2-40B4-BE49-F238E27FC236}">
                <a16:creationId xmlns:a16="http://schemas.microsoft.com/office/drawing/2014/main" id="{318A9E10-15AF-6411-431F-9A6063270A7D}"/>
              </a:ext>
            </a:extLst>
          </p:cNvPr>
          <p:cNvGrpSpPr/>
          <p:nvPr/>
        </p:nvGrpSpPr>
        <p:grpSpPr>
          <a:xfrm>
            <a:off x="5413125" y="804068"/>
            <a:ext cx="117664" cy="117664"/>
            <a:chOff x="3354375" y="4234433"/>
            <a:chExt cx="131191" cy="131191"/>
          </a:xfrm>
        </p:grpSpPr>
        <p:sp>
          <p:nvSpPr>
            <p:cNvPr id="1553" name="Oval 1552">
              <a:extLst>
                <a:ext uri="{FF2B5EF4-FFF2-40B4-BE49-F238E27FC236}">
                  <a16:creationId xmlns:a16="http://schemas.microsoft.com/office/drawing/2014/main" id="{4FFED46E-BEF9-0613-DE6A-50F49B1B002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5" name="Oval 1554">
              <a:extLst>
                <a:ext uri="{FF2B5EF4-FFF2-40B4-BE49-F238E27FC236}">
                  <a16:creationId xmlns:a16="http://schemas.microsoft.com/office/drawing/2014/main" id="{87605D43-0C53-3F84-86A2-F80FB5DC16E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829" name="Group 1828">
            <a:extLst>
              <a:ext uri="{FF2B5EF4-FFF2-40B4-BE49-F238E27FC236}">
                <a16:creationId xmlns:a16="http://schemas.microsoft.com/office/drawing/2014/main" id="{210CB84F-F83A-E6BD-87CD-F8D0075DF254}"/>
              </a:ext>
            </a:extLst>
          </p:cNvPr>
          <p:cNvGrpSpPr/>
          <p:nvPr/>
        </p:nvGrpSpPr>
        <p:grpSpPr>
          <a:xfrm rot="21588307">
            <a:off x="4705627" y="1215193"/>
            <a:ext cx="76198" cy="76198"/>
            <a:chOff x="3354375" y="4234433"/>
            <a:chExt cx="131191" cy="131191"/>
          </a:xfrm>
        </p:grpSpPr>
        <p:sp>
          <p:nvSpPr>
            <p:cNvPr id="1830" name="Oval 1829">
              <a:extLst>
                <a:ext uri="{FF2B5EF4-FFF2-40B4-BE49-F238E27FC236}">
                  <a16:creationId xmlns:a16="http://schemas.microsoft.com/office/drawing/2014/main" id="{DA8E7BD2-D4A4-70ED-F529-B4690104E0A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1" name="Oval 1830">
              <a:extLst>
                <a:ext uri="{FF2B5EF4-FFF2-40B4-BE49-F238E27FC236}">
                  <a16:creationId xmlns:a16="http://schemas.microsoft.com/office/drawing/2014/main" id="{3F23F8C0-1CA2-252F-BD03-5C072E99AF1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77" name="Group 1876">
            <a:extLst>
              <a:ext uri="{FF2B5EF4-FFF2-40B4-BE49-F238E27FC236}">
                <a16:creationId xmlns:a16="http://schemas.microsoft.com/office/drawing/2014/main" id="{B09B0B27-863B-7069-3FE8-CD4F2461AC11}"/>
              </a:ext>
            </a:extLst>
          </p:cNvPr>
          <p:cNvGrpSpPr/>
          <p:nvPr/>
        </p:nvGrpSpPr>
        <p:grpSpPr>
          <a:xfrm rot="21588307">
            <a:off x="5867228" y="1382784"/>
            <a:ext cx="150955" cy="150955"/>
            <a:chOff x="3354375" y="4234433"/>
            <a:chExt cx="131191" cy="131191"/>
          </a:xfrm>
        </p:grpSpPr>
        <p:sp>
          <p:nvSpPr>
            <p:cNvPr id="1903" name="Oval 1902">
              <a:extLst>
                <a:ext uri="{FF2B5EF4-FFF2-40B4-BE49-F238E27FC236}">
                  <a16:creationId xmlns:a16="http://schemas.microsoft.com/office/drawing/2014/main" id="{2E603C55-FBAE-FA60-94AC-58B142BD94F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6" name="Oval 1915">
              <a:extLst>
                <a:ext uri="{FF2B5EF4-FFF2-40B4-BE49-F238E27FC236}">
                  <a16:creationId xmlns:a16="http://schemas.microsoft.com/office/drawing/2014/main" id="{F53E7081-D2F3-0838-031B-430D85CCA7A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917" name="Group 1916">
            <a:extLst>
              <a:ext uri="{FF2B5EF4-FFF2-40B4-BE49-F238E27FC236}">
                <a16:creationId xmlns:a16="http://schemas.microsoft.com/office/drawing/2014/main" id="{3795AA74-BED9-7A71-5539-70AC7D0C70BB}"/>
              </a:ext>
            </a:extLst>
          </p:cNvPr>
          <p:cNvGrpSpPr/>
          <p:nvPr/>
        </p:nvGrpSpPr>
        <p:grpSpPr>
          <a:xfrm>
            <a:off x="5749367" y="1357499"/>
            <a:ext cx="117664" cy="117664"/>
            <a:chOff x="3354375" y="4234433"/>
            <a:chExt cx="131191" cy="131191"/>
          </a:xfrm>
        </p:grpSpPr>
        <p:sp>
          <p:nvSpPr>
            <p:cNvPr id="1918" name="Oval 1917">
              <a:extLst>
                <a:ext uri="{FF2B5EF4-FFF2-40B4-BE49-F238E27FC236}">
                  <a16:creationId xmlns:a16="http://schemas.microsoft.com/office/drawing/2014/main" id="{1BAB12CA-88D8-8B30-BC2D-C78E915FB14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7" name="Oval 1996">
              <a:extLst>
                <a:ext uri="{FF2B5EF4-FFF2-40B4-BE49-F238E27FC236}">
                  <a16:creationId xmlns:a16="http://schemas.microsoft.com/office/drawing/2014/main" id="{75DCD523-2FA1-F629-C0BF-5EE33A0074B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1998" name="Group 1997">
            <a:extLst>
              <a:ext uri="{FF2B5EF4-FFF2-40B4-BE49-F238E27FC236}">
                <a16:creationId xmlns:a16="http://schemas.microsoft.com/office/drawing/2014/main" id="{4898689A-2AB4-F5B4-5638-D57138983BAB}"/>
              </a:ext>
            </a:extLst>
          </p:cNvPr>
          <p:cNvGrpSpPr/>
          <p:nvPr/>
        </p:nvGrpSpPr>
        <p:grpSpPr>
          <a:xfrm>
            <a:off x="5668355" y="517008"/>
            <a:ext cx="209043" cy="209043"/>
            <a:chOff x="3354375" y="4234433"/>
            <a:chExt cx="131191" cy="131191"/>
          </a:xfrm>
        </p:grpSpPr>
        <p:sp>
          <p:nvSpPr>
            <p:cNvPr id="1999" name="Oval 1998">
              <a:extLst>
                <a:ext uri="{FF2B5EF4-FFF2-40B4-BE49-F238E27FC236}">
                  <a16:creationId xmlns:a16="http://schemas.microsoft.com/office/drawing/2014/main" id="{08408074-625E-FD27-6346-EB3D3D5F521B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4" name="Oval 2083">
              <a:extLst>
                <a:ext uri="{FF2B5EF4-FFF2-40B4-BE49-F238E27FC236}">
                  <a16:creationId xmlns:a16="http://schemas.microsoft.com/office/drawing/2014/main" id="{8BC407F6-74D6-23DC-E22C-D12C1BBDB78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85" name="Group 2084">
            <a:extLst>
              <a:ext uri="{FF2B5EF4-FFF2-40B4-BE49-F238E27FC236}">
                <a16:creationId xmlns:a16="http://schemas.microsoft.com/office/drawing/2014/main" id="{7123E096-9F95-7BE3-8C01-679953F6EFD0}"/>
              </a:ext>
            </a:extLst>
          </p:cNvPr>
          <p:cNvGrpSpPr/>
          <p:nvPr/>
        </p:nvGrpSpPr>
        <p:grpSpPr>
          <a:xfrm rot="21588307">
            <a:off x="5886327" y="565610"/>
            <a:ext cx="150955" cy="150955"/>
            <a:chOff x="3354375" y="4234433"/>
            <a:chExt cx="131191" cy="131191"/>
          </a:xfrm>
        </p:grpSpPr>
        <p:sp>
          <p:nvSpPr>
            <p:cNvPr id="2086" name="Oval 2085">
              <a:extLst>
                <a:ext uri="{FF2B5EF4-FFF2-40B4-BE49-F238E27FC236}">
                  <a16:creationId xmlns:a16="http://schemas.microsoft.com/office/drawing/2014/main" id="{BBE43C20-BB79-29AA-F121-FA493B91791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3" name="Oval 2482">
              <a:extLst>
                <a:ext uri="{FF2B5EF4-FFF2-40B4-BE49-F238E27FC236}">
                  <a16:creationId xmlns:a16="http://schemas.microsoft.com/office/drawing/2014/main" id="{DF80E53B-1316-5F85-A4B0-377BE10477E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84" name="Group 2483">
            <a:extLst>
              <a:ext uri="{FF2B5EF4-FFF2-40B4-BE49-F238E27FC236}">
                <a16:creationId xmlns:a16="http://schemas.microsoft.com/office/drawing/2014/main" id="{8ACCBD36-5E6C-2D0B-BD3D-896879FB7277}"/>
              </a:ext>
            </a:extLst>
          </p:cNvPr>
          <p:cNvGrpSpPr/>
          <p:nvPr/>
        </p:nvGrpSpPr>
        <p:grpSpPr>
          <a:xfrm>
            <a:off x="5547238" y="578752"/>
            <a:ext cx="117664" cy="117664"/>
            <a:chOff x="3354375" y="4234433"/>
            <a:chExt cx="131191" cy="131191"/>
          </a:xfrm>
        </p:grpSpPr>
        <p:sp>
          <p:nvSpPr>
            <p:cNvPr id="2485" name="Oval 2484">
              <a:extLst>
                <a:ext uri="{FF2B5EF4-FFF2-40B4-BE49-F238E27FC236}">
                  <a16:creationId xmlns:a16="http://schemas.microsoft.com/office/drawing/2014/main" id="{4346ADBD-C881-7A82-2691-B17DBB163A7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6" name="Oval 2485">
              <a:extLst>
                <a:ext uri="{FF2B5EF4-FFF2-40B4-BE49-F238E27FC236}">
                  <a16:creationId xmlns:a16="http://schemas.microsoft.com/office/drawing/2014/main" id="{64826ADF-34B3-3111-06A7-1BC8C5D49E2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87" name="Group 2486">
            <a:extLst>
              <a:ext uri="{FF2B5EF4-FFF2-40B4-BE49-F238E27FC236}">
                <a16:creationId xmlns:a16="http://schemas.microsoft.com/office/drawing/2014/main" id="{6A6E3AC3-0D4A-E28B-892F-2AC1FDB0A4AC}"/>
              </a:ext>
            </a:extLst>
          </p:cNvPr>
          <p:cNvGrpSpPr/>
          <p:nvPr/>
        </p:nvGrpSpPr>
        <p:grpSpPr>
          <a:xfrm rot="21588307">
            <a:off x="5858547" y="504585"/>
            <a:ext cx="76198" cy="76198"/>
            <a:chOff x="3354375" y="4234433"/>
            <a:chExt cx="131191" cy="131191"/>
          </a:xfrm>
        </p:grpSpPr>
        <p:sp>
          <p:nvSpPr>
            <p:cNvPr id="2488" name="Oval 2487">
              <a:extLst>
                <a:ext uri="{FF2B5EF4-FFF2-40B4-BE49-F238E27FC236}">
                  <a16:creationId xmlns:a16="http://schemas.microsoft.com/office/drawing/2014/main" id="{5565F2F5-D2E6-F963-DC1A-6BCD98EBD6D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9" name="Oval 2488">
              <a:extLst>
                <a:ext uri="{FF2B5EF4-FFF2-40B4-BE49-F238E27FC236}">
                  <a16:creationId xmlns:a16="http://schemas.microsoft.com/office/drawing/2014/main" id="{D78EDF86-0C20-FC31-8E2A-7A84581F7CD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90" name="Group 2489">
            <a:extLst>
              <a:ext uri="{FF2B5EF4-FFF2-40B4-BE49-F238E27FC236}">
                <a16:creationId xmlns:a16="http://schemas.microsoft.com/office/drawing/2014/main" id="{453CF603-716F-10F3-5A2E-D00A71036272}"/>
              </a:ext>
            </a:extLst>
          </p:cNvPr>
          <p:cNvGrpSpPr/>
          <p:nvPr/>
        </p:nvGrpSpPr>
        <p:grpSpPr>
          <a:xfrm>
            <a:off x="6291837" y="640124"/>
            <a:ext cx="117664" cy="117664"/>
            <a:chOff x="3354375" y="4234433"/>
            <a:chExt cx="131191" cy="131191"/>
          </a:xfrm>
        </p:grpSpPr>
        <p:sp>
          <p:nvSpPr>
            <p:cNvPr id="2491" name="Oval 2490">
              <a:extLst>
                <a:ext uri="{FF2B5EF4-FFF2-40B4-BE49-F238E27FC236}">
                  <a16:creationId xmlns:a16="http://schemas.microsoft.com/office/drawing/2014/main" id="{48C50AB4-545E-A6B5-02FE-198D7F14B92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92" name="Oval 2491">
              <a:extLst>
                <a:ext uri="{FF2B5EF4-FFF2-40B4-BE49-F238E27FC236}">
                  <a16:creationId xmlns:a16="http://schemas.microsoft.com/office/drawing/2014/main" id="{E2751635-DDD1-2028-48B4-6E7A20021E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93" name="Group 2492">
            <a:extLst>
              <a:ext uri="{FF2B5EF4-FFF2-40B4-BE49-F238E27FC236}">
                <a16:creationId xmlns:a16="http://schemas.microsoft.com/office/drawing/2014/main" id="{C3104789-E8B0-1BA4-434E-927E85D0D582}"/>
              </a:ext>
            </a:extLst>
          </p:cNvPr>
          <p:cNvGrpSpPr/>
          <p:nvPr/>
        </p:nvGrpSpPr>
        <p:grpSpPr>
          <a:xfrm>
            <a:off x="6205477" y="716324"/>
            <a:ext cx="117664" cy="117664"/>
            <a:chOff x="3354375" y="4234433"/>
            <a:chExt cx="131191" cy="131191"/>
          </a:xfrm>
        </p:grpSpPr>
        <p:sp>
          <p:nvSpPr>
            <p:cNvPr id="2494" name="Oval 2493">
              <a:extLst>
                <a:ext uri="{FF2B5EF4-FFF2-40B4-BE49-F238E27FC236}">
                  <a16:creationId xmlns:a16="http://schemas.microsoft.com/office/drawing/2014/main" id="{20A30679-49A9-948F-8BA5-EC0B5077C33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95" name="Oval 2494">
              <a:extLst>
                <a:ext uri="{FF2B5EF4-FFF2-40B4-BE49-F238E27FC236}">
                  <a16:creationId xmlns:a16="http://schemas.microsoft.com/office/drawing/2014/main" id="{66395DFD-CD88-21F7-3160-3E697089692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496" name="Group 2495">
            <a:extLst>
              <a:ext uri="{FF2B5EF4-FFF2-40B4-BE49-F238E27FC236}">
                <a16:creationId xmlns:a16="http://schemas.microsoft.com/office/drawing/2014/main" id="{DACEE2EA-ECA4-6D07-2ADC-A139A824923B}"/>
              </a:ext>
            </a:extLst>
          </p:cNvPr>
          <p:cNvGrpSpPr/>
          <p:nvPr/>
        </p:nvGrpSpPr>
        <p:grpSpPr>
          <a:xfrm rot="21588307">
            <a:off x="6211607" y="640537"/>
            <a:ext cx="76198" cy="76198"/>
            <a:chOff x="3354375" y="4234433"/>
            <a:chExt cx="131191" cy="131191"/>
          </a:xfrm>
        </p:grpSpPr>
        <p:sp>
          <p:nvSpPr>
            <p:cNvPr id="2497" name="Oval 2496">
              <a:extLst>
                <a:ext uri="{FF2B5EF4-FFF2-40B4-BE49-F238E27FC236}">
                  <a16:creationId xmlns:a16="http://schemas.microsoft.com/office/drawing/2014/main" id="{F01FAAA2-2A87-996D-382A-711176CF531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98" name="Oval 2497">
              <a:extLst>
                <a:ext uri="{FF2B5EF4-FFF2-40B4-BE49-F238E27FC236}">
                  <a16:creationId xmlns:a16="http://schemas.microsoft.com/office/drawing/2014/main" id="{4B0F3103-470C-DC5C-8935-7B2B251DC40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499" name="Group 2498">
            <a:extLst>
              <a:ext uri="{FF2B5EF4-FFF2-40B4-BE49-F238E27FC236}">
                <a16:creationId xmlns:a16="http://schemas.microsoft.com/office/drawing/2014/main" id="{295E109D-0C41-0154-2CC5-7FCC581DB7AB}"/>
              </a:ext>
            </a:extLst>
          </p:cNvPr>
          <p:cNvGrpSpPr/>
          <p:nvPr/>
        </p:nvGrpSpPr>
        <p:grpSpPr>
          <a:xfrm rot="21588307">
            <a:off x="6424966" y="531242"/>
            <a:ext cx="76198" cy="76198"/>
            <a:chOff x="3354375" y="4234433"/>
            <a:chExt cx="131191" cy="131191"/>
          </a:xfrm>
        </p:grpSpPr>
        <p:sp>
          <p:nvSpPr>
            <p:cNvPr id="2500" name="Oval 2499">
              <a:extLst>
                <a:ext uri="{FF2B5EF4-FFF2-40B4-BE49-F238E27FC236}">
                  <a16:creationId xmlns:a16="http://schemas.microsoft.com/office/drawing/2014/main" id="{45E42132-93DF-575A-C286-B851C6943C1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01" name="Oval 2500">
              <a:extLst>
                <a:ext uri="{FF2B5EF4-FFF2-40B4-BE49-F238E27FC236}">
                  <a16:creationId xmlns:a16="http://schemas.microsoft.com/office/drawing/2014/main" id="{E666B446-BA76-6CE6-2817-23FCF57614B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02" name="Group 2501">
            <a:extLst>
              <a:ext uri="{FF2B5EF4-FFF2-40B4-BE49-F238E27FC236}">
                <a16:creationId xmlns:a16="http://schemas.microsoft.com/office/drawing/2014/main" id="{C7D2D407-D1FD-6E0A-3A65-E9ECD3AB7927}"/>
              </a:ext>
            </a:extLst>
          </p:cNvPr>
          <p:cNvGrpSpPr/>
          <p:nvPr/>
        </p:nvGrpSpPr>
        <p:grpSpPr>
          <a:xfrm rot="21588307">
            <a:off x="5911885" y="721301"/>
            <a:ext cx="76198" cy="76198"/>
            <a:chOff x="3354375" y="4234433"/>
            <a:chExt cx="131191" cy="131191"/>
          </a:xfrm>
        </p:grpSpPr>
        <p:sp>
          <p:nvSpPr>
            <p:cNvPr id="2503" name="Oval 2502">
              <a:extLst>
                <a:ext uri="{FF2B5EF4-FFF2-40B4-BE49-F238E27FC236}">
                  <a16:creationId xmlns:a16="http://schemas.microsoft.com/office/drawing/2014/main" id="{96F632EB-EE32-7C6B-D414-DA2C511BEF4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04" name="Oval 2503">
              <a:extLst>
                <a:ext uri="{FF2B5EF4-FFF2-40B4-BE49-F238E27FC236}">
                  <a16:creationId xmlns:a16="http://schemas.microsoft.com/office/drawing/2014/main" id="{54520D49-7358-B543-6B73-CDF2C88A549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05" name="Group 2504">
            <a:extLst>
              <a:ext uri="{FF2B5EF4-FFF2-40B4-BE49-F238E27FC236}">
                <a16:creationId xmlns:a16="http://schemas.microsoft.com/office/drawing/2014/main" id="{869609B6-91E3-F820-DF7E-CABFA08ECECD}"/>
              </a:ext>
            </a:extLst>
          </p:cNvPr>
          <p:cNvGrpSpPr/>
          <p:nvPr/>
        </p:nvGrpSpPr>
        <p:grpSpPr>
          <a:xfrm rot="21588307">
            <a:off x="6161913" y="993901"/>
            <a:ext cx="76198" cy="76198"/>
            <a:chOff x="3354375" y="4234433"/>
            <a:chExt cx="131191" cy="131191"/>
          </a:xfrm>
        </p:grpSpPr>
        <p:sp>
          <p:nvSpPr>
            <p:cNvPr id="2506" name="Oval 2505">
              <a:extLst>
                <a:ext uri="{FF2B5EF4-FFF2-40B4-BE49-F238E27FC236}">
                  <a16:creationId xmlns:a16="http://schemas.microsoft.com/office/drawing/2014/main" id="{4CBA51D7-A4E0-D752-D52F-61A84F67ECE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07" name="Oval 2506">
              <a:extLst>
                <a:ext uri="{FF2B5EF4-FFF2-40B4-BE49-F238E27FC236}">
                  <a16:creationId xmlns:a16="http://schemas.microsoft.com/office/drawing/2014/main" id="{C2959C0A-ADBE-4C62-966A-92639FE50F9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08" name="Group 2507">
            <a:extLst>
              <a:ext uri="{FF2B5EF4-FFF2-40B4-BE49-F238E27FC236}">
                <a16:creationId xmlns:a16="http://schemas.microsoft.com/office/drawing/2014/main" id="{070C2253-09BF-DFDE-48C6-64E7859A677B}"/>
              </a:ext>
            </a:extLst>
          </p:cNvPr>
          <p:cNvGrpSpPr/>
          <p:nvPr/>
        </p:nvGrpSpPr>
        <p:grpSpPr>
          <a:xfrm rot="21588307">
            <a:off x="5806313" y="1283462"/>
            <a:ext cx="76198" cy="76198"/>
            <a:chOff x="3354375" y="4234433"/>
            <a:chExt cx="131191" cy="131191"/>
          </a:xfrm>
        </p:grpSpPr>
        <p:sp>
          <p:nvSpPr>
            <p:cNvPr id="2509" name="Oval 2508">
              <a:extLst>
                <a:ext uri="{FF2B5EF4-FFF2-40B4-BE49-F238E27FC236}">
                  <a16:creationId xmlns:a16="http://schemas.microsoft.com/office/drawing/2014/main" id="{98D8834E-7FBF-02AC-B567-D8874912C52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0" name="Oval 2509">
              <a:extLst>
                <a:ext uri="{FF2B5EF4-FFF2-40B4-BE49-F238E27FC236}">
                  <a16:creationId xmlns:a16="http://schemas.microsoft.com/office/drawing/2014/main" id="{DF98EC02-3624-6E17-AD2F-F91B9B58B3F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11" name="Group 2510">
            <a:extLst>
              <a:ext uri="{FF2B5EF4-FFF2-40B4-BE49-F238E27FC236}">
                <a16:creationId xmlns:a16="http://schemas.microsoft.com/office/drawing/2014/main" id="{DA8102FE-4EBD-6980-0CDA-7F41AFA853E3}"/>
              </a:ext>
            </a:extLst>
          </p:cNvPr>
          <p:cNvGrpSpPr/>
          <p:nvPr/>
        </p:nvGrpSpPr>
        <p:grpSpPr>
          <a:xfrm rot="21588307">
            <a:off x="5980339" y="1326641"/>
            <a:ext cx="76198" cy="76198"/>
            <a:chOff x="3354375" y="4234433"/>
            <a:chExt cx="131191" cy="131191"/>
          </a:xfrm>
        </p:grpSpPr>
        <p:sp>
          <p:nvSpPr>
            <p:cNvPr id="2512" name="Oval 2511">
              <a:extLst>
                <a:ext uri="{FF2B5EF4-FFF2-40B4-BE49-F238E27FC236}">
                  <a16:creationId xmlns:a16="http://schemas.microsoft.com/office/drawing/2014/main" id="{6883C60E-A114-D8BF-2E21-7EE77C2F644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3" name="Oval 2512">
              <a:extLst>
                <a:ext uri="{FF2B5EF4-FFF2-40B4-BE49-F238E27FC236}">
                  <a16:creationId xmlns:a16="http://schemas.microsoft.com/office/drawing/2014/main" id="{BAAFF149-5437-3F4A-FF03-EE457EE445A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14" name="Group 2513">
            <a:extLst>
              <a:ext uri="{FF2B5EF4-FFF2-40B4-BE49-F238E27FC236}">
                <a16:creationId xmlns:a16="http://schemas.microsoft.com/office/drawing/2014/main" id="{D0DD22B3-26E4-8EEF-B41E-DA82F4E89D8D}"/>
              </a:ext>
            </a:extLst>
          </p:cNvPr>
          <p:cNvGrpSpPr/>
          <p:nvPr/>
        </p:nvGrpSpPr>
        <p:grpSpPr>
          <a:xfrm rot="21588307">
            <a:off x="5628184" y="1402134"/>
            <a:ext cx="76198" cy="76198"/>
            <a:chOff x="3354375" y="4234433"/>
            <a:chExt cx="131191" cy="131191"/>
          </a:xfrm>
        </p:grpSpPr>
        <p:sp>
          <p:nvSpPr>
            <p:cNvPr id="2515" name="Oval 2514">
              <a:extLst>
                <a:ext uri="{FF2B5EF4-FFF2-40B4-BE49-F238E27FC236}">
                  <a16:creationId xmlns:a16="http://schemas.microsoft.com/office/drawing/2014/main" id="{00CD1C6D-56AA-3629-5436-76AEE08C462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6" name="Oval 2515">
              <a:extLst>
                <a:ext uri="{FF2B5EF4-FFF2-40B4-BE49-F238E27FC236}">
                  <a16:creationId xmlns:a16="http://schemas.microsoft.com/office/drawing/2014/main" id="{B9E08568-45E9-FFD5-1405-A6E307DFE52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17" name="Group 2516">
            <a:extLst>
              <a:ext uri="{FF2B5EF4-FFF2-40B4-BE49-F238E27FC236}">
                <a16:creationId xmlns:a16="http://schemas.microsoft.com/office/drawing/2014/main" id="{143F88C1-974E-9E14-EB4F-D05D931A8F99}"/>
              </a:ext>
            </a:extLst>
          </p:cNvPr>
          <p:cNvGrpSpPr/>
          <p:nvPr/>
        </p:nvGrpSpPr>
        <p:grpSpPr>
          <a:xfrm>
            <a:off x="5548707" y="1528596"/>
            <a:ext cx="117664" cy="117664"/>
            <a:chOff x="3354375" y="4234433"/>
            <a:chExt cx="131191" cy="131191"/>
          </a:xfrm>
        </p:grpSpPr>
        <p:sp>
          <p:nvSpPr>
            <p:cNvPr id="2518" name="Oval 2517">
              <a:extLst>
                <a:ext uri="{FF2B5EF4-FFF2-40B4-BE49-F238E27FC236}">
                  <a16:creationId xmlns:a16="http://schemas.microsoft.com/office/drawing/2014/main" id="{CA515113-0F50-38CC-1785-64CF8D81991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19" name="Oval 2518">
              <a:extLst>
                <a:ext uri="{FF2B5EF4-FFF2-40B4-BE49-F238E27FC236}">
                  <a16:creationId xmlns:a16="http://schemas.microsoft.com/office/drawing/2014/main" id="{4655B5D9-7D95-56AA-6188-D6EA4D9F4B6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20" name="Group 2519">
            <a:extLst>
              <a:ext uri="{FF2B5EF4-FFF2-40B4-BE49-F238E27FC236}">
                <a16:creationId xmlns:a16="http://schemas.microsoft.com/office/drawing/2014/main" id="{8D7D62AE-6A17-E599-6ED8-5488E003DFCC}"/>
              </a:ext>
            </a:extLst>
          </p:cNvPr>
          <p:cNvGrpSpPr/>
          <p:nvPr/>
        </p:nvGrpSpPr>
        <p:grpSpPr>
          <a:xfrm>
            <a:off x="7550795" y="2272702"/>
            <a:ext cx="141158" cy="141158"/>
            <a:chOff x="3354375" y="4234433"/>
            <a:chExt cx="131191" cy="131191"/>
          </a:xfrm>
        </p:grpSpPr>
        <p:sp>
          <p:nvSpPr>
            <p:cNvPr id="2521" name="Oval 2520">
              <a:extLst>
                <a:ext uri="{FF2B5EF4-FFF2-40B4-BE49-F238E27FC236}">
                  <a16:creationId xmlns:a16="http://schemas.microsoft.com/office/drawing/2014/main" id="{CE86B041-4693-8D8D-8812-B735920E32B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2" name="Oval 2521">
              <a:extLst>
                <a:ext uri="{FF2B5EF4-FFF2-40B4-BE49-F238E27FC236}">
                  <a16:creationId xmlns:a16="http://schemas.microsoft.com/office/drawing/2014/main" id="{B94EC5D9-9660-2C08-5ECD-620738E25CA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23" name="Group 2522">
            <a:extLst>
              <a:ext uri="{FF2B5EF4-FFF2-40B4-BE49-F238E27FC236}">
                <a16:creationId xmlns:a16="http://schemas.microsoft.com/office/drawing/2014/main" id="{F8C91BAE-CE27-64B4-238A-DC63A65E10FC}"/>
              </a:ext>
            </a:extLst>
          </p:cNvPr>
          <p:cNvGrpSpPr/>
          <p:nvPr/>
        </p:nvGrpSpPr>
        <p:grpSpPr>
          <a:xfrm>
            <a:off x="7691953" y="2155323"/>
            <a:ext cx="209043" cy="209043"/>
            <a:chOff x="3354375" y="4234433"/>
            <a:chExt cx="131191" cy="131191"/>
          </a:xfrm>
        </p:grpSpPr>
        <p:sp>
          <p:nvSpPr>
            <p:cNvPr id="2524" name="Oval 2523">
              <a:extLst>
                <a:ext uri="{FF2B5EF4-FFF2-40B4-BE49-F238E27FC236}">
                  <a16:creationId xmlns:a16="http://schemas.microsoft.com/office/drawing/2014/main" id="{A3F8B9B8-27B5-4689-80A3-327255A2FC8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5" name="Oval 2524">
              <a:extLst>
                <a:ext uri="{FF2B5EF4-FFF2-40B4-BE49-F238E27FC236}">
                  <a16:creationId xmlns:a16="http://schemas.microsoft.com/office/drawing/2014/main" id="{4562B375-9248-683E-D7AE-7D440F038E0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26" name="Group 2525">
            <a:extLst>
              <a:ext uri="{FF2B5EF4-FFF2-40B4-BE49-F238E27FC236}">
                <a16:creationId xmlns:a16="http://schemas.microsoft.com/office/drawing/2014/main" id="{36D40E2E-517A-8D69-3F03-3822C5810CCD}"/>
              </a:ext>
            </a:extLst>
          </p:cNvPr>
          <p:cNvGrpSpPr/>
          <p:nvPr/>
        </p:nvGrpSpPr>
        <p:grpSpPr>
          <a:xfrm>
            <a:off x="7915664" y="2187900"/>
            <a:ext cx="117664" cy="117664"/>
            <a:chOff x="3354375" y="4234433"/>
            <a:chExt cx="131191" cy="131191"/>
          </a:xfrm>
        </p:grpSpPr>
        <p:sp>
          <p:nvSpPr>
            <p:cNvPr id="2527" name="Oval 2526">
              <a:extLst>
                <a:ext uri="{FF2B5EF4-FFF2-40B4-BE49-F238E27FC236}">
                  <a16:creationId xmlns:a16="http://schemas.microsoft.com/office/drawing/2014/main" id="{3EBCF253-F56C-982E-AFC8-2C01044F35B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28" name="Oval 2527">
              <a:extLst>
                <a:ext uri="{FF2B5EF4-FFF2-40B4-BE49-F238E27FC236}">
                  <a16:creationId xmlns:a16="http://schemas.microsoft.com/office/drawing/2014/main" id="{5F8EA52D-6455-A950-E78E-B2B4543ACE2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29" name="Group 2528">
            <a:extLst>
              <a:ext uri="{FF2B5EF4-FFF2-40B4-BE49-F238E27FC236}">
                <a16:creationId xmlns:a16="http://schemas.microsoft.com/office/drawing/2014/main" id="{32A67EFF-69C5-B6C6-C73D-67EB4D6A160C}"/>
              </a:ext>
            </a:extLst>
          </p:cNvPr>
          <p:cNvGrpSpPr/>
          <p:nvPr/>
        </p:nvGrpSpPr>
        <p:grpSpPr>
          <a:xfrm rot="21588307">
            <a:off x="7681387" y="2379668"/>
            <a:ext cx="76198" cy="76198"/>
            <a:chOff x="3354375" y="4234433"/>
            <a:chExt cx="131191" cy="131191"/>
          </a:xfrm>
        </p:grpSpPr>
        <p:sp>
          <p:nvSpPr>
            <p:cNvPr id="2530" name="Oval 2529">
              <a:extLst>
                <a:ext uri="{FF2B5EF4-FFF2-40B4-BE49-F238E27FC236}">
                  <a16:creationId xmlns:a16="http://schemas.microsoft.com/office/drawing/2014/main" id="{71292E4D-3F5C-35D6-C6A7-4BC327A1B8C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1" name="Oval 2530">
              <a:extLst>
                <a:ext uri="{FF2B5EF4-FFF2-40B4-BE49-F238E27FC236}">
                  <a16:creationId xmlns:a16="http://schemas.microsoft.com/office/drawing/2014/main" id="{493B52C2-20AB-B3EF-A878-069897F3356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32" name="Group 2531">
            <a:extLst>
              <a:ext uri="{FF2B5EF4-FFF2-40B4-BE49-F238E27FC236}">
                <a16:creationId xmlns:a16="http://schemas.microsoft.com/office/drawing/2014/main" id="{0FD03A87-B648-C8CC-446E-153E53BDC089}"/>
              </a:ext>
            </a:extLst>
          </p:cNvPr>
          <p:cNvGrpSpPr/>
          <p:nvPr/>
        </p:nvGrpSpPr>
        <p:grpSpPr>
          <a:xfrm>
            <a:off x="7539744" y="1946581"/>
            <a:ext cx="117664" cy="117664"/>
            <a:chOff x="3354375" y="4234433"/>
            <a:chExt cx="131191" cy="131191"/>
          </a:xfrm>
        </p:grpSpPr>
        <p:sp>
          <p:nvSpPr>
            <p:cNvPr id="2533" name="Oval 2532">
              <a:extLst>
                <a:ext uri="{FF2B5EF4-FFF2-40B4-BE49-F238E27FC236}">
                  <a16:creationId xmlns:a16="http://schemas.microsoft.com/office/drawing/2014/main" id="{7C80899D-8D44-97FE-C12A-64B4A60AE46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4" name="Oval 2533">
              <a:extLst>
                <a:ext uri="{FF2B5EF4-FFF2-40B4-BE49-F238E27FC236}">
                  <a16:creationId xmlns:a16="http://schemas.microsoft.com/office/drawing/2014/main" id="{B33AAF2D-ECEB-E4DA-C040-41D3D03A16E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35" name="Group 2534">
            <a:extLst>
              <a:ext uri="{FF2B5EF4-FFF2-40B4-BE49-F238E27FC236}">
                <a16:creationId xmlns:a16="http://schemas.microsoft.com/office/drawing/2014/main" id="{FD2A6565-8C11-39F8-5FA9-573EA1DBC7E4}"/>
              </a:ext>
            </a:extLst>
          </p:cNvPr>
          <p:cNvGrpSpPr/>
          <p:nvPr/>
        </p:nvGrpSpPr>
        <p:grpSpPr>
          <a:xfrm>
            <a:off x="7793744" y="1951661"/>
            <a:ext cx="117664" cy="117664"/>
            <a:chOff x="3354375" y="4234433"/>
            <a:chExt cx="131191" cy="131191"/>
          </a:xfrm>
        </p:grpSpPr>
        <p:sp>
          <p:nvSpPr>
            <p:cNvPr id="2536" name="Oval 2535">
              <a:extLst>
                <a:ext uri="{FF2B5EF4-FFF2-40B4-BE49-F238E27FC236}">
                  <a16:creationId xmlns:a16="http://schemas.microsoft.com/office/drawing/2014/main" id="{E8202EBF-7287-7E96-39E1-7D1D8045932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7" name="Oval 2536">
              <a:extLst>
                <a:ext uri="{FF2B5EF4-FFF2-40B4-BE49-F238E27FC236}">
                  <a16:creationId xmlns:a16="http://schemas.microsoft.com/office/drawing/2014/main" id="{C9F1B835-C713-ADA1-2F2E-E6FEF2CECE2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38" name="Group 2537">
            <a:extLst>
              <a:ext uri="{FF2B5EF4-FFF2-40B4-BE49-F238E27FC236}">
                <a16:creationId xmlns:a16="http://schemas.microsoft.com/office/drawing/2014/main" id="{FA1E04FE-434B-C5A1-DF78-912D3DCE9C03}"/>
              </a:ext>
            </a:extLst>
          </p:cNvPr>
          <p:cNvGrpSpPr/>
          <p:nvPr/>
        </p:nvGrpSpPr>
        <p:grpSpPr>
          <a:xfrm rot="21588307">
            <a:off x="7884994" y="2299695"/>
            <a:ext cx="76198" cy="76198"/>
            <a:chOff x="3354375" y="4234433"/>
            <a:chExt cx="131191" cy="131191"/>
          </a:xfrm>
        </p:grpSpPr>
        <p:sp>
          <p:nvSpPr>
            <p:cNvPr id="2539" name="Oval 2538">
              <a:extLst>
                <a:ext uri="{FF2B5EF4-FFF2-40B4-BE49-F238E27FC236}">
                  <a16:creationId xmlns:a16="http://schemas.microsoft.com/office/drawing/2014/main" id="{773A1C90-078A-0CB7-9C0F-3197F32D1F5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0" name="Oval 2539">
              <a:extLst>
                <a:ext uri="{FF2B5EF4-FFF2-40B4-BE49-F238E27FC236}">
                  <a16:creationId xmlns:a16="http://schemas.microsoft.com/office/drawing/2014/main" id="{4A150B47-9809-5112-0617-A126E247AAFA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41" name="Group 2540">
            <a:extLst>
              <a:ext uri="{FF2B5EF4-FFF2-40B4-BE49-F238E27FC236}">
                <a16:creationId xmlns:a16="http://schemas.microsoft.com/office/drawing/2014/main" id="{A35525BC-D585-5A0B-09EE-0FA8411457E1}"/>
              </a:ext>
            </a:extLst>
          </p:cNvPr>
          <p:cNvGrpSpPr/>
          <p:nvPr/>
        </p:nvGrpSpPr>
        <p:grpSpPr>
          <a:xfrm>
            <a:off x="7839464" y="2069325"/>
            <a:ext cx="117664" cy="117664"/>
            <a:chOff x="3354375" y="4234433"/>
            <a:chExt cx="131191" cy="131191"/>
          </a:xfrm>
        </p:grpSpPr>
        <p:sp>
          <p:nvSpPr>
            <p:cNvPr id="2542" name="Oval 2541">
              <a:extLst>
                <a:ext uri="{FF2B5EF4-FFF2-40B4-BE49-F238E27FC236}">
                  <a16:creationId xmlns:a16="http://schemas.microsoft.com/office/drawing/2014/main" id="{61E438E9-A742-64ED-6ADD-7587EAEC801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3" name="Oval 2542">
              <a:extLst>
                <a:ext uri="{FF2B5EF4-FFF2-40B4-BE49-F238E27FC236}">
                  <a16:creationId xmlns:a16="http://schemas.microsoft.com/office/drawing/2014/main" id="{25784E55-1F88-2391-C821-A7700D380A8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44" name="Group 2543">
            <a:extLst>
              <a:ext uri="{FF2B5EF4-FFF2-40B4-BE49-F238E27FC236}">
                <a16:creationId xmlns:a16="http://schemas.microsoft.com/office/drawing/2014/main" id="{1FC77F51-A31D-41FF-5085-EE48B75DB9D4}"/>
              </a:ext>
            </a:extLst>
          </p:cNvPr>
          <p:cNvGrpSpPr/>
          <p:nvPr/>
        </p:nvGrpSpPr>
        <p:grpSpPr>
          <a:xfrm rot="21588307">
            <a:off x="7390979" y="2202755"/>
            <a:ext cx="76198" cy="76198"/>
            <a:chOff x="3354375" y="4234433"/>
            <a:chExt cx="131191" cy="131191"/>
          </a:xfrm>
        </p:grpSpPr>
        <p:sp>
          <p:nvSpPr>
            <p:cNvPr id="2545" name="Oval 2544">
              <a:extLst>
                <a:ext uri="{FF2B5EF4-FFF2-40B4-BE49-F238E27FC236}">
                  <a16:creationId xmlns:a16="http://schemas.microsoft.com/office/drawing/2014/main" id="{536787B7-9F2B-7DE6-E19E-372166F0B11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6" name="Oval 2545">
              <a:extLst>
                <a:ext uri="{FF2B5EF4-FFF2-40B4-BE49-F238E27FC236}">
                  <a16:creationId xmlns:a16="http://schemas.microsoft.com/office/drawing/2014/main" id="{A2D31D5A-548A-431E-8551-A8CC63AAE11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47" name="Group 2546">
            <a:extLst>
              <a:ext uri="{FF2B5EF4-FFF2-40B4-BE49-F238E27FC236}">
                <a16:creationId xmlns:a16="http://schemas.microsoft.com/office/drawing/2014/main" id="{6B546C09-3FCF-08AE-1768-3C2B9283FAFC}"/>
              </a:ext>
            </a:extLst>
          </p:cNvPr>
          <p:cNvGrpSpPr/>
          <p:nvPr/>
        </p:nvGrpSpPr>
        <p:grpSpPr>
          <a:xfrm rot="21588307">
            <a:off x="6899417" y="1431165"/>
            <a:ext cx="76198" cy="76198"/>
            <a:chOff x="3354375" y="4234433"/>
            <a:chExt cx="131191" cy="131191"/>
          </a:xfrm>
        </p:grpSpPr>
        <p:sp>
          <p:nvSpPr>
            <p:cNvPr id="2548" name="Oval 2547">
              <a:extLst>
                <a:ext uri="{FF2B5EF4-FFF2-40B4-BE49-F238E27FC236}">
                  <a16:creationId xmlns:a16="http://schemas.microsoft.com/office/drawing/2014/main" id="{B1BB97BF-230F-4097-FC22-4646FC29BADD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49" name="Oval 2548">
              <a:extLst>
                <a:ext uri="{FF2B5EF4-FFF2-40B4-BE49-F238E27FC236}">
                  <a16:creationId xmlns:a16="http://schemas.microsoft.com/office/drawing/2014/main" id="{BB5D1069-480E-6B27-69DC-95C5E0CE0E7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50" name="Group 2549">
            <a:extLst>
              <a:ext uri="{FF2B5EF4-FFF2-40B4-BE49-F238E27FC236}">
                <a16:creationId xmlns:a16="http://schemas.microsoft.com/office/drawing/2014/main" id="{0CDDC5BA-162A-E5A2-06B9-D40C11E8A4F1}"/>
              </a:ext>
            </a:extLst>
          </p:cNvPr>
          <p:cNvGrpSpPr/>
          <p:nvPr/>
        </p:nvGrpSpPr>
        <p:grpSpPr>
          <a:xfrm>
            <a:off x="6750030" y="1440149"/>
            <a:ext cx="117664" cy="117664"/>
            <a:chOff x="3354375" y="4234433"/>
            <a:chExt cx="131191" cy="131191"/>
          </a:xfrm>
        </p:grpSpPr>
        <p:sp>
          <p:nvSpPr>
            <p:cNvPr id="2551" name="Oval 2550">
              <a:extLst>
                <a:ext uri="{FF2B5EF4-FFF2-40B4-BE49-F238E27FC236}">
                  <a16:creationId xmlns:a16="http://schemas.microsoft.com/office/drawing/2014/main" id="{C8051AA5-30E9-E7D6-10E0-54FCC1020FA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52" name="Oval 2551">
              <a:extLst>
                <a:ext uri="{FF2B5EF4-FFF2-40B4-BE49-F238E27FC236}">
                  <a16:creationId xmlns:a16="http://schemas.microsoft.com/office/drawing/2014/main" id="{92ED2FB8-7968-879A-1BD4-A746ED5219B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53" name="Group 2552">
            <a:extLst>
              <a:ext uri="{FF2B5EF4-FFF2-40B4-BE49-F238E27FC236}">
                <a16:creationId xmlns:a16="http://schemas.microsoft.com/office/drawing/2014/main" id="{AD17273E-D60D-B7EF-AAD7-F0A912450804}"/>
              </a:ext>
            </a:extLst>
          </p:cNvPr>
          <p:cNvGrpSpPr/>
          <p:nvPr/>
        </p:nvGrpSpPr>
        <p:grpSpPr>
          <a:xfrm>
            <a:off x="6130978" y="1528596"/>
            <a:ext cx="117664" cy="117664"/>
            <a:chOff x="3354375" y="4234433"/>
            <a:chExt cx="131191" cy="131191"/>
          </a:xfrm>
        </p:grpSpPr>
        <p:sp>
          <p:nvSpPr>
            <p:cNvPr id="2554" name="Oval 2553">
              <a:extLst>
                <a:ext uri="{FF2B5EF4-FFF2-40B4-BE49-F238E27FC236}">
                  <a16:creationId xmlns:a16="http://schemas.microsoft.com/office/drawing/2014/main" id="{6D4A52A1-6AD6-EC2F-D8C6-EFDAF9603EC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55" name="Oval 2554">
              <a:extLst>
                <a:ext uri="{FF2B5EF4-FFF2-40B4-BE49-F238E27FC236}">
                  <a16:creationId xmlns:a16="http://schemas.microsoft.com/office/drawing/2014/main" id="{9B7CC397-3479-C10F-D4D8-9AE176E90C7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56" name="Group 2555">
            <a:extLst>
              <a:ext uri="{FF2B5EF4-FFF2-40B4-BE49-F238E27FC236}">
                <a16:creationId xmlns:a16="http://schemas.microsoft.com/office/drawing/2014/main" id="{2AABBBA9-E2EE-E001-2662-256F3C6C8C0C}"/>
              </a:ext>
            </a:extLst>
          </p:cNvPr>
          <p:cNvGrpSpPr/>
          <p:nvPr/>
        </p:nvGrpSpPr>
        <p:grpSpPr>
          <a:xfrm>
            <a:off x="6713208" y="1139976"/>
            <a:ext cx="117664" cy="117664"/>
            <a:chOff x="3354375" y="4234433"/>
            <a:chExt cx="131191" cy="131191"/>
          </a:xfrm>
        </p:grpSpPr>
        <p:sp>
          <p:nvSpPr>
            <p:cNvPr id="2557" name="Oval 2556">
              <a:extLst>
                <a:ext uri="{FF2B5EF4-FFF2-40B4-BE49-F238E27FC236}">
                  <a16:creationId xmlns:a16="http://schemas.microsoft.com/office/drawing/2014/main" id="{7C4E14AF-87DA-31C2-7F4C-7361AE6DFD4E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58" name="Oval 2557">
              <a:extLst>
                <a:ext uri="{FF2B5EF4-FFF2-40B4-BE49-F238E27FC236}">
                  <a16:creationId xmlns:a16="http://schemas.microsoft.com/office/drawing/2014/main" id="{F437C118-05CF-6CE0-90E1-2794FB0D130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59" name="Group 2558">
            <a:extLst>
              <a:ext uri="{FF2B5EF4-FFF2-40B4-BE49-F238E27FC236}">
                <a16:creationId xmlns:a16="http://schemas.microsoft.com/office/drawing/2014/main" id="{2CBCC9DD-CC5F-AF36-A53B-A60F5236E642}"/>
              </a:ext>
            </a:extLst>
          </p:cNvPr>
          <p:cNvGrpSpPr/>
          <p:nvPr/>
        </p:nvGrpSpPr>
        <p:grpSpPr>
          <a:xfrm>
            <a:off x="6973676" y="1002816"/>
            <a:ext cx="117664" cy="117664"/>
            <a:chOff x="3354375" y="4234433"/>
            <a:chExt cx="131191" cy="131191"/>
          </a:xfrm>
        </p:grpSpPr>
        <p:sp>
          <p:nvSpPr>
            <p:cNvPr id="2560" name="Oval 2559">
              <a:extLst>
                <a:ext uri="{FF2B5EF4-FFF2-40B4-BE49-F238E27FC236}">
                  <a16:creationId xmlns:a16="http://schemas.microsoft.com/office/drawing/2014/main" id="{AC4B00AA-E4E4-7F34-6C5A-55A98ADA3E0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61" name="Oval 2560">
              <a:extLst>
                <a:ext uri="{FF2B5EF4-FFF2-40B4-BE49-F238E27FC236}">
                  <a16:creationId xmlns:a16="http://schemas.microsoft.com/office/drawing/2014/main" id="{26D7BD07-6E5C-264C-CC39-7F8A3F64079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62" name="Group 2561">
            <a:extLst>
              <a:ext uri="{FF2B5EF4-FFF2-40B4-BE49-F238E27FC236}">
                <a16:creationId xmlns:a16="http://schemas.microsoft.com/office/drawing/2014/main" id="{85E2E5C5-CB97-BA60-9D8F-FCF0E6C17CD4}"/>
              </a:ext>
            </a:extLst>
          </p:cNvPr>
          <p:cNvGrpSpPr/>
          <p:nvPr/>
        </p:nvGrpSpPr>
        <p:grpSpPr>
          <a:xfrm rot="21588307">
            <a:off x="6673745" y="1058421"/>
            <a:ext cx="76198" cy="76198"/>
            <a:chOff x="3354375" y="4234433"/>
            <a:chExt cx="131191" cy="131191"/>
          </a:xfrm>
        </p:grpSpPr>
        <p:sp>
          <p:nvSpPr>
            <p:cNvPr id="2563" name="Oval 2562">
              <a:extLst>
                <a:ext uri="{FF2B5EF4-FFF2-40B4-BE49-F238E27FC236}">
                  <a16:creationId xmlns:a16="http://schemas.microsoft.com/office/drawing/2014/main" id="{08D96DC9-4698-559B-1EBF-EDD09C092639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64" name="Oval 2563">
              <a:extLst>
                <a:ext uri="{FF2B5EF4-FFF2-40B4-BE49-F238E27FC236}">
                  <a16:creationId xmlns:a16="http://schemas.microsoft.com/office/drawing/2014/main" id="{3DCC1E02-54D6-B8E9-8776-5C10624776A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65" name="Group 2564">
            <a:extLst>
              <a:ext uri="{FF2B5EF4-FFF2-40B4-BE49-F238E27FC236}">
                <a16:creationId xmlns:a16="http://schemas.microsoft.com/office/drawing/2014/main" id="{DDB6BA9C-05CD-D035-E332-16FCDA61A1D8}"/>
              </a:ext>
            </a:extLst>
          </p:cNvPr>
          <p:cNvGrpSpPr/>
          <p:nvPr/>
        </p:nvGrpSpPr>
        <p:grpSpPr>
          <a:xfrm rot="21588307">
            <a:off x="6528966" y="1033021"/>
            <a:ext cx="76198" cy="76198"/>
            <a:chOff x="3354375" y="4234433"/>
            <a:chExt cx="131191" cy="131191"/>
          </a:xfrm>
        </p:grpSpPr>
        <p:sp>
          <p:nvSpPr>
            <p:cNvPr id="2566" name="Oval 2565">
              <a:extLst>
                <a:ext uri="{FF2B5EF4-FFF2-40B4-BE49-F238E27FC236}">
                  <a16:creationId xmlns:a16="http://schemas.microsoft.com/office/drawing/2014/main" id="{EBA46756-5902-2F3C-BA99-73EB557BA30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67" name="Oval 2566">
              <a:extLst>
                <a:ext uri="{FF2B5EF4-FFF2-40B4-BE49-F238E27FC236}">
                  <a16:creationId xmlns:a16="http://schemas.microsoft.com/office/drawing/2014/main" id="{F6039844-DDA5-9ED2-122C-BF5CFCBFD04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68" name="Group 2567">
            <a:extLst>
              <a:ext uri="{FF2B5EF4-FFF2-40B4-BE49-F238E27FC236}">
                <a16:creationId xmlns:a16="http://schemas.microsoft.com/office/drawing/2014/main" id="{E3B7DC58-F672-C5D7-2B6F-1E567C83A7A2}"/>
              </a:ext>
            </a:extLst>
          </p:cNvPr>
          <p:cNvGrpSpPr/>
          <p:nvPr/>
        </p:nvGrpSpPr>
        <p:grpSpPr>
          <a:xfrm rot="21588307">
            <a:off x="6567065" y="1805812"/>
            <a:ext cx="76198" cy="76198"/>
            <a:chOff x="3354375" y="4234433"/>
            <a:chExt cx="131191" cy="131191"/>
          </a:xfrm>
        </p:grpSpPr>
        <p:sp>
          <p:nvSpPr>
            <p:cNvPr id="2569" name="Oval 2568">
              <a:extLst>
                <a:ext uri="{FF2B5EF4-FFF2-40B4-BE49-F238E27FC236}">
                  <a16:creationId xmlns:a16="http://schemas.microsoft.com/office/drawing/2014/main" id="{D5C0663A-2EF3-26A1-5BB6-3434B3ECD08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70" name="Oval 2569">
              <a:extLst>
                <a:ext uri="{FF2B5EF4-FFF2-40B4-BE49-F238E27FC236}">
                  <a16:creationId xmlns:a16="http://schemas.microsoft.com/office/drawing/2014/main" id="{CD061A40-685E-5F76-68EA-DB1CBF9671E3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71" name="Group 2570">
            <a:extLst>
              <a:ext uri="{FF2B5EF4-FFF2-40B4-BE49-F238E27FC236}">
                <a16:creationId xmlns:a16="http://schemas.microsoft.com/office/drawing/2014/main" id="{36F5D75F-EAC0-C5B0-48AF-0679D5F65D01}"/>
              </a:ext>
            </a:extLst>
          </p:cNvPr>
          <p:cNvGrpSpPr/>
          <p:nvPr/>
        </p:nvGrpSpPr>
        <p:grpSpPr>
          <a:xfrm rot="21588307">
            <a:off x="6493406" y="2427398"/>
            <a:ext cx="76198" cy="76198"/>
            <a:chOff x="3354375" y="4234433"/>
            <a:chExt cx="131191" cy="131191"/>
          </a:xfrm>
        </p:grpSpPr>
        <p:sp>
          <p:nvSpPr>
            <p:cNvPr id="2572" name="Oval 2571">
              <a:extLst>
                <a:ext uri="{FF2B5EF4-FFF2-40B4-BE49-F238E27FC236}">
                  <a16:creationId xmlns:a16="http://schemas.microsoft.com/office/drawing/2014/main" id="{9712231B-8DE1-5311-39C5-0C7E9683A59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73" name="Oval 2572">
              <a:extLst>
                <a:ext uri="{FF2B5EF4-FFF2-40B4-BE49-F238E27FC236}">
                  <a16:creationId xmlns:a16="http://schemas.microsoft.com/office/drawing/2014/main" id="{503CCDAA-1E5E-BF44-5CCD-25CE0572349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74" name="Group 2573">
            <a:extLst>
              <a:ext uri="{FF2B5EF4-FFF2-40B4-BE49-F238E27FC236}">
                <a16:creationId xmlns:a16="http://schemas.microsoft.com/office/drawing/2014/main" id="{0628B645-F657-2679-9911-F5C6FD1CB305}"/>
              </a:ext>
            </a:extLst>
          </p:cNvPr>
          <p:cNvGrpSpPr/>
          <p:nvPr/>
        </p:nvGrpSpPr>
        <p:grpSpPr>
          <a:xfrm>
            <a:off x="5234904" y="2155751"/>
            <a:ext cx="76198" cy="76198"/>
            <a:chOff x="3354375" y="4234433"/>
            <a:chExt cx="131191" cy="131191"/>
          </a:xfrm>
        </p:grpSpPr>
        <p:sp>
          <p:nvSpPr>
            <p:cNvPr id="2575" name="Oval 2574">
              <a:extLst>
                <a:ext uri="{FF2B5EF4-FFF2-40B4-BE49-F238E27FC236}">
                  <a16:creationId xmlns:a16="http://schemas.microsoft.com/office/drawing/2014/main" id="{E68FBC8C-612D-5061-3CB6-145F7E245DA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76" name="Oval 2575">
              <a:extLst>
                <a:ext uri="{FF2B5EF4-FFF2-40B4-BE49-F238E27FC236}">
                  <a16:creationId xmlns:a16="http://schemas.microsoft.com/office/drawing/2014/main" id="{CDD59221-0CC6-0E69-17A2-4E4699C525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77" name="Group 2576">
            <a:extLst>
              <a:ext uri="{FF2B5EF4-FFF2-40B4-BE49-F238E27FC236}">
                <a16:creationId xmlns:a16="http://schemas.microsoft.com/office/drawing/2014/main" id="{E94FD626-DFBD-4F0B-8974-64236BAE0DD7}"/>
              </a:ext>
            </a:extLst>
          </p:cNvPr>
          <p:cNvGrpSpPr/>
          <p:nvPr/>
        </p:nvGrpSpPr>
        <p:grpSpPr>
          <a:xfrm rot="639845">
            <a:off x="7385526" y="938560"/>
            <a:ext cx="209043" cy="209043"/>
            <a:chOff x="3354375" y="4234433"/>
            <a:chExt cx="131191" cy="131191"/>
          </a:xfrm>
        </p:grpSpPr>
        <p:sp>
          <p:nvSpPr>
            <p:cNvPr id="2578" name="Oval 2577">
              <a:extLst>
                <a:ext uri="{FF2B5EF4-FFF2-40B4-BE49-F238E27FC236}">
                  <a16:creationId xmlns:a16="http://schemas.microsoft.com/office/drawing/2014/main" id="{64070268-73ED-91E9-704B-908F083D1D1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79" name="Oval 2578">
              <a:extLst>
                <a:ext uri="{FF2B5EF4-FFF2-40B4-BE49-F238E27FC236}">
                  <a16:creationId xmlns:a16="http://schemas.microsoft.com/office/drawing/2014/main" id="{BD27C44D-3E67-4224-652B-411F98269E7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80" name="Group 2579">
            <a:extLst>
              <a:ext uri="{FF2B5EF4-FFF2-40B4-BE49-F238E27FC236}">
                <a16:creationId xmlns:a16="http://schemas.microsoft.com/office/drawing/2014/main" id="{00D3C57D-EA9D-EB9D-69CC-DB95A98243F2}"/>
              </a:ext>
            </a:extLst>
          </p:cNvPr>
          <p:cNvGrpSpPr/>
          <p:nvPr/>
        </p:nvGrpSpPr>
        <p:grpSpPr>
          <a:xfrm rot="639845">
            <a:off x="8638507" y="1295322"/>
            <a:ext cx="209043" cy="209043"/>
            <a:chOff x="3354375" y="4234433"/>
            <a:chExt cx="131191" cy="131191"/>
          </a:xfrm>
        </p:grpSpPr>
        <p:sp>
          <p:nvSpPr>
            <p:cNvPr id="2581" name="Oval 2580">
              <a:extLst>
                <a:ext uri="{FF2B5EF4-FFF2-40B4-BE49-F238E27FC236}">
                  <a16:creationId xmlns:a16="http://schemas.microsoft.com/office/drawing/2014/main" id="{2EB9131F-508A-0AFA-E764-E28A0AC90EC0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2" name="Oval 2581">
              <a:extLst>
                <a:ext uri="{FF2B5EF4-FFF2-40B4-BE49-F238E27FC236}">
                  <a16:creationId xmlns:a16="http://schemas.microsoft.com/office/drawing/2014/main" id="{9F441E32-CC00-911B-8B72-B3D607C1431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86" name="Group 2585">
            <a:extLst>
              <a:ext uri="{FF2B5EF4-FFF2-40B4-BE49-F238E27FC236}">
                <a16:creationId xmlns:a16="http://schemas.microsoft.com/office/drawing/2014/main" id="{05C3D5F4-BB13-5793-BBFA-DD59958B815E}"/>
              </a:ext>
            </a:extLst>
          </p:cNvPr>
          <p:cNvGrpSpPr/>
          <p:nvPr/>
        </p:nvGrpSpPr>
        <p:grpSpPr>
          <a:xfrm rot="639845">
            <a:off x="7762207" y="896543"/>
            <a:ext cx="209043" cy="209043"/>
            <a:chOff x="3354375" y="4234433"/>
            <a:chExt cx="131191" cy="131191"/>
          </a:xfrm>
        </p:grpSpPr>
        <p:sp>
          <p:nvSpPr>
            <p:cNvPr id="2587" name="Oval 2586">
              <a:extLst>
                <a:ext uri="{FF2B5EF4-FFF2-40B4-BE49-F238E27FC236}">
                  <a16:creationId xmlns:a16="http://schemas.microsoft.com/office/drawing/2014/main" id="{25BD418D-684A-7648-D9B0-6B0C4C63B20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8" name="Oval 2587">
              <a:extLst>
                <a:ext uri="{FF2B5EF4-FFF2-40B4-BE49-F238E27FC236}">
                  <a16:creationId xmlns:a16="http://schemas.microsoft.com/office/drawing/2014/main" id="{B573BCDB-E30A-DF72-D114-38D5AB2E446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89" name="Group 2588">
            <a:extLst>
              <a:ext uri="{FF2B5EF4-FFF2-40B4-BE49-F238E27FC236}">
                <a16:creationId xmlns:a16="http://schemas.microsoft.com/office/drawing/2014/main" id="{0025DE16-301C-1D3B-3791-F3099C63C26F}"/>
              </a:ext>
            </a:extLst>
          </p:cNvPr>
          <p:cNvGrpSpPr/>
          <p:nvPr/>
        </p:nvGrpSpPr>
        <p:grpSpPr>
          <a:xfrm rot="639845">
            <a:off x="9512267" y="1429473"/>
            <a:ext cx="209043" cy="209043"/>
            <a:chOff x="3354375" y="4234433"/>
            <a:chExt cx="131191" cy="131191"/>
          </a:xfrm>
        </p:grpSpPr>
        <p:sp>
          <p:nvSpPr>
            <p:cNvPr id="2590" name="Oval 2589">
              <a:extLst>
                <a:ext uri="{FF2B5EF4-FFF2-40B4-BE49-F238E27FC236}">
                  <a16:creationId xmlns:a16="http://schemas.microsoft.com/office/drawing/2014/main" id="{2D78B6BC-6693-5D12-26DD-A2303E9BE5EC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  <p:sp>
          <p:nvSpPr>
            <p:cNvPr id="2591" name="Oval 2590">
              <a:extLst>
                <a:ext uri="{FF2B5EF4-FFF2-40B4-BE49-F238E27FC236}">
                  <a16:creationId xmlns:a16="http://schemas.microsoft.com/office/drawing/2014/main" id="{569A195B-FEB1-7A60-3E29-2ABA6D10BC65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/>
            </a:p>
          </p:txBody>
        </p:sp>
      </p:grpSp>
      <p:grpSp>
        <p:nvGrpSpPr>
          <p:cNvPr id="2592" name="Group 2591">
            <a:extLst>
              <a:ext uri="{FF2B5EF4-FFF2-40B4-BE49-F238E27FC236}">
                <a16:creationId xmlns:a16="http://schemas.microsoft.com/office/drawing/2014/main" id="{9C0472CE-6FFB-5D1C-1582-6126A5C60F56}"/>
              </a:ext>
            </a:extLst>
          </p:cNvPr>
          <p:cNvGrpSpPr/>
          <p:nvPr/>
        </p:nvGrpSpPr>
        <p:grpSpPr>
          <a:xfrm rot="639845">
            <a:off x="8784573" y="2376618"/>
            <a:ext cx="209043" cy="209043"/>
            <a:chOff x="3354375" y="4234433"/>
            <a:chExt cx="131191" cy="131191"/>
          </a:xfrm>
        </p:grpSpPr>
        <p:sp>
          <p:nvSpPr>
            <p:cNvPr id="2593" name="Oval 2592">
              <a:extLst>
                <a:ext uri="{FF2B5EF4-FFF2-40B4-BE49-F238E27FC236}">
                  <a16:creationId xmlns:a16="http://schemas.microsoft.com/office/drawing/2014/main" id="{278E27B3-BC94-A407-F83D-DFDA46D528A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4" name="Oval 2593">
              <a:extLst>
                <a:ext uri="{FF2B5EF4-FFF2-40B4-BE49-F238E27FC236}">
                  <a16:creationId xmlns:a16="http://schemas.microsoft.com/office/drawing/2014/main" id="{228EE86E-308E-2580-149C-08FB4FD0CFC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95" name="Group 2594">
            <a:extLst>
              <a:ext uri="{FF2B5EF4-FFF2-40B4-BE49-F238E27FC236}">
                <a16:creationId xmlns:a16="http://schemas.microsoft.com/office/drawing/2014/main" id="{EDEBCD40-F3A3-C1D8-ED5F-92F1A492BAE9}"/>
              </a:ext>
            </a:extLst>
          </p:cNvPr>
          <p:cNvGrpSpPr/>
          <p:nvPr/>
        </p:nvGrpSpPr>
        <p:grpSpPr>
          <a:xfrm rot="639845">
            <a:off x="11265119" y="2807529"/>
            <a:ext cx="209043" cy="209043"/>
            <a:chOff x="3354375" y="4234433"/>
            <a:chExt cx="131191" cy="131191"/>
          </a:xfrm>
        </p:grpSpPr>
        <p:sp>
          <p:nvSpPr>
            <p:cNvPr id="2596" name="Oval 2595">
              <a:extLst>
                <a:ext uri="{FF2B5EF4-FFF2-40B4-BE49-F238E27FC236}">
                  <a16:creationId xmlns:a16="http://schemas.microsoft.com/office/drawing/2014/main" id="{850EA74E-FCBB-2CF7-1F77-47072F2CCFFA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97" name="Oval 2596">
              <a:extLst>
                <a:ext uri="{FF2B5EF4-FFF2-40B4-BE49-F238E27FC236}">
                  <a16:creationId xmlns:a16="http://schemas.microsoft.com/office/drawing/2014/main" id="{EEF51F35-E763-B4CB-4568-7ED50253B94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598" name="Group 2597">
            <a:extLst>
              <a:ext uri="{FF2B5EF4-FFF2-40B4-BE49-F238E27FC236}">
                <a16:creationId xmlns:a16="http://schemas.microsoft.com/office/drawing/2014/main" id="{A8EE38D6-5BAD-9073-AC52-3E089A16A4B3}"/>
              </a:ext>
            </a:extLst>
          </p:cNvPr>
          <p:cNvGrpSpPr/>
          <p:nvPr/>
        </p:nvGrpSpPr>
        <p:grpSpPr>
          <a:xfrm rot="639845">
            <a:off x="7090377" y="651082"/>
            <a:ext cx="209043" cy="209043"/>
            <a:chOff x="3354375" y="4234433"/>
            <a:chExt cx="131191" cy="131191"/>
          </a:xfrm>
        </p:grpSpPr>
        <p:sp>
          <p:nvSpPr>
            <p:cNvPr id="2599" name="Oval 2598">
              <a:extLst>
                <a:ext uri="{FF2B5EF4-FFF2-40B4-BE49-F238E27FC236}">
                  <a16:creationId xmlns:a16="http://schemas.microsoft.com/office/drawing/2014/main" id="{9FB34575-0A89-1F2B-4FBF-7884E1BAE6D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0" name="Oval 2599">
              <a:extLst>
                <a:ext uri="{FF2B5EF4-FFF2-40B4-BE49-F238E27FC236}">
                  <a16:creationId xmlns:a16="http://schemas.microsoft.com/office/drawing/2014/main" id="{FDF81466-9CB8-ABAF-9CD4-3EA6158FF7BB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01" name="Group 2600">
            <a:extLst>
              <a:ext uri="{FF2B5EF4-FFF2-40B4-BE49-F238E27FC236}">
                <a16:creationId xmlns:a16="http://schemas.microsoft.com/office/drawing/2014/main" id="{BB569C86-17EE-1B60-BDFF-D26F6E082012}"/>
              </a:ext>
            </a:extLst>
          </p:cNvPr>
          <p:cNvGrpSpPr/>
          <p:nvPr/>
        </p:nvGrpSpPr>
        <p:grpSpPr>
          <a:xfrm rot="639845">
            <a:off x="7377634" y="591895"/>
            <a:ext cx="209043" cy="209043"/>
            <a:chOff x="3354375" y="4234433"/>
            <a:chExt cx="131191" cy="131191"/>
          </a:xfrm>
        </p:grpSpPr>
        <p:sp>
          <p:nvSpPr>
            <p:cNvPr id="2602" name="Oval 2601">
              <a:extLst>
                <a:ext uri="{FF2B5EF4-FFF2-40B4-BE49-F238E27FC236}">
                  <a16:creationId xmlns:a16="http://schemas.microsoft.com/office/drawing/2014/main" id="{96F70D6F-7A1A-5A28-86E0-E846039926E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3" name="Oval 2602">
              <a:extLst>
                <a:ext uri="{FF2B5EF4-FFF2-40B4-BE49-F238E27FC236}">
                  <a16:creationId xmlns:a16="http://schemas.microsoft.com/office/drawing/2014/main" id="{8E80471C-08E9-4388-1B58-51162122B609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04" name="Group 2603">
            <a:extLst>
              <a:ext uri="{FF2B5EF4-FFF2-40B4-BE49-F238E27FC236}">
                <a16:creationId xmlns:a16="http://schemas.microsoft.com/office/drawing/2014/main" id="{3D1564D6-FA7B-145F-D35C-10602599068B}"/>
              </a:ext>
            </a:extLst>
          </p:cNvPr>
          <p:cNvGrpSpPr/>
          <p:nvPr/>
        </p:nvGrpSpPr>
        <p:grpSpPr>
          <a:xfrm>
            <a:off x="7384038" y="818719"/>
            <a:ext cx="117664" cy="117664"/>
            <a:chOff x="3354375" y="4234433"/>
            <a:chExt cx="131191" cy="131191"/>
          </a:xfrm>
        </p:grpSpPr>
        <p:sp>
          <p:nvSpPr>
            <p:cNvPr id="2605" name="Oval 2604">
              <a:extLst>
                <a:ext uri="{FF2B5EF4-FFF2-40B4-BE49-F238E27FC236}">
                  <a16:creationId xmlns:a16="http://schemas.microsoft.com/office/drawing/2014/main" id="{B0E1D2AC-EC2A-2389-7D13-E38C27561FE1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6" name="Oval 2605">
              <a:extLst>
                <a:ext uri="{FF2B5EF4-FFF2-40B4-BE49-F238E27FC236}">
                  <a16:creationId xmlns:a16="http://schemas.microsoft.com/office/drawing/2014/main" id="{46E1E3CF-9E8B-85F2-0F17-1347EF15B4B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07" name="Group 2606">
            <a:extLst>
              <a:ext uri="{FF2B5EF4-FFF2-40B4-BE49-F238E27FC236}">
                <a16:creationId xmlns:a16="http://schemas.microsoft.com/office/drawing/2014/main" id="{ECB40EF1-723C-17EE-E045-C512E3E8FCAC}"/>
              </a:ext>
            </a:extLst>
          </p:cNvPr>
          <p:cNvGrpSpPr/>
          <p:nvPr/>
        </p:nvGrpSpPr>
        <p:grpSpPr>
          <a:xfrm>
            <a:off x="7529920" y="1119709"/>
            <a:ext cx="117664" cy="117664"/>
            <a:chOff x="3354375" y="4234433"/>
            <a:chExt cx="131191" cy="131191"/>
          </a:xfrm>
        </p:grpSpPr>
        <p:sp>
          <p:nvSpPr>
            <p:cNvPr id="2608" name="Oval 2607">
              <a:extLst>
                <a:ext uri="{FF2B5EF4-FFF2-40B4-BE49-F238E27FC236}">
                  <a16:creationId xmlns:a16="http://schemas.microsoft.com/office/drawing/2014/main" id="{146EE9D3-AD63-97C5-B533-7C7BB12875E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09" name="Oval 2608">
              <a:extLst>
                <a:ext uri="{FF2B5EF4-FFF2-40B4-BE49-F238E27FC236}">
                  <a16:creationId xmlns:a16="http://schemas.microsoft.com/office/drawing/2014/main" id="{89FC83F4-B7DD-AA1E-52CB-057D976CA4CD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10" name="Group 2609">
            <a:extLst>
              <a:ext uri="{FF2B5EF4-FFF2-40B4-BE49-F238E27FC236}">
                <a16:creationId xmlns:a16="http://schemas.microsoft.com/office/drawing/2014/main" id="{D878FC82-EF40-BCD9-FEFA-95F4955F6C30}"/>
              </a:ext>
            </a:extLst>
          </p:cNvPr>
          <p:cNvGrpSpPr/>
          <p:nvPr/>
        </p:nvGrpSpPr>
        <p:grpSpPr>
          <a:xfrm>
            <a:off x="7107010" y="1518334"/>
            <a:ext cx="117664" cy="117664"/>
            <a:chOff x="3354375" y="4234433"/>
            <a:chExt cx="131191" cy="131191"/>
          </a:xfrm>
        </p:grpSpPr>
        <p:sp>
          <p:nvSpPr>
            <p:cNvPr id="2611" name="Oval 2610">
              <a:extLst>
                <a:ext uri="{FF2B5EF4-FFF2-40B4-BE49-F238E27FC236}">
                  <a16:creationId xmlns:a16="http://schemas.microsoft.com/office/drawing/2014/main" id="{A7B750CC-635A-54FB-D5B8-E1BDF4F61DF3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2" name="Oval 2611">
              <a:extLst>
                <a:ext uri="{FF2B5EF4-FFF2-40B4-BE49-F238E27FC236}">
                  <a16:creationId xmlns:a16="http://schemas.microsoft.com/office/drawing/2014/main" id="{04A3504D-4EDC-CB6C-2D5D-9D2161B75907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13" name="Group 2612">
            <a:extLst>
              <a:ext uri="{FF2B5EF4-FFF2-40B4-BE49-F238E27FC236}">
                <a16:creationId xmlns:a16="http://schemas.microsoft.com/office/drawing/2014/main" id="{9397A3A5-C138-4C20-47A3-1DC47757F3AF}"/>
              </a:ext>
            </a:extLst>
          </p:cNvPr>
          <p:cNvGrpSpPr/>
          <p:nvPr/>
        </p:nvGrpSpPr>
        <p:grpSpPr>
          <a:xfrm rot="21588307">
            <a:off x="6562737" y="1914972"/>
            <a:ext cx="76198" cy="76198"/>
            <a:chOff x="3354375" y="4234433"/>
            <a:chExt cx="131191" cy="131191"/>
          </a:xfrm>
        </p:grpSpPr>
        <p:sp>
          <p:nvSpPr>
            <p:cNvPr id="2614" name="Oval 2613">
              <a:extLst>
                <a:ext uri="{FF2B5EF4-FFF2-40B4-BE49-F238E27FC236}">
                  <a16:creationId xmlns:a16="http://schemas.microsoft.com/office/drawing/2014/main" id="{7DD2689D-5599-2AD4-34E3-B5D356DEFA46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5" name="Oval 2614">
              <a:extLst>
                <a:ext uri="{FF2B5EF4-FFF2-40B4-BE49-F238E27FC236}">
                  <a16:creationId xmlns:a16="http://schemas.microsoft.com/office/drawing/2014/main" id="{59E91116-F60D-10D1-C1A6-39032D96D0BF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16" name="Group 2615">
            <a:extLst>
              <a:ext uri="{FF2B5EF4-FFF2-40B4-BE49-F238E27FC236}">
                <a16:creationId xmlns:a16="http://schemas.microsoft.com/office/drawing/2014/main" id="{42678595-B3E2-6F62-25C4-4F3C20B55BB3}"/>
              </a:ext>
            </a:extLst>
          </p:cNvPr>
          <p:cNvGrpSpPr/>
          <p:nvPr/>
        </p:nvGrpSpPr>
        <p:grpSpPr>
          <a:xfrm rot="21588307">
            <a:off x="6948138" y="1669957"/>
            <a:ext cx="76198" cy="76198"/>
            <a:chOff x="3354375" y="4234433"/>
            <a:chExt cx="131191" cy="131191"/>
          </a:xfrm>
        </p:grpSpPr>
        <p:sp>
          <p:nvSpPr>
            <p:cNvPr id="2617" name="Oval 2616">
              <a:extLst>
                <a:ext uri="{FF2B5EF4-FFF2-40B4-BE49-F238E27FC236}">
                  <a16:creationId xmlns:a16="http://schemas.microsoft.com/office/drawing/2014/main" id="{2973ABEF-1C59-C59C-1D77-56FA8D01076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18" name="Oval 2617">
              <a:extLst>
                <a:ext uri="{FF2B5EF4-FFF2-40B4-BE49-F238E27FC236}">
                  <a16:creationId xmlns:a16="http://schemas.microsoft.com/office/drawing/2014/main" id="{52364B9A-450F-90DF-85D7-6A4DFE431436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19" name="Group 2618">
            <a:extLst>
              <a:ext uri="{FF2B5EF4-FFF2-40B4-BE49-F238E27FC236}">
                <a16:creationId xmlns:a16="http://schemas.microsoft.com/office/drawing/2014/main" id="{99719AC9-7023-65DA-6219-2E8DA548203E}"/>
              </a:ext>
            </a:extLst>
          </p:cNvPr>
          <p:cNvGrpSpPr/>
          <p:nvPr/>
        </p:nvGrpSpPr>
        <p:grpSpPr>
          <a:xfrm>
            <a:off x="7524840" y="1467467"/>
            <a:ext cx="117664" cy="117664"/>
            <a:chOff x="3354375" y="4234433"/>
            <a:chExt cx="131191" cy="131191"/>
          </a:xfrm>
        </p:grpSpPr>
        <p:sp>
          <p:nvSpPr>
            <p:cNvPr id="2620" name="Oval 2619">
              <a:extLst>
                <a:ext uri="{FF2B5EF4-FFF2-40B4-BE49-F238E27FC236}">
                  <a16:creationId xmlns:a16="http://schemas.microsoft.com/office/drawing/2014/main" id="{4F239A29-9620-742C-D40B-6D0E26736222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1" name="Oval 2620">
              <a:extLst>
                <a:ext uri="{FF2B5EF4-FFF2-40B4-BE49-F238E27FC236}">
                  <a16:creationId xmlns:a16="http://schemas.microsoft.com/office/drawing/2014/main" id="{497A4977-EBA0-5ED3-1B01-0866B9F201E4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22" name="Group 2621">
            <a:extLst>
              <a:ext uri="{FF2B5EF4-FFF2-40B4-BE49-F238E27FC236}">
                <a16:creationId xmlns:a16="http://schemas.microsoft.com/office/drawing/2014/main" id="{78A85CC8-5EF5-04D1-CD9A-72D4C5FCAF8E}"/>
              </a:ext>
            </a:extLst>
          </p:cNvPr>
          <p:cNvGrpSpPr/>
          <p:nvPr/>
        </p:nvGrpSpPr>
        <p:grpSpPr>
          <a:xfrm>
            <a:off x="8203244" y="2442662"/>
            <a:ext cx="117664" cy="117664"/>
            <a:chOff x="3354375" y="4234433"/>
            <a:chExt cx="131191" cy="131191"/>
          </a:xfrm>
        </p:grpSpPr>
        <p:sp>
          <p:nvSpPr>
            <p:cNvPr id="2623" name="Oval 2622">
              <a:extLst>
                <a:ext uri="{FF2B5EF4-FFF2-40B4-BE49-F238E27FC236}">
                  <a16:creationId xmlns:a16="http://schemas.microsoft.com/office/drawing/2014/main" id="{3F0D89DE-4426-A7F3-6C83-979E928F95D8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4" name="Oval 2623">
              <a:extLst>
                <a:ext uri="{FF2B5EF4-FFF2-40B4-BE49-F238E27FC236}">
                  <a16:creationId xmlns:a16="http://schemas.microsoft.com/office/drawing/2014/main" id="{E4E135D5-FCF8-DA81-7758-FDAC9C0BBA2C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25" name="Group 2624">
            <a:extLst>
              <a:ext uri="{FF2B5EF4-FFF2-40B4-BE49-F238E27FC236}">
                <a16:creationId xmlns:a16="http://schemas.microsoft.com/office/drawing/2014/main" id="{8568CCD3-FE8E-C2AD-69BE-D3DEE1B0DA76}"/>
              </a:ext>
            </a:extLst>
          </p:cNvPr>
          <p:cNvGrpSpPr/>
          <p:nvPr/>
        </p:nvGrpSpPr>
        <p:grpSpPr>
          <a:xfrm>
            <a:off x="8637392" y="2568869"/>
            <a:ext cx="117664" cy="117664"/>
            <a:chOff x="3354375" y="4234433"/>
            <a:chExt cx="131191" cy="131191"/>
          </a:xfrm>
        </p:grpSpPr>
        <p:sp>
          <p:nvSpPr>
            <p:cNvPr id="2626" name="Oval 2625">
              <a:extLst>
                <a:ext uri="{FF2B5EF4-FFF2-40B4-BE49-F238E27FC236}">
                  <a16:creationId xmlns:a16="http://schemas.microsoft.com/office/drawing/2014/main" id="{A99C00FD-F8AA-007A-7FD0-C2A2BA8240A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27" name="Oval 2626">
              <a:extLst>
                <a:ext uri="{FF2B5EF4-FFF2-40B4-BE49-F238E27FC236}">
                  <a16:creationId xmlns:a16="http://schemas.microsoft.com/office/drawing/2014/main" id="{B7989575-7301-8DE2-BC24-53DA93B22770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628" name="Group 2627">
            <a:extLst>
              <a:ext uri="{FF2B5EF4-FFF2-40B4-BE49-F238E27FC236}">
                <a16:creationId xmlns:a16="http://schemas.microsoft.com/office/drawing/2014/main" id="{B6F2F7A7-9BDA-E4FE-6825-72D272C9DCF8}"/>
              </a:ext>
            </a:extLst>
          </p:cNvPr>
          <p:cNvGrpSpPr/>
          <p:nvPr/>
        </p:nvGrpSpPr>
        <p:grpSpPr>
          <a:xfrm>
            <a:off x="8123752" y="2540634"/>
            <a:ext cx="76198" cy="76198"/>
            <a:chOff x="3354375" y="4234433"/>
            <a:chExt cx="131191" cy="131191"/>
          </a:xfrm>
        </p:grpSpPr>
        <p:sp>
          <p:nvSpPr>
            <p:cNvPr id="2629" name="Oval 2628">
              <a:extLst>
                <a:ext uri="{FF2B5EF4-FFF2-40B4-BE49-F238E27FC236}">
                  <a16:creationId xmlns:a16="http://schemas.microsoft.com/office/drawing/2014/main" id="{AA5800A5-9D0A-E816-0207-89DD7CE35BD5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0" name="Oval 2629">
              <a:extLst>
                <a:ext uri="{FF2B5EF4-FFF2-40B4-BE49-F238E27FC236}">
                  <a16:creationId xmlns:a16="http://schemas.microsoft.com/office/drawing/2014/main" id="{9BDBCB18-F3DF-B542-F252-4BF5967EEFB2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31" name="Group 2630">
            <a:extLst>
              <a:ext uri="{FF2B5EF4-FFF2-40B4-BE49-F238E27FC236}">
                <a16:creationId xmlns:a16="http://schemas.microsoft.com/office/drawing/2014/main" id="{9E62E4C4-B5AD-F171-4478-662455FBF2D4}"/>
              </a:ext>
            </a:extLst>
          </p:cNvPr>
          <p:cNvGrpSpPr/>
          <p:nvPr/>
        </p:nvGrpSpPr>
        <p:grpSpPr>
          <a:xfrm>
            <a:off x="9005558" y="2496355"/>
            <a:ext cx="76198" cy="76198"/>
            <a:chOff x="3354375" y="4234433"/>
            <a:chExt cx="131191" cy="131191"/>
          </a:xfrm>
        </p:grpSpPr>
        <p:sp>
          <p:nvSpPr>
            <p:cNvPr id="2632" name="Oval 2631">
              <a:extLst>
                <a:ext uri="{FF2B5EF4-FFF2-40B4-BE49-F238E27FC236}">
                  <a16:creationId xmlns:a16="http://schemas.microsoft.com/office/drawing/2014/main" id="{23233652-A20F-95EA-C905-4C0866B5FB07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3" name="Oval 2632">
              <a:extLst>
                <a:ext uri="{FF2B5EF4-FFF2-40B4-BE49-F238E27FC236}">
                  <a16:creationId xmlns:a16="http://schemas.microsoft.com/office/drawing/2014/main" id="{828C4431-7EE8-9FC6-70CB-D85DD735F67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34" name="Group 2633">
            <a:extLst>
              <a:ext uri="{FF2B5EF4-FFF2-40B4-BE49-F238E27FC236}">
                <a16:creationId xmlns:a16="http://schemas.microsoft.com/office/drawing/2014/main" id="{7730E6E5-E7D4-6069-E48C-E4CAEC29846C}"/>
              </a:ext>
            </a:extLst>
          </p:cNvPr>
          <p:cNvGrpSpPr/>
          <p:nvPr/>
        </p:nvGrpSpPr>
        <p:grpSpPr>
          <a:xfrm>
            <a:off x="9191634" y="2527001"/>
            <a:ext cx="76198" cy="76198"/>
            <a:chOff x="3354375" y="4234433"/>
            <a:chExt cx="131191" cy="131191"/>
          </a:xfrm>
        </p:grpSpPr>
        <p:sp>
          <p:nvSpPr>
            <p:cNvPr id="2635" name="Oval 2634">
              <a:extLst>
                <a:ext uri="{FF2B5EF4-FFF2-40B4-BE49-F238E27FC236}">
                  <a16:creationId xmlns:a16="http://schemas.microsoft.com/office/drawing/2014/main" id="{23F5F93F-C644-B29D-15C5-6B820BB783B4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6" name="Oval 2635">
              <a:extLst>
                <a:ext uri="{FF2B5EF4-FFF2-40B4-BE49-F238E27FC236}">
                  <a16:creationId xmlns:a16="http://schemas.microsoft.com/office/drawing/2014/main" id="{88B9266C-2FB2-2A2F-5BFB-F5A42ACFEDB8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637" name="Group 2636">
            <a:extLst>
              <a:ext uri="{FF2B5EF4-FFF2-40B4-BE49-F238E27FC236}">
                <a16:creationId xmlns:a16="http://schemas.microsoft.com/office/drawing/2014/main" id="{DEA7061D-2C9F-A1D7-9EBF-060ABCE9A51F}"/>
              </a:ext>
            </a:extLst>
          </p:cNvPr>
          <p:cNvGrpSpPr/>
          <p:nvPr/>
        </p:nvGrpSpPr>
        <p:grpSpPr>
          <a:xfrm rot="21588307">
            <a:off x="8208459" y="1956031"/>
            <a:ext cx="76198" cy="76198"/>
            <a:chOff x="3354375" y="4234433"/>
            <a:chExt cx="131191" cy="131191"/>
          </a:xfrm>
        </p:grpSpPr>
        <p:sp>
          <p:nvSpPr>
            <p:cNvPr id="2638" name="Oval 2637">
              <a:extLst>
                <a:ext uri="{FF2B5EF4-FFF2-40B4-BE49-F238E27FC236}">
                  <a16:creationId xmlns:a16="http://schemas.microsoft.com/office/drawing/2014/main" id="{B1F9B7E4-6068-5973-9030-031DF9310B7F}"/>
                </a:ext>
              </a:extLst>
            </p:cNvPr>
            <p:cNvSpPr/>
            <p:nvPr/>
          </p:nvSpPr>
          <p:spPr>
            <a:xfrm>
              <a:off x="3354375" y="4234433"/>
              <a:ext cx="131191" cy="131191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9" name="Oval 2638">
              <a:extLst>
                <a:ext uri="{FF2B5EF4-FFF2-40B4-BE49-F238E27FC236}">
                  <a16:creationId xmlns:a16="http://schemas.microsoft.com/office/drawing/2014/main" id="{09612C93-DFA1-971B-6BEC-0C8345F082D1}"/>
                </a:ext>
              </a:extLst>
            </p:cNvPr>
            <p:cNvSpPr/>
            <p:nvPr/>
          </p:nvSpPr>
          <p:spPr>
            <a:xfrm>
              <a:off x="3380379" y="4244135"/>
              <a:ext cx="91527" cy="9152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639995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laser beam&#10;&#10;AI-generated content may be incorrect.">
            <a:extLst>
              <a:ext uri="{FF2B5EF4-FFF2-40B4-BE49-F238E27FC236}">
                <a16:creationId xmlns:a16="http://schemas.microsoft.com/office/drawing/2014/main" id="{673422FB-1B32-8B16-8861-343602DEBB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81" y="953809"/>
            <a:ext cx="10120237" cy="495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63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0" name="Group 279">
            <a:extLst>
              <a:ext uri="{FF2B5EF4-FFF2-40B4-BE49-F238E27FC236}">
                <a16:creationId xmlns:a16="http://schemas.microsoft.com/office/drawing/2014/main" id="{A5D6D16A-4B7B-5567-1978-2C0A24D4B95E}"/>
              </a:ext>
            </a:extLst>
          </p:cNvPr>
          <p:cNvGrpSpPr/>
          <p:nvPr/>
        </p:nvGrpSpPr>
        <p:grpSpPr>
          <a:xfrm>
            <a:off x="1150423" y="2324687"/>
            <a:ext cx="3862685" cy="2660250"/>
            <a:chOff x="1324579" y="2139011"/>
            <a:chExt cx="3862685" cy="2660250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63988E4F-F251-E0EF-6A8F-9FFB717DE760}"/>
                </a:ext>
              </a:extLst>
            </p:cNvPr>
            <p:cNvGrpSpPr/>
            <p:nvPr/>
          </p:nvGrpSpPr>
          <p:grpSpPr>
            <a:xfrm>
              <a:off x="1324579" y="2139011"/>
              <a:ext cx="3862685" cy="2660250"/>
              <a:chOff x="1977707" y="2670544"/>
              <a:chExt cx="3862685" cy="2660250"/>
            </a:xfrm>
          </p:grpSpPr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6501BDFC-8ACF-36B5-DFED-218D2DF9ABD9}"/>
                  </a:ext>
                </a:extLst>
              </p:cNvPr>
              <p:cNvSpPr/>
              <p:nvPr/>
            </p:nvSpPr>
            <p:spPr>
              <a:xfrm>
                <a:off x="1977707" y="3686722"/>
                <a:ext cx="3862685" cy="164407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961B2429-2A03-AC53-5D73-D682C0038F23}"/>
                  </a:ext>
                </a:extLst>
              </p:cNvPr>
              <p:cNvGrpSpPr/>
              <p:nvPr/>
            </p:nvGrpSpPr>
            <p:grpSpPr>
              <a:xfrm>
                <a:off x="3713144" y="2670544"/>
                <a:ext cx="1337110" cy="2033101"/>
                <a:chOff x="2054944" y="1446833"/>
                <a:chExt cx="1337110" cy="2033101"/>
              </a:xfrm>
            </p:grpSpPr>
            <p:sp>
              <p:nvSpPr>
                <p:cNvPr id="200" name="Arc 199">
                  <a:extLst>
                    <a:ext uri="{FF2B5EF4-FFF2-40B4-BE49-F238E27FC236}">
                      <a16:creationId xmlns:a16="http://schemas.microsoft.com/office/drawing/2014/main" id="{8AA931E4-7B8B-40FB-4649-D079B0046AE8}"/>
                    </a:ext>
                  </a:extLst>
                </p:cNvPr>
                <p:cNvSpPr/>
                <p:nvPr/>
              </p:nvSpPr>
              <p:spPr>
                <a:xfrm flipV="1">
                  <a:off x="2054944" y="1446833"/>
                  <a:ext cx="1337110" cy="2033101"/>
                </a:xfrm>
                <a:prstGeom prst="arc">
                  <a:avLst>
                    <a:gd name="adj1" fmla="val 10741240"/>
                    <a:gd name="adj2" fmla="val 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01" name="Arc 200">
                  <a:extLst>
                    <a:ext uri="{FF2B5EF4-FFF2-40B4-BE49-F238E27FC236}">
                      <a16:creationId xmlns:a16="http://schemas.microsoft.com/office/drawing/2014/main" id="{A466E9E3-FD11-1C1A-1B37-D5A3D52420C2}"/>
                    </a:ext>
                  </a:extLst>
                </p:cNvPr>
                <p:cNvSpPr/>
                <p:nvPr/>
              </p:nvSpPr>
              <p:spPr>
                <a:xfrm>
                  <a:off x="2054944" y="1965767"/>
                  <a:ext cx="1337110" cy="1089947"/>
                </a:xfrm>
                <a:prstGeom prst="arc">
                  <a:avLst>
                    <a:gd name="adj1" fmla="val 10741240"/>
                    <a:gd name="adj2" fmla="val 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7130251F-44C3-4671-B74B-6FEA73FDC36A}"/>
                  </a:ext>
                </a:extLst>
              </p:cNvPr>
              <p:cNvSpPr/>
              <p:nvPr/>
            </p:nvSpPr>
            <p:spPr>
              <a:xfrm>
                <a:off x="5063843" y="3403285"/>
                <a:ext cx="270770" cy="27734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grpSp>
            <p:nvGrpSpPr>
              <p:cNvPr id="242" name="Group 241">
                <a:extLst>
                  <a:ext uri="{FF2B5EF4-FFF2-40B4-BE49-F238E27FC236}">
                    <a16:creationId xmlns:a16="http://schemas.microsoft.com/office/drawing/2014/main" id="{36F3F69D-05EA-0F68-013F-4BCE397C22BE}"/>
                  </a:ext>
                </a:extLst>
              </p:cNvPr>
              <p:cNvGrpSpPr/>
              <p:nvPr/>
            </p:nvGrpSpPr>
            <p:grpSpPr>
              <a:xfrm>
                <a:off x="1977707" y="3203188"/>
                <a:ext cx="949930" cy="451624"/>
                <a:chOff x="2958615" y="3202901"/>
                <a:chExt cx="949930" cy="451624"/>
              </a:xfrm>
            </p:grpSpPr>
            <p:sp>
              <p:nvSpPr>
                <p:cNvPr id="222" name="Oval 221">
                  <a:extLst>
                    <a:ext uri="{FF2B5EF4-FFF2-40B4-BE49-F238E27FC236}">
                      <a16:creationId xmlns:a16="http://schemas.microsoft.com/office/drawing/2014/main" id="{0FEA4697-F6CD-5447-9B9A-1132A09D599C}"/>
                    </a:ext>
                  </a:extLst>
                </p:cNvPr>
                <p:cNvSpPr/>
                <p:nvPr/>
              </p:nvSpPr>
              <p:spPr>
                <a:xfrm>
                  <a:off x="2962021" y="3459453"/>
                  <a:ext cx="195072" cy="195072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3" name="Oval 222">
                  <a:extLst>
                    <a:ext uri="{FF2B5EF4-FFF2-40B4-BE49-F238E27FC236}">
                      <a16:creationId xmlns:a16="http://schemas.microsoft.com/office/drawing/2014/main" id="{7A11AEAF-0DC4-9A0A-1826-C106CD442C5A}"/>
                    </a:ext>
                  </a:extLst>
                </p:cNvPr>
                <p:cNvSpPr/>
                <p:nvPr/>
              </p:nvSpPr>
              <p:spPr>
                <a:xfrm>
                  <a:off x="3176778" y="3377184"/>
                  <a:ext cx="270770" cy="2773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4" name="Oval 223">
                  <a:extLst>
                    <a:ext uri="{FF2B5EF4-FFF2-40B4-BE49-F238E27FC236}">
                      <a16:creationId xmlns:a16="http://schemas.microsoft.com/office/drawing/2014/main" id="{A58BE2D1-A357-19AD-6163-D5225A241392}"/>
                    </a:ext>
                  </a:extLst>
                </p:cNvPr>
                <p:cNvSpPr/>
                <p:nvPr/>
              </p:nvSpPr>
              <p:spPr>
                <a:xfrm>
                  <a:off x="3471351" y="3233095"/>
                  <a:ext cx="270770" cy="277341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7" name="Oval 226">
                  <a:extLst>
                    <a:ext uri="{FF2B5EF4-FFF2-40B4-BE49-F238E27FC236}">
                      <a16:creationId xmlns:a16="http://schemas.microsoft.com/office/drawing/2014/main" id="{614C66DE-39AD-1DD6-E1E6-FDE59788B8C2}"/>
                    </a:ext>
                  </a:extLst>
                </p:cNvPr>
                <p:cNvSpPr/>
                <p:nvPr/>
              </p:nvSpPr>
              <p:spPr>
                <a:xfrm>
                  <a:off x="3471352" y="3509078"/>
                  <a:ext cx="124168" cy="145447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8" name="Oval 227">
                  <a:extLst>
                    <a:ext uri="{FF2B5EF4-FFF2-40B4-BE49-F238E27FC236}">
                      <a16:creationId xmlns:a16="http://schemas.microsoft.com/office/drawing/2014/main" id="{1211E7FE-D1E1-1119-6F32-D312AD0A4B63}"/>
                    </a:ext>
                  </a:extLst>
                </p:cNvPr>
                <p:cNvSpPr/>
                <p:nvPr/>
              </p:nvSpPr>
              <p:spPr>
                <a:xfrm>
                  <a:off x="2958615" y="3219026"/>
                  <a:ext cx="241772" cy="221388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29" name="Oval 228">
                  <a:extLst>
                    <a:ext uri="{FF2B5EF4-FFF2-40B4-BE49-F238E27FC236}">
                      <a16:creationId xmlns:a16="http://schemas.microsoft.com/office/drawing/2014/main" id="{8E6E5946-A32D-4F0D-22CC-66B895F2A936}"/>
                    </a:ext>
                  </a:extLst>
                </p:cNvPr>
                <p:cNvSpPr/>
                <p:nvPr/>
              </p:nvSpPr>
              <p:spPr>
                <a:xfrm>
                  <a:off x="3224211" y="3217969"/>
                  <a:ext cx="160556" cy="1470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30" name="Oval 229">
                  <a:extLst>
                    <a:ext uri="{FF2B5EF4-FFF2-40B4-BE49-F238E27FC236}">
                      <a16:creationId xmlns:a16="http://schemas.microsoft.com/office/drawing/2014/main" id="{164D68EA-3DFC-70F0-BA28-FD67E7C0D0D0}"/>
                    </a:ext>
                  </a:extLst>
                </p:cNvPr>
                <p:cNvSpPr/>
                <p:nvPr/>
              </p:nvSpPr>
              <p:spPr>
                <a:xfrm>
                  <a:off x="3747989" y="3202901"/>
                  <a:ext cx="160556" cy="147019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74CFEA83-FCE6-0EC8-27BF-3A8D69025D81}"/>
                  </a:ext>
                </a:extLst>
              </p:cNvPr>
              <p:cNvSpPr/>
              <p:nvPr/>
            </p:nvSpPr>
            <p:spPr>
              <a:xfrm>
                <a:off x="4955320" y="3291081"/>
                <a:ext cx="160556" cy="1470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D5A10BA7-9821-2323-2A74-1E93201FE37C}"/>
                  </a:ext>
                </a:extLst>
              </p:cNvPr>
              <p:cNvSpPr/>
              <p:nvPr/>
            </p:nvSpPr>
            <p:spPr>
              <a:xfrm>
                <a:off x="5342674" y="3473924"/>
                <a:ext cx="195072" cy="195072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F185910B-6286-DFE0-EAC6-4B2038C2B2C2}"/>
                  </a:ext>
                </a:extLst>
              </p:cNvPr>
              <p:cNvSpPr/>
              <p:nvPr/>
            </p:nvSpPr>
            <p:spPr>
              <a:xfrm>
                <a:off x="5545239" y="3391655"/>
                <a:ext cx="270770" cy="277341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F0A89238-CBA5-8CFA-031E-5C4F4FD10C5D}"/>
                  </a:ext>
                </a:extLst>
              </p:cNvPr>
              <p:cNvSpPr/>
              <p:nvPr/>
            </p:nvSpPr>
            <p:spPr>
              <a:xfrm>
                <a:off x="5351460" y="3233497"/>
                <a:ext cx="241772" cy="221388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D9F27902-66D2-43F3-3F04-23CF0156CA3A}"/>
                  </a:ext>
                </a:extLst>
              </p:cNvPr>
              <p:cNvSpPr/>
              <p:nvPr/>
            </p:nvSpPr>
            <p:spPr>
              <a:xfrm>
                <a:off x="5617056" y="3232440"/>
                <a:ext cx="160556" cy="1470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38" name="Oval 237">
                <a:extLst>
                  <a:ext uri="{FF2B5EF4-FFF2-40B4-BE49-F238E27FC236}">
                    <a16:creationId xmlns:a16="http://schemas.microsoft.com/office/drawing/2014/main" id="{71FC7340-0C34-C485-B5A3-14B8924ACCD1}"/>
                  </a:ext>
                </a:extLst>
              </p:cNvPr>
              <p:cNvSpPr/>
              <p:nvPr/>
            </p:nvSpPr>
            <p:spPr>
              <a:xfrm>
                <a:off x="5172389" y="3244636"/>
                <a:ext cx="160556" cy="147019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1A22748C-A526-8785-8737-E2AE5F51EDD7}"/>
                  </a:ext>
                </a:extLst>
              </p:cNvPr>
              <p:cNvGrpSpPr/>
              <p:nvPr/>
            </p:nvGrpSpPr>
            <p:grpSpPr>
              <a:xfrm>
                <a:off x="2742588" y="2677156"/>
                <a:ext cx="1337110" cy="2033101"/>
                <a:chOff x="2054944" y="1446833"/>
                <a:chExt cx="1337110" cy="2033101"/>
              </a:xfrm>
            </p:grpSpPr>
            <p:sp>
              <p:nvSpPr>
                <p:cNvPr id="240" name="Arc 239">
                  <a:extLst>
                    <a:ext uri="{FF2B5EF4-FFF2-40B4-BE49-F238E27FC236}">
                      <a16:creationId xmlns:a16="http://schemas.microsoft.com/office/drawing/2014/main" id="{95B8CA05-047A-BFD8-AB2A-836202375921}"/>
                    </a:ext>
                  </a:extLst>
                </p:cNvPr>
                <p:cNvSpPr/>
                <p:nvPr/>
              </p:nvSpPr>
              <p:spPr>
                <a:xfrm flipV="1">
                  <a:off x="2054944" y="1446833"/>
                  <a:ext cx="1337110" cy="2033101"/>
                </a:xfrm>
                <a:prstGeom prst="arc">
                  <a:avLst>
                    <a:gd name="adj1" fmla="val 10741240"/>
                    <a:gd name="adj2" fmla="val 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241" name="Arc 240">
                  <a:extLst>
                    <a:ext uri="{FF2B5EF4-FFF2-40B4-BE49-F238E27FC236}">
                      <a16:creationId xmlns:a16="http://schemas.microsoft.com/office/drawing/2014/main" id="{AC89C6BE-0468-41D5-B07D-C1A673DA011B}"/>
                    </a:ext>
                  </a:extLst>
                </p:cNvPr>
                <p:cNvSpPr/>
                <p:nvPr/>
              </p:nvSpPr>
              <p:spPr>
                <a:xfrm>
                  <a:off x="2054944" y="1965767"/>
                  <a:ext cx="1337110" cy="1089947"/>
                </a:xfrm>
                <a:prstGeom prst="arc">
                  <a:avLst>
                    <a:gd name="adj1" fmla="val 10741240"/>
                    <a:gd name="adj2" fmla="val 0"/>
                  </a:avLst>
                </a:prstGeom>
                <a:solidFill>
                  <a:schemeClr val="bg1"/>
                </a:solidFill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73EC1BDA-6866-DF8C-626B-D14801C5D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90043" y="3156937"/>
              <a:ext cx="135060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95D15E04-DB76-1223-14E6-4F547F7F7BDB}"/>
                </a:ext>
              </a:extLst>
            </p:cNvPr>
            <p:cNvCxnSpPr>
              <a:cxnSpLocks/>
            </p:cNvCxnSpPr>
            <p:nvPr/>
          </p:nvCxnSpPr>
          <p:spPr>
            <a:xfrm>
              <a:off x="2755002" y="3176435"/>
              <a:ext cx="0" cy="1008000"/>
            </a:xfrm>
            <a:prstGeom prst="line">
              <a:avLst/>
            </a:prstGeom>
            <a:ln>
              <a:solidFill>
                <a:srgbClr val="C0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1CC60C4D-02F0-60BA-748B-31324641F631}"/>
                </a:ext>
              </a:extLst>
            </p:cNvPr>
            <p:cNvCxnSpPr>
              <a:cxnSpLocks/>
            </p:cNvCxnSpPr>
            <p:nvPr/>
          </p:nvCxnSpPr>
          <p:spPr>
            <a:xfrm>
              <a:off x="2755002" y="4271154"/>
              <a:ext cx="970650" cy="0"/>
            </a:xfrm>
            <a:prstGeom prst="line">
              <a:avLst/>
            </a:prstGeom>
            <a:ln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TextBox 271">
              <a:extLst>
                <a:ext uri="{FF2B5EF4-FFF2-40B4-BE49-F238E27FC236}">
                  <a16:creationId xmlns:a16="http://schemas.microsoft.com/office/drawing/2014/main" id="{9DDB21EC-D1BD-AF94-7E31-FDF769191D50}"/>
                </a:ext>
              </a:extLst>
            </p:cNvPr>
            <p:cNvSpPr txBox="1"/>
            <p:nvPr/>
          </p:nvSpPr>
          <p:spPr>
            <a:xfrm>
              <a:off x="2631410" y="4066181"/>
              <a:ext cx="247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|</a:t>
              </a:r>
            </a:p>
          </p:txBody>
        </p:sp>
        <p:sp>
          <p:nvSpPr>
            <p:cNvPr id="273" name="TextBox 272">
              <a:extLst>
                <a:ext uri="{FF2B5EF4-FFF2-40B4-BE49-F238E27FC236}">
                  <a16:creationId xmlns:a16="http://schemas.microsoft.com/office/drawing/2014/main" id="{1AC23CB6-FB82-DC39-CE05-E45C58A6F579}"/>
                </a:ext>
              </a:extLst>
            </p:cNvPr>
            <p:cNvSpPr txBox="1"/>
            <p:nvPr/>
          </p:nvSpPr>
          <p:spPr>
            <a:xfrm>
              <a:off x="3611562" y="4072491"/>
              <a:ext cx="2471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|</a:t>
              </a:r>
            </a:p>
          </p:txBody>
        </p:sp>
        <p:sp>
          <p:nvSpPr>
            <p:cNvPr id="274" name="TextBox 273">
              <a:extLst>
                <a:ext uri="{FF2B5EF4-FFF2-40B4-BE49-F238E27FC236}">
                  <a16:creationId xmlns:a16="http://schemas.microsoft.com/office/drawing/2014/main" id="{F7FC2C4B-FBC5-8FD3-42D7-4F347A301AA0}"/>
                </a:ext>
              </a:extLst>
            </p:cNvPr>
            <p:cNvSpPr txBox="1"/>
            <p:nvPr/>
          </p:nvSpPr>
          <p:spPr>
            <a:xfrm>
              <a:off x="2570947" y="4329900"/>
              <a:ext cx="13704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Hatch Spacing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9268015D-49C4-13E3-F734-2A5F05FFBEE4}"/>
                </a:ext>
              </a:extLst>
            </p:cNvPr>
            <p:cNvSpPr txBox="1"/>
            <p:nvPr/>
          </p:nvSpPr>
          <p:spPr>
            <a:xfrm>
              <a:off x="1837561" y="3420759"/>
              <a:ext cx="9834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Melt Pool </a:t>
              </a:r>
            </a:p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Depth</a:t>
              </a:r>
            </a:p>
          </p:txBody>
        </p:sp>
        <p:sp>
          <p:nvSpPr>
            <p:cNvPr id="277" name="TextBox 276">
              <a:extLst>
                <a:ext uri="{FF2B5EF4-FFF2-40B4-BE49-F238E27FC236}">
                  <a16:creationId xmlns:a16="http://schemas.microsoft.com/office/drawing/2014/main" id="{AC6BB312-51BE-C35D-5205-9EBD15C03BE5}"/>
                </a:ext>
              </a:extLst>
            </p:cNvPr>
            <p:cNvSpPr txBox="1"/>
            <p:nvPr/>
          </p:nvSpPr>
          <p:spPr>
            <a:xfrm>
              <a:off x="2267936" y="2685822"/>
              <a:ext cx="9834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Melt Pool </a:t>
              </a:r>
            </a:p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Width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1F4A1E8-4204-31AF-AE41-B91461FF1AD1}"/>
              </a:ext>
            </a:extLst>
          </p:cNvPr>
          <p:cNvGrpSpPr/>
          <p:nvPr/>
        </p:nvGrpSpPr>
        <p:grpSpPr>
          <a:xfrm>
            <a:off x="5431283" y="1470857"/>
            <a:ext cx="5302307" cy="4461168"/>
            <a:chOff x="5431283" y="1470857"/>
            <a:chExt cx="5302307" cy="4461168"/>
          </a:xfrm>
        </p:grpSpPr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AC8AEB83-08B1-1842-5727-70874B9BB215}"/>
                </a:ext>
              </a:extLst>
            </p:cNvPr>
            <p:cNvSpPr/>
            <p:nvPr/>
          </p:nvSpPr>
          <p:spPr>
            <a:xfrm rot="18565762">
              <a:off x="7170426" y="3543957"/>
              <a:ext cx="4004619" cy="771518"/>
            </a:xfrm>
            <a:prstGeom prst="parallelogram">
              <a:avLst>
                <a:gd name="adj" fmla="val 121898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82E6E793-B2AF-BCAE-5E3D-569BFD636A78}"/>
                </a:ext>
              </a:extLst>
            </p:cNvPr>
            <p:cNvSpPr/>
            <p:nvPr/>
          </p:nvSpPr>
          <p:spPr>
            <a:xfrm>
              <a:off x="5431283" y="2118360"/>
              <a:ext cx="4728081" cy="2358053"/>
            </a:xfrm>
            <a:prstGeom prst="parallelogram">
              <a:avLst>
                <a:gd name="adj" fmla="val 82269"/>
              </a:avLst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8" name="Arc 217">
              <a:extLst>
                <a:ext uri="{FF2B5EF4-FFF2-40B4-BE49-F238E27FC236}">
                  <a16:creationId xmlns:a16="http://schemas.microsoft.com/office/drawing/2014/main" id="{057F1E51-F8FD-BF45-03B2-455A87FE44CE}"/>
                </a:ext>
              </a:extLst>
            </p:cNvPr>
            <p:cNvSpPr/>
            <p:nvPr/>
          </p:nvSpPr>
          <p:spPr>
            <a:xfrm rot="13389185" flipV="1">
              <a:off x="7144704" y="1926075"/>
              <a:ext cx="1042346" cy="3075388"/>
            </a:xfrm>
            <a:prstGeom prst="arc">
              <a:avLst>
                <a:gd name="adj1" fmla="val 11853533"/>
                <a:gd name="adj2" fmla="val 3545547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79032493-F5C0-184F-A063-182B816C55C7}"/>
                </a:ext>
              </a:extLst>
            </p:cNvPr>
            <p:cNvSpPr/>
            <p:nvPr/>
          </p:nvSpPr>
          <p:spPr>
            <a:xfrm>
              <a:off x="5431284" y="4472799"/>
              <a:ext cx="2772697" cy="122903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5" name="Arc 244">
              <a:extLst>
                <a:ext uri="{FF2B5EF4-FFF2-40B4-BE49-F238E27FC236}">
                  <a16:creationId xmlns:a16="http://schemas.microsoft.com/office/drawing/2014/main" id="{7A195E5D-45FC-3239-1101-099EB50DBB36}"/>
                </a:ext>
              </a:extLst>
            </p:cNvPr>
            <p:cNvSpPr/>
            <p:nvPr/>
          </p:nvSpPr>
          <p:spPr>
            <a:xfrm rot="13389185" flipV="1">
              <a:off x="6912804" y="2895207"/>
              <a:ext cx="1102823" cy="1596996"/>
            </a:xfrm>
            <a:prstGeom prst="arc">
              <a:avLst>
                <a:gd name="adj1" fmla="val 2748210"/>
                <a:gd name="adj2" fmla="val 11299737"/>
              </a:avLst>
            </a:prstGeom>
            <a:noFill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6" name="Free-form: Shape 245">
              <a:extLst>
                <a:ext uri="{FF2B5EF4-FFF2-40B4-BE49-F238E27FC236}">
                  <a16:creationId xmlns:a16="http://schemas.microsoft.com/office/drawing/2014/main" id="{E59A3CB6-F1BD-21AA-D770-DF2798288798}"/>
                </a:ext>
              </a:extLst>
            </p:cNvPr>
            <p:cNvSpPr/>
            <p:nvPr/>
          </p:nvSpPr>
          <p:spPr>
            <a:xfrm>
              <a:off x="7879080" y="3654812"/>
              <a:ext cx="306705" cy="393313"/>
            </a:xfrm>
            <a:custGeom>
              <a:avLst/>
              <a:gdLst>
                <a:gd name="csX0" fmla="*/ 0 w 251460"/>
                <a:gd name="csY0" fmla="*/ 342900 h 342900"/>
                <a:gd name="csX1" fmla="*/ 251460 w 251460"/>
                <a:gd name="csY1" fmla="*/ 0 h 3429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1460" h="342900">
                  <a:moveTo>
                    <a:pt x="0" y="342900"/>
                  </a:moveTo>
                  <a:cubicBezTo>
                    <a:pt x="73660" y="270510"/>
                    <a:pt x="147320" y="198120"/>
                    <a:pt x="251460" y="0"/>
                  </a:cubicBezTo>
                </a:path>
              </a:pathLst>
            </a:custGeom>
            <a:ln w="190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AC09EE8D-5337-7D6D-912F-6FFF67597B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03161" y="2292096"/>
              <a:ext cx="1566659" cy="2050923"/>
            </a:xfrm>
            <a:prstGeom prst="line">
              <a:avLst/>
            </a:prstGeom>
            <a:ln>
              <a:solidFill>
                <a:schemeClr val="accent6">
                  <a:lumMod val="75000"/>
                </a:schemeClr>
              </a:solidFill>
              <a:prstDash val="dash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D571FA13-7444-364A-CA8B-0A10F0CCD544}"/>
                </a:ext>
              </a:extLst>
            </p:cNvPr>
            <p:cNvCxnSpPr>
              <a:cxnSpLocks/>
              <a:endCxn id="246" idx="1"/>
            </p:cNvCxnSpPr>
            <p:nvPr/>
          </p:nvCxnSpPr>
          <p:spPr>
            <a:xfrm flipV="1">
              <a:off x="6835179" y="3654812"/>
              <a:ext cx="1350606" cy="0"/>
            </a:xfrm>
            <a:prstGeom prst="line">
              <a:avLst/>
            </a:prstGeom>
            <a:ln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1" name="Group 260">
              <a:extLst>
                <a:ext uri="{FF2B5EF4-FFF2-40B4-BE49-F238E27FC236}">
                  <a16:creationId xmlns:a16="http://schemas.microsoft.com/office/drawing/2014/main" id="{801289E0-EA70-4EA0-876F-A17DD993FAAC}"/>
                </a:ext>
              </a:extLst>
            </p:cNvPr>
            <p:cNvGrpSpPr/>
            <p:nvPr/>
          </p:nvGrpSpPr>
          <p:grpSpPr>
            <a:xfrm>
              <a:off x="7056654" y="1778634"/>
              <a:ext cx="872731" cy="2010283"/>
              <a:chOff x="5194875" y="-653256"/>
              <a:chExt cx="872731" cy="2950068"/>
            </a:xfrm>
          </p:grpSpPr>
          <p:sp>
            <p:nvSpPr>
              <p:cNvPr id="258" name="Trapezium 257">
                <a:extLst>
                  <a:ext uri="{FF2B5EF4-FFF2-40B4-BE49-F238E27FC236}">
                    <a16:creationId xmlns:a16="http://schemas.microsoft.com/office/drawing/2014/main" id="{C1B80FAF-D230-50DE-C0D3-9C43B9669DC7}"/>
                  </a:ext>
                </a:extLst>
              </p:cNvPr>
              <p:cNvSpPr/>
              <p:nvPr/>
            </p:nvSpPr>
            <p:spPr>
              <a:xfrm flipV="1">
                <a:off x="5194875" y="-653256"/>
                <a:ext cx="872731" cy="2791366"/>
              </a:xfrm>
              <a:prstGeom prst="trapezoid">
                <a:avLst>
                  <a:gd name="adj" fmla="val 26014"/>
                </a:avLst>
              </a:prstGeom>
              <a:solidFill>
                <a:srgbClr val="FF0000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60" name="Arc 259">
                <a:extLst>
                  <a:ext uri="{FF2B5EF4-FFF2-40B4-BE49-F238E27FC236}">
                    <a16:creationId xmlns:a16="http://schemas.microsoft.com/office/drawing/2014/main" id="{8CF9D94A-EDCC-29B8-1ACF-428961A76A08}"/>
                  </a:ext>
                </a:extLst>
              </p:cNvPr>
              <p:cNvSpPr/>
              <p:nvPr/>
            </p:nvSpPr>
            <p:spPr>
              <a:xfrm flipV="1">
                <a:off x="5419280" y="1979277"/>
                <a:ext cx="423919" cy="317535"/>
              </a:xfrm>
              <a:prstGeom prst="arc">
                <a:avLst>
                  <a:gd name="adj1" fmla="val 10800387"/>
                  <a:gd name="adj2" fmla="val 0"/>
                </a:avLst>
              </a:prstGeom>
              <a:solidFill>
                <a:srgbClr val="FF0000">
                  <a:alpha val="25000"/>
                </a:srgbClr>
              </a:solidFill>
              <a:ln>
                <a:noFill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</p:grpSp>
        <p:sp>
          <p:nvSpPr>
            <p:cNvPr id="278" name="TextBox 277">
              <a:extLst>
                <a:ext uri="{FF2B5EF4-FFF2-40B4-BE49-F238E27FC236}">
                  <a16:creationId xmlns:a16="http://schemas.microsoft.com/office/drawing/2014/main" id="{9891B4A6-1615-405C-C2CA-3BCAB024DEE1}"/>
                </a:ext>
              </a:extLst>
            </p:cNvPr>
            <p:cNvSpPr txBox="1"/>
            <p:nvPr/>
          </p:nvSpPr>
          <p:spPr>
            <a:xfrm>
              <a:off x="7490705" y="3762817"/>
              <a:ext cx="98347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Melt Pool </a:t>
              </a:r>
            </a:p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Width</a:t>
              </a:r>
            </a:p>
          </p:txBody>
        </p:sp>
        <p:sp>
          <p:nvSpPr>
            <p:cNvPr id="279" name="TextBox 278">
              <a:extLst>
                <a:ext uri="{FF2B5EF4-FFF2-40B4-BE49-F238E27FC236}">
                  <a16:creationId xmlns:a16="http://schemas.microsoft.com/office/drawing/2014/main" id="{034188DA-4D7D-35AD-63D9-2E959523FEA2}"/>
                </a:ext>
              </a:extLst>
            </p:cNvPr>
            <p:cNvSpPr txBox="1"/>
            <p:nvPr/>
          </p:nvSpPr>
          <p:spPr>
            <a:xfrm rot="18465293">
              <a:off x="7451247" y="2859716"/>
              <a:ext cx="15393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Melt Pool Length</a:t>
              </a:r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57AA47AD-5053-1417-13BC-1732AAAB8007}"/>
                </a:ext>
              </a:extLst>
            </p:cNvPr>
            <p:cNvCxnSpPr/>
            <p:nvPr/>
          </p:nvCxnSpPr>
          <p:spPr>
            <a:xfrm flipH="1">
              <a:off x="6214593" y="2940323"/>
              <a:ext cx="822694" cy="95268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3C711BB7-8639-2853-886D-094E58931729}"/>
                </a:ext>
              </a:extLst>
            </p:cNvPr>
            <p:cNvSpPr txBox="1"/>
            <p:nvPr/>
          </p:nvSpPr>
          <p:spPr>
            <a:xfrm>
              <a:off x="5706944" y="3026195"/>
              <a:ext cx="93929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Scan</a:t>
              </a:r>
            </a:p>
            <a:p>
              <a:pPr algn="ctr"/>
              <a:r>
                <a:rPr lang="en-GB" sz="1400" b="1" dirty="0">
                  <a:effectLst>
                    <a:glow rad="101600">
                      <a:schemeClr val="bg1"/>
                    </a:glow>
                  </a:effectLst>
                </a:rPr>
                <a:t>Direction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BFEA455F-E093-6B85-0CB4-C6F10728105E}"/>
                </a:ext>
              </a:extLst>
            </p:cNvPr>
            <p:cNvCxnSpPr/>
            <p:nvPr/>
          </p:nvCxnSpPr>
          <p:spPr>
            <a:xfrm flipH="1">
              <a:off x="10231071" y="2009727"/>
              <a:ext cx="234316" cy="2895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8428F491-2D44-817E-274C-143427D43B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98844" y="2009727"/>
              <a:ext cx="46445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EE6FD78-9FFF-69F5-B508-99C056E522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60758" y="1547867"/>
              <a:ext cx="0" cy="464400"/>
            </a:xfrm>
            <a:prstGeom prst="straightConnector1">
              <a:avLst/>
            </a:prstGeom>
            <a:ln>
              <a:headEnd type="triangle"/>
              <a:tailEnd type="non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19FEBD-323E-2AFD-96C3-9D2D8586AE7A}"/>
                </a:ext>
              </a:extLst>
            </p:cNvPr>
            <p:cNvSpPr txBox="1"/>
            <p:nvPr/>
          </p:nvSpPr>
          <p:spPr>
            <a:xfrm>
              <a:off x="10047310" y="1722903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3AE48DE-BDD7-C717-7DC8-92B5CE9B832E}"/>
                </a:ext>
              </a:extLst>
            </p:cNvPr>
            <p:cNvSpPr txBox="1"/>
            <p:nvPr/>
          </p:nvSpPr>
          <p:spPr>
            <a:xfrm>
              <a:off x="10460758" y="1470857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z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B002C4-9DD2-C9A1-F6D6-9C7A37704AE9}"/>
                </a:ext>
              </a:extLst>
            </p:cNvPr>
            <p:cNvSpPr txBox="1"/>
            <p:nvPr/>
          </p:nvSpPr>
          <p:spPr>
            <a:xfrm>
              <a:off x="10286935" y="2073182"/>
              <a:ext cx="27283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400" b="1" dirty="0"/>
                <a:t>x</a:t>
              </a:r>
            </a:p>
          </p:txBody>
        </p:sp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31790B-B527-FC20-E776-2AB0D6FF83FF}"/>
              </a:ext>
            </a:extLst>
          </p:cNvPr>
          <p:cNvCxnSpPr>
            <a:cxnSpLocks/>
          </p:cNvCxnSpPr>
          <p:nvPr/>
        </p:nvCxnSpPr>
        <p:spPr>
          <a:xfrm flipH="1">
            <a:off x="5013108" y="3340865"/>
            <a:ext cx="418175" cy="0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133C9C-9B64-502C-A30B-5925BB20FE28}"/>
              </a:ext>
            </a:extLst>
          </p:cNvPr>
          <p:cNvSpPr txBox="1"/>
          <p:nvPr/>
        </p:nvSpPr>
        <p:spPr>
          <a:xfrm>
            <a:off x="5255652" y="3297386"/>
            <a:ext cx="272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31249F-C4D9-E2CA-772A-A16EAD9CA71D}"/>
              </a:ext>
            </a:extLst>
          </p:cNvPr>
          <p:cNvSpPr txBox="1"/>
          <p:nvPr/>
        </p:nvSpPr>
        <p:spPr>
          <a:xfrm>
            <a:off x="4941953" y="3070362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b="1" dirty="0"/>
              <a:t>z = 0</a:t>
            </a:r>
          </a:p>
        </p:txBody>
      </p:sp>
    </p:spTree>
    <p:extLst>
      <p:ext uri="{BB962C8B-B14F-4D97-AF65-F5344CB8AC3E}">
        <p14:creationId xmlns:p14="http://schemas.microsoft.com/office/powerpoint/2010/main" val="1206695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4201A-779D-1A01-02C6-474AD8F16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DB668B98-ACB9-734D-8174-137610C8B0F4}"/>
              </a:ext>
            </a:extLst>
          </p:cNvPr>
          <p:cNvSpPr/>
          <p:nvPr/>
        </p:nvSpPr>
        <p:spPr>
          <a:xfrm>
            <a:off x="1646314" y="2362476"/>
            <a:ext cx="1146048" cy="28374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E0B1E2-F56B-671E-3481-A412010A2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57" y="305584"/>
            <a:ext cx="7109138" cy="4260715"/>
          </a:xfrm>
          <a:prstGeom prst="rect">
            <a:avLst/>
          </a:prstGeom>
        </p:spPr>
      </p:pic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8BD13D61-1F83-2A3B-B9E3-E72B2338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654" y="4227286"/>
            <a:ext cx="6868484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408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7699</TotalTime>
  <Words>39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Ilídio Miguel de Brito Costa</dc:creator>
  <cp:lastModifiedBy>Ilídio Miguel de Brito Costa</cp:lastModifiedBy>
  <cp:revision>5</cp:revision>
  <dcterms:created xsi:type="dcterms:W3CDTF">2025-11-24T17:08:03Z</dcterms:created>
  <dcterms:modified xsi:type="dcterms:W3CDTF">2025-12-18T00:24:16Z</dcterms:modified>
</cp:coreProperties>
</file>